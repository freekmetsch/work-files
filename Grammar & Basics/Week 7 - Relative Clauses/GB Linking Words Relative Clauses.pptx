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2"/>
  </p:notesMasterIdLst>
  <p:handoutMasterIdLst>
    <p:handoutMasterId r:id="rId23"/>
  </p:handoutMasterIdLst>
  <p:sldIdLst>
    <p:sldId id="256" r:id="rId5"/>
    <p:sldId id="322" r:id="rId6"/>
    <p:sldId id="304" r:id="rId7"/>
    <p:sldId id="326" r:id="rId8"/>
    <p:sldId id="327" r:id="rId9"/>
    <p:sldId id="317" r:id="rId10"/>
    <p:sldId id="305" r:id="rId11"/>
    <p:sldId id="306" r:id="rId12"/>
    <p:sldId id="318" r:id="rId13"/>
    <p:sldId id="309" r:id="rId14"/>
    <p:sldId id="310" r:id="rId15"/>
    <p:sldId id="323" r:id="rId16"/>
    <p:sldId id="324" r:id="rId17"/>
    <p:sldId id="325" r:id="rId18"/>
    <p:sldId id="319" r:id="rId19"/>
    <p:sldId id="320" r:id="rId20"/>
    <p:sldId id="321" r:id="rId21"/>
  </p:sldIdLst>
  <p:sldSz cx="9144000" cy="6858000" type="screen4x3"/>
  <p:notesSz cx="6805613" cy="9944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5E27CD-93A6-4EB4-B7EC-D2179C7988C6}" v="7" dt="2025-03-25T08:31:25.7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ek Metsch" userId="021ef47b-1d71-428a-9075-16ffbc2c7c18" providerId="ADAL" clId="{FDDC5984-3E8E-44C4-AE61-5409D33128BD}"/>
    <pc:docChg chg="undo custSel addSld modSld sldOrd">
      <pc:chgData name="Freek Metsch" userId="021ef47b-1d71-428a-9075-16ffbc2c7c18" providerId="ADAL" clId="{FDDC5984-3E8E-44C4-AE61-5409D33128BD}" dt="2024-10-15T07:57:10.573" v="951" actId="20577"/>
      <pc:docMkLst>
        <pc:docMk/>
      </pc:docMkLst>
      <pc:sldChg chg="modSp mod">
        <pc:chgData name="Freek Metsch" userId="021ef47b-1d71-428a-9075-16ffbc2c7c18" providerId="ADAL" clId="{FDDC5984-3E8E-44C4-AE61-5409D33128BD}" dt="2024-10-15T07:06:29.252" v="888" actId="21"/>
        <pc:sldMkLst>
          <pc:docMk/>
          <pc:sldMk cId="0" sldId="304"/>
        </pc:sldMkLst>
      </pc:sldChg>
      <pc:sldChg chg="modSp mod">
        <pc:chgData name="Freek Metsch" userId="021ef47b-1d71-428a-9075-16ffbc2c7c18" providerId="ADAL" clId="{FDDC5984-3E8E-44C4-AE61-5409D33128BD}" dt="2024-10-15T07:57:10.573" v="951" actId="20577"/>
        <pc:sldMkLst>
          <pc:docMk/>
          <pc:sldMk cId="681419790" sldId="324"/>
        </pc:sldMkLst>
      </pc:sldChg>
      <pc:sldChg chg="addSp delSp modSp new mod ord chgLayout">
        <pc:chgData name="Freek Metsch" userId="021ef47b-1d71-428a-9075-16ffbc2c7c18" providerId="ADAL" clId="{FDDC5984-3E8E-44C4-AE61-5409D33128BD}" dt="2024-10-15T07:05:31.204" v="764" actId="20577"/>
        <pc:sldMkLst>
          <pc:docMk/>
          <pc:sldMk cId="1747503795" sldId="325"/>
        </pc:sldMkLst>
      </pc:sldChg>
      <pc:sldChg chg="modSp new mod">
        <pc:chgData name="Freek Metsch" userId="021ef47b-1d71-428a-9075-16ffbc2c7c18" providerId="ADAL" clId="{FDDC5984-3E8E-44C4-AE61-5409D33128BD}" dt="2024-10-15T07:06:23.208" v="887" actId="20577"/>
        <pc:sldMkLst>
          <pc:docMk/>
          <pc:sldMk cId="2094239214" sldId="326"/>
        </pc:sldMkLst>
      </pc:sldChg>
      <pc:sldChg chg="modSp new mod">
        <pc:chgData name="Freek Metsch" userId="021ef47b-1d71-428a-9075-16ffbc2c7c18" providerId="ADAL" clId="{FDDC5984-3E8E-44C4-AE61-5409D33128BD}" dt="2024-10-15T07:06:46.698" v="935" actId="12"/>
        <pc:sldMkLst>
          <pc:docMk/>
          <pc:sldMk cId="2132142901" sldId="327"/>
        </pc:sldMkLst>
      </pc:sldChg>
    </pc:docChg>
  </pc:docChgLst>
  <pc:docChgLst>
    <pc:chgData name="Freek Metsch" userId="021ef47b-1d71-428a-9075-16ffbc2c7c18" providerId="ADAL" clId="{735E27CD-93A6-4EB4-B7EC-D2179C7988C6}"/>
    <pc:docChg chg="undo custSel addSld delSld modSld">
      <pc:chgData name="Freek Metsch" userId="021ef47b-1d71-428a-9075-16ffbc2c7c18" providerId="ADAL" clId="{735E27CD-93A6-4EB4-B7EC-D2179C7988C6}" dt="2025-03-25T08:31:33.115" v="12" actId="47"/>
      <pc:docMkLst>
        <pc:docMk/>
      </pc:docMkLst>
      <pc:sldChg chg="modSp add del mod setBg">
        <pc:chgData name="Freek Metsch" userId="021ef47b-1d71-428a-9075-16ffbc2c7c18" providerId="ADAL" clId="{735E27CD-93A6-4EB4-B7EC-D2179C7988C6}" dt="2025-03-25T08:31:33.115" v="12" actId="47"/>
        <pc:sldMkLst>
          <pc:docMk/>
          <pc:sldMk cId="1679811417" sldId="449"/>
        </pc:sldMkLst>
        <pc:spChg chg="mod">
          <ac:chgData name="Freek Metsch" userId="021ef47b-1d71-428a-9075-16ffbc2c7c18" providerId="ADAL" clId="{735E27CD-93A6-4EB4-B7EC-D2179C7988C6}" dt="2025-03-25T08:31:21.306" v="7" actId="27636"/>
          <ac:spMkLst>
            <pc:docMk/>
            <pc:sldMk cId="1679811417" sldId="449"/>
            <ac:spMk id="12" creationId="{FB935B4C-41D1-7A52-AB51-EB12286DB4AB}"/>
          </ac:spMkLst>
        </pc:spChg>
      </pc:sldChg>
      <pc:sldChg chg="modSp add del mod setBg">
        <pc:chgData name="Freek Metsch" userId="021ef47b-1d71-428a-9075-16ffbc2c7c18" providerId="ADAL" clId="{735E27CD-93A6-4EB4-B7EC-D2179C7988C6}" dt="2025-03-25T08:31:25.711" v="11"/>
        <pc:sldMkLst>
          <pc:docMk/>
          <pc:sldMk cId="3979566199" sldId="450"/>
        </pc:sldMkLst>
        <pc:spChg chg="mod">
          <ac:chgData name="Freek Metsch" userId="021ef47b-1d71-428a-9075-16ffbc2c7c18" providerId="ADAL" clId="{735E27CD-93A6-4EB4-B7EC-D2179C7988C6}" dt="2025-03-25T08:31:25.711" v="11"/>
          <ac:spMkLst>
            <pc:docMk/>
            <pc:sldMk cId="3979566199" sldId="450"/>
            <ac:spMk id="12" creationId="{FB935B4C-41D1-7A52-AB51-EB12286DB4AB}"/>
          </ac:spMkLst>
        </pc:spChg>
      </pc:sldChg>
      <pc:sldMasterChg chg="delSldLayout">
        <pc:chgData name="Freek Metsch" userId="021ef47b-1d71-428a-9075-16ffbc2c7c18" providerId="ADAL" clId="{735E27CD-93A6-4EB4-B7EC-D2179C7988C6}" dt="2025-03-25T08:31:33.115" v="12" actId="47"/>
        <pc:sldMasterMkLst>
          <pc:docMk/>
          <pc:sldMasterMk cId="0" sldId="2147483684"/>
        </pc:sldMasterMkLst>
        <pc:sldLayoutChg chg="del">
          <pc:chgData name="Freek Metsch" userId="021ef47b-1d71-428a-9075-16ffbc2c7c18" providerId="ADAL" clId="{735E27CD-93A6-4EB4-B7EC-D2179C7988C6}" dt="2025-03-25T08:31:33.115" v="12" actId="47"/>
          <pc:sldLayoutMkLst>
            <pc:docMk/>
            <pc:sldMasterMk cId="0" sldId="2147483684"/>
            <pc:sldLayoutMk cId="3727936304" sldId="214748384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09389C-812A-4EF0-B86E-09961CD048E9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279017-AB47-408E-A854-68A90D8E8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8187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7EE0F70-0EA5-48EE-BF46-0E545C978FEA}" type="datetimeFigureOut">
              <a:rPr lang="en-US"/>
              <a:pPr>
                <a:defRPr/>
              </a:pPr>
              <a:t>3/25/2025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6125"/>
            <a:ext cx="4972050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3448"/>
            <a:ext cx="5444490" cy="4474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1C8008B-58CC-4600-BA0E-B8D67D4311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710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587CAC-01CF-4301-897E-1255C7E2ED9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8DA1311-7605-49A3-B860-CE941D2BED5A}" type="datetimeFigureOut">
              <a:rPr lang="en-US"/>
              <a:pPr>
                <a:defRPr/>
              </a:pPr>
              <a:t>3/25/2025</a:t>
            </a:fld>
            <a:endParaRPr lang="en-US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BF1C65A-79BB-4244-8241-8592F11DCB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303776-B5F3-482D-B025-52E83D0420E7}" type="datetimeFigureOut">
              <a:rPr lang="en-US"/>
              <a:pPr>
                <a:defRPr/>
              </a:pPr>
              <a:t>3/25/2025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FFCAA-1B2C-49C6-8D88-2C923AD724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97A7B8-FED8-408E-B814-1ABF4C99C9D0}" type="datetimeFigureOut">
              <a:rPr lang="en-US"/>
              <a:pPr>
                <a:defRPr/>
              </a:pPr>
              <a:t>3/25/2025</a:t>
            </a:fld>
            <a:endParaRPr 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E9952E0-E2C6-4F4D-8A98-5451079194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3E6AAD04-9D9E-4574-BD0D-743AA0BB7728}" type="datetimeFigureOut">
              <a:rPr lang="en-US"/>
              <a:pPr>
                <a:defRPr/>
              </a:pPr>
              <a:t>3/25/2025</a:t>
            </a:fld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32004676-EB14-42BA-A29B-9287B732DA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698629B-7BC8-41E9-9B55-8786EF6FFB3C}" type="datetimeFigureOut">
              <a:rPr lang="en-US"/>
              <a:pPr>
                <a:defRPr/>
              </a:pPr>
              <a:t>3/25/2025</a:t>
            </a:fld>
            <a:endParaRPr 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AC8F6E2-DD42-47DC-968D-4EC81CBFDB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45A31A-FD4F-45A2-87E9-FB3FD838ABEB}" type="datetimeFigureOut">
              <a:rPr lang="en-US"/>
              <a:pPr>
                <a:defRPr/>
              </a:pPr>
              <a:t>3/25/2025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686892-9EF2-45EF-8283-4F910D9827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FE0BE7-EEF9-4A64-9E18-7C6DA39FEF20}" type="datetimeFigureOut">
              <a:rPr lang="en-US"/>
              <a:pPr>
                <a:defRPr/>
              </a:pPr>
              <a:t>3/25/2025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42958BB-47A1-448A-AC3D-6091AD439E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89757-46FF-40B8-9A09-CD68B5BE297B}" type="datetimeFigureOut">
              <a:rPr lang="en-US"/>
              <a:pPr>
                <a:defRPr/>
              </a:pPr>
              <a:t>3/25/2025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0A03DC-9471-4B9C-95DC-F76AA3AE1B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0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11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12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FBFFC220-0A9F-4946-B993-A94FC472B8E2}" type="datetimeFigureOut">
              <a:rPr lang="en-US"/>
              <a:pPr>
                <a:defRPr/>
              </a:pPr>
              <a:t>3/25/2025</a:t>
            </a:fld>
            <a:endParaRPr 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16E3C564-8CBD-4854-9267-67125E4E13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11AF3D-D7D8-45A5-A6BA-29055ED4B657}" type="datetimeFigureOut">
              <a:rPr lang="en-US"/>
              <a:pPr>
                <a:defRPr/>
              </a:pPr>
              <a:t>3/25/2025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96F61A-A798-4E41-A0FB-5E675CD655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668D86-11CC-4177-A43E-C46377717AAD}" type="datetimeFigureOut">
              <a:rPr lang="en-US"/>
              <a:pPr>
                <a:defRPr/>
              </a:pPr>
              <a:t>3/25/2025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30276-7CB2-4BC5-9738-0AD6568018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74AE5754-B91B-49D9-A99C-4EC3558F86BE}" type="datetimeFigureOut">
              <a:rPr lang="en-US"/>
              <a:pPr>
                <a:defRPr/>
              </a:pPr>
              <a:t>3/25/2025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46006FF5-3448-4EA3-BBA1-3F9F60C653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29" r:id="rId2"/>
    <p:sldLayoutId id="2147483834" r:id="rId3"/>
    <p:sldLayoutId id="2147483835" r:id="rId4"/>
    <p:sldLayoutId id="2147483836" r:id="rId5"/>
    <p:sldLayoutId id="2147483830" r:id="rId6"/>
    <p:sldLayoutId id="2147483837" r:id="rId7"/>
    <p:sldLayoutId id="2147483831" r:id="rId8"/>
    <p:sldLayoutId id="2147483838" r:id="rId9"/>
    <p:sldLayoutId id="2147483832" r:id="rId10"/>
    <p:sldLayoutId id="214748383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7244" y="4077072"/>
            <a:ext cx="7075512" cy="18288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6000" dirty="0"/>
              <a:t>Grammar and basics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>
            <a:normAutofit fontScale="77500" lnSpcReduction="20000"/>
          </a:bodyPr>
          <a:lstStyle/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4800" dirty="0"/>
              <a:t>Linking Words &amp; Relative Clauses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Linking</a:t>
            </a:r>
            <a:r>
              <a:rPr lang="nl-NL" dirty="0"/>
              <a:t> </a:t>
            </a:r>
            <a:r>
              <a:rPr lang="nl-NL" dirty="0" err="1"/>
              <a:t>Words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58191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Linking</a:t>
            </a:r>
            <a:r>
              <a:rPr lang="nl-NL" dirty="0"/>
              <a:t> </a:t>
            </a:r>
            <a:r>
              <a:rPr lang="nl-NL" dirty="0" err="1"/>
              <a:t>words</a:t>
            </a:r>
            <a:endParaRPr lang="nl-NL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2120" y="1412776"/>
            <a:ext cx="8153400" cy="4495800"/>
          </a:xfrm>
        </p:spPr>
        <p:txBody>
          <a:bodyPr/>
          <a:lstStyle/>
          <a:p>
            <a:r>
              <a:rPr lang="nl-NL" dirty="0" err="1"/>
              <a:t>Words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to combine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sentences</a:t>
            </a:r>
            <a:r>
              <a:rPr lang="nl-NL" dirty="0"/>
              <a:t>.</a:t>
            </a:r>
          </a:p>
          <a:p>
            <a:r>
              <a:rPr lang="nl-NL" dirty="0" err="1"/>
              <a:t>Many</a:t>
            </a:r>
            <a:r>
              <a:rPr lang="nl-NL" dirty="0"/>
              <a:t> </a:t>
            </a:r>
            <a:r>
              <a:rPr lang="nl-NL" dirty="0" err="1"/>
              <a:t>common</a:t>
            </a:r>
            <a:r>
              <a:rPr lang="nl-NL" dirty="0"/>
              <a:t> </a:t>
            </a:r>
            <a:r>
              <a:rPr lang="nl-NL" dirty="0" err="1"/>
              <a:t>examples</a:t>
            </a:r>
            <a:r>
              <a:rPr lang="nl-NL" dirty="0"/>
              <a:t>,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aren’t</a:t>
            </a:r>
            <a:r>
              <a:rPr lang="nl-NL" dirty="0"/>
              <a:t> a </a:t>
            </a:r>
            <a:r>
              <a:rPr lang="nl-NL" dirty="0" err="1"/>
              <a:t>real</a:t>
            </a:r>
            <a:r>
              <a:rPr lang="nl-NL" dirty="0"/>
              <a:t> </a:t>
            </a:r>
            <a:r>
              <a:rPr lang="nl-NL" dirty="0" err="1"/>
              <a:t>problem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Dutch speakers:</a:t>
            </a:r>
          </a:p>
          <a:p>
            <a:pPr lvl="1"/>
            <a:r>
              <a:rPr lang="nl-NL" dirty="0"/>
              <a:t>And, or, but, </a:t>
            </a:r>
            <a:r>
              <a:rPr lang="nl-NL" dirty="0" err="1"/>
              <a:t>so</a:t>
            </a:r>
            <a:r>
              <a:rPr lang="nl-NL" dirty="0"/>
              <a:t>, </a:t>
            </a:r>
            <a:r>
              <a:rPr lang="nl-NL" dirty="0" err="1"/>
              <a:t>because</a:t>
            </a:r>
            <a:r>
              <a:rPr lang="nl-NL" dirty="0"/>
              <a:t>, </a:t>
            </a:r>
            <a:r>
              <a:rPr lang="nl-NL" dirty="0" err="1"/>
              <a:t>for</a:t>
            </a:r>
            <a:r>
              <a:rPr lang="nl-NL" dirty="0"/>
              <a:t> etc.</a:t>
            </a:r>
          </a:p>
          <a:p>
            <a:pPr marL="366713" lvl="1" indent="0">
              <a:buNone/>
            </a:pPr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5FD28-4E70-20CA-D38D-A33B6BD0A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Linking Words: FANBOYS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6B67B-4CC9-55E6-F868-32B006F7229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What is their purpose? -&gt; Write an example sentence</a:t>
            </a:r>
          </a:p>
          <a:p>
            <a:r>
              <a:rPr lang="en-GB" dirty="0"/>
              <a:t>For</a:t>
            </a:r>
          </a:p>
          <a:p>
            <a:r>
              <a:rPr lang="en-GB" dirty="0"/>
              <a:t>And</a:t>
            </a:r>
          </a:p>
          <a:p>
            <a:r>
              <a:rPr lang="en-GB" dirty="0"/>
              <a:t>Nor</a:t>
            </a:r>
          </a:p>
          <a:p>
            <a:r>
              <a:rPr lang="en-GB" dirty="0"/>
              <a:t>But</a:t>
            </a:r>
          </a:p>
          <a:p>
            <a:r>
              <a:rPr lang="en-GB" dirty="0"/>
              <a:t>Or</a:t>
            </a:r>
          </a:p>
          <a:p>
            <a:r>
              <a:rPr lang="en-GB" dirty="0"/>
              <a:t>Yet</a:t>
            </a:r>
          </a:p>
          <a:p>
            <a:r>
              <a:rPr lang="en-GB" dirty="0"/>
              <a:t>So</a:t>
            </a:r>
          </a:p>
        </p:txBody>
      </p:sp>
    </p:spTree>
    <p:extLst>
      <p:ext uri="{BB962C8B-B14F-4D97-AF65-F5344CB8AC3E}">
        <p14:creationId xmlns:p14="http://schemas.microsoft.com/office/powerpoint/2010/main" val="2094239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47798-72E1-4511-8512-D4CEA8B1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Less Common Linking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50C55-1391-6E0B-1392-40E591D5FB7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881063" lvl="1" indent="-514350">
              <a:buFont typeface="+mj-lt"/>
              <a:buAutoNum type="arabicPeriod"/>
            </a:pPr>
            <a:r>
              <a:rPr lang="nl-NL" dirty="0" err="1"/>
              <a:t>Although</a:t>
            </a:r>
            <a:r>
              <a:rPr lang="nl-NL" dirty="0"/>
              <a:t>/</a:t>
            </a:r>
            <a:r>
              <a:rPr lang="nl-NL" dirty="0" err="1"/>
              <a:t>though</a:t>
            </a:r>
            <a:r>
              <a:rPr lang="nl-NL" dirty="0"/>
              <a:t>/even </a:t>
            </a:r>
            <a:r>
              <a:rPr lang="nl-NL" dirty="0" err="1"/>
              <a:t>though</a:t>
            </a:r>
            <a:endParaRPr lang="nl-NL" dirty="0"/>
          </a:p>
          <a:p>
            <a:pPr marL="881063" lvl="1" indent="-514350">
              <a:buFont typeface="+mj-lt"/>
              <a:buAutoNum type="arabicPeriod"/>
            </a:pPr>
            <a:r>
              <a:rPr lang="nl-NL" dirty="0" err="1"/>
              <a:t>Despite</a:t>
            </a:r>
            <a:r>
              <a:rPr lang="nl-NL" dirty="0"/>
              <a:t>/in </a:t>
            </a:r>
            <a:r>
              <a:rPr lang="nl-NL" dirty="0" err="1"/>
              <a:t>spite</a:t>
            </a:r>
            <a:r>
              <a:rPr lang="nl-NL" dirty="0"/>
              <a:t> of</a:t>
            </a:r>
          </a:p>
          <a:p>
            <a:pPr marL="881063" lvl="1" indent="-514350">
              <a:buFont typeface="+mj-lt"/>
              <a:buAutoNum type="arabicPeriod"/>
            </a:pPr>
            <a:r>
              <a:rPr lang="nl-NL" dirty="0"/>
              <a:t>As, like</a:t>
            </a:r>
          </a:p>
          <a:p>
            <a:pPr marL="881063" lvl="1" indent="-514350">
              <a:buFont typeface="+mj-lt"/>
              <a:buAutoNum type="arabicPeriod"/>
            </a:pPr>
            <a:r>
              <a:rPr lang="nl-NL" dirty="0" err="1"/>
              <a:t>Who</a:t>
            </a:r>
            <a:r>
              <a:rPr lang="nl-NL" dirty="0"/>
              <a:t>, </a:t>
            </a:r>
            <a:r>
              <a:rPr lang="nl-NL" dirty="0" err="1"/>
              <a:t>which</a:t>
            </a:r>
            <a:r>
              <a:rPr lang="nl-NL" dirty="0"/>
              <a:t>, </a:t>
            </a:r>
            <a:r>
              <a:rPr lang="nl-NL" dirty="0" err="1"/>
              <a:t>that</a:t>
            </a:r>
            <a:endParaRPr lang="nl-NL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2142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Although</a:t>
            </a:r>
            <a:r>
              <a:rPr lang="nl-NL" dirty="0"/>
              <a:t> / </a:t>
            </a:r>
            <a:r>
              <a:rPr lang="nl-NL" dirty="0" err="1"/>
              <a:t>though</a:t>
            </a:r>
            <a:r>
              <a:rPr lang="nl-NL" dirty="0"/>
              <a:t> / even </a:t>
            </a:r>
            <a:r>
              <a:rPr lang="nl-NL" dirty="0" err="1"/>
              <a:t>though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/>
              <a:t>These </a:t>
            </a:r>
            <a:r>
              <a:rPr lang="nl-NL" dirty="0" err="1"/>
              <a:t>words</a:t>
            </a:r>
            <a:r>
              <a:rPr lang="nl-NL" dirty="0"/>
              <a:t> are </a:t>
            </a:r>
            <a:r>
              <a:rPr lang="nl-NL" dirty="0" err="1"/>
              <a:t>used</a:t>
            </a:r>
            <a:r>
              <a:rPr lang="nl-NL" dirty="0"/>
              <a:t> to </a:t>
            </a:r>
            <a:r>
              <a:rPr lang="nl-NL" dirty="0" err="1"/>
              <a:t>indicate</a:t>
            </a:r>
            <a:r>
              <a:rPr lang="nl-NL" dirty="0"/>
              <a:t> a </a:t>
            </a:r>
            <a:r>
              <a:rPr lang="nl-NL" u="sng" dirty="0" err="1"/>
              <a:t>contradiction</a:t>
            </a:r>
            <a:endParaRPr lang="nl-NL" u="sng" dirty="0"/>
          </a:p>
          <a:p>
            <a:pPr lvl="1"/>
            <a:r>
              <a:rPr lang="nl-NL" b="1" dirty="0" err="1"/>
              <a:t>Although</a:t>
            </a:r>
            <a:r>
              <a:rPr lang="nl-NL" b="1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rained</a:t>
            </a:r>
            <a:r>
              <a:rPr lang="nl-NL" dirty="0"/>
              <a:t> a lot, we </a:t>
            </a:r>
            <a:r>
              <a:rPr lang="nl-NL" dirty="0" err="1"/>
              <a:t>enjoyed</a:t>
            </a:r>
            <a:r>
              <a:rPr lang="nl-NL" dirty="0"/>
              <a:t> </a:t>
            </a:r>
            <a:r>
              <a:rPr lang="nl-NL" dirty="0" err="1"/>
              <a:t>our</a:t>
            </a:r>
            <a:r>
              <a:rPr lang="nl-NL" dirty="0"/>
              <a:t> </a:t>
            </a:r>
            <a:r>
              <a:rPr lang="nl-NL" dirty="0" err="1"/>
              <a:t>holiday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I </a:t>
            </a:r>
            <a:r>
              <a:rPr lang="nl-NL" dirty="0" err="1"/>
              <a:t>didn’t</a:t>
            </a:r>
            <a:r>
              <a:rPr lang="nl-NL" dirty="0"/>
              <a:t> </a:t>
            </a:r>
            <a:r>
              <a:rPr lang="nl-NL" dirty="0" err="1"/>
              <a:t>get</a:t>
            </a:r>
            <a:r>
              <a:rPr lang="nl-NL" dirty="0"/>
              <a:t> the </a:t>
            </a:r>
            <a:r>
              <a:rPr lang="nl-NL" dirty="0" err="1"/>
              <a:t>the</a:t>
            </a:r>
            <a:r>
              <a:rPr lang="nl-NL" dirty="0"/>
              <a:t> job</a:t>
            </a:r>
            <a:r>
              <a:rPr lang="nl-NL" b="1" dirty="0"/>
              <a:t>, </a:t>
            </a:r>
            <a:r>
              <a:rPr lang="nl-NL" b="1" dirty="0" err="1"/>
              <a:t>although</a:t>
            </a:r>
            <a:r>
              <a:rPr lang="nl-NL" b="1" dirty="0"/>
              <a:t> </a:t>
            </a:r>
            <a:r>
              <a:rPr lang="nl-NL" dirty="0"/>
              <a:t>I was </a:t>
            </a:r>
            <a:r>
              <a:rPr lang="nl-NL" dirty="0" err="1"/>
              <a:t>qualified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 err="1"/>
              <a:t>Instead</a:t>
            </a:r>
            <a:r>
              <a:rPr lang="nl-NL" dirty="0"/>
              <a:t> of </a:t>
            </a:r>
            <a:r>
              <a:rPr lang="nl-NL" b="1" dirty="0" err="1"/>
              <a:t>although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b="1" dirty="0" err="1"/>
              <a:t>though</a:t>
            </a:r>
            <a:r>
              <a:rPr lang="nl-NL" b="1" dirty="0"/>
              <a:t>.</a:t>
            </a:r>
          </a:p>
          <a:p>
            <a:endParaRPr lang="nl-NL" b="1" dirty="0"/>
          </a:p>
          <a:p>
            <a:r>
              <a:rPr lang="nl-NL" b="1" dirty="0"/>
              <a:t>Even </a:t>
            </a:r>
            <a:r>
              <a:rPr lang="nl-NL" b="1" dirty="0" err="1"/>
              <a:t>though</a:t>
            </a:r>
            <a:r>
              <a:rPr lang="nl-NL" dirty="0"/>
              <a:t> is a </a:t>
            </a:r>
            <a:r>
              <a:rPr lang="nl-NL" dirty="0" err="1"/>
              <a:t>stronger</a:t>
            </a:r>
            <a:r>
              <a:rPr lang="nl-NL" dirty="0"/>
              <a:t> </a:t>
            </a:r>
            <a:r>
              <a:rPr lang="nl-NL" dirty="0" err="1"/>
              <a:t>version</a:t>
            </a:r>
            <a:r>
              <a:rPr lang="nl-NL" dirty="0"/>
              <a:t>, but </a:t>
            </a:r>
            <a:r>
              <a:rPr lang="nl-NL" dirty="0" err="1"/>
              <a:t>works</a:t>
            </a:r>
            <a:r>
              <a:rPr lang="nl-NL" dirty="0"/>
              <a:t> the </a:t>
            </a:r>
            <a:r>
              <a:rPr lang="nl-NL" dirty="0" err="1"/>
              <a:t>same</a:t>
            </a:r>
            <a:endParaRPr lang="nl-NL" dirty="0"/>
          </a:p>
          <a:p>
            <a:pPr lvl="1"/>
            <a:r>
              <a:rPr lang="nl-NL" b="1" dirty="0"/>
              <a:t>Even </a:t>
            </a:r>
            <a:r>
              <a:rPr lang="nl-NL" b="1" dirty="0" err="1"/>
              <a:t>though</a:t>
            </a:r>
            <a:r>
              <a:rPr lang="nl-NL" b="1" dirty="0"/>
              <a:t> </a:t>
            </a:r>
            <a:r>
              <a:rPr lang="nl-NL" dirty="0"/>
              <a:t>I was </a:t>
            </a:r>
            <a:r>
              <a:rPr lang="nl-NL" dirty="0" err="1"/>
              <a:t>really</a:t>
            </a:r>
            <a:r>
              <a:rPr lang="nl-NL" dirty="0"/>
              <a:t> </a:t>
            </a:r>
            <a:r>
              <a:rPr lang="nl-NL" dirty="0" err="1"/>
              <a:t>tired</a:t>
            </a:r>
            <a:r>
              <a:rPr lang="nl-NL" dirty="0"/>
              <a:t>, I </a:t>
            </a:r>
            <a:r>
              <a:rPr lang="nl-NL" dirty="0" err="1"/>
              <a:t>couldn’t</a:t>
            </a:r>
            <a:r>
              <a:rPr lang="nl-NL" dirty="0"/>
              <a:t> sleep.</a:t>
            </a:r>
            <a:endParaRPr lang="nl-NL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Despite</a:t>
            </a:r>
            <a:r>
              <a:rPr lang="nl-NL" dirty="0"/>
              <a:t> / in </a:t>
            </a:r>
            <a:r>
              <a:rPr lang="nl-NL" dirty="0" err="1"/>
              <a:t>spite</a:t>
            </a:r>
            <a:r>
              <a:rPr lang="nl-NL" dirty="0"/>
              <a:t> of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These </a:t>
            </a:r>
            <a:r>
              <a:rPr lang="nl-NL" dirty="0" err="1"/>
              <a:t>expressions</a:t>
            </a:r>
            <a:r>
              <a:rPr lang="nl-NL" dirty="0"/>
              <a:t>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indicate</a:t>
            </a:r>
            <a:r>
              <a:rPr lang="nl-NL" dirty="0"/>
              <a:t> a </a:t>
            </a:r>
            <a:r>
              <a:rPr lang="nl-NL" u="sng" dirty="0" err="1"/>
              <a:t>contradiction</a:t>
            </a:r>
            <a:endParaRPr lang="nl-NL" u="sng" dirty="0"/>
          </a:p>
          <a:p>
            <a:pPr lvl="1"/>
            <a:r>
              <a:rPr lang="nl-NL" b="1" dirty="0" err="1"/>
              <a:t>Despite</a:t>
            </a:r>
            <a:r>
              <a:rPr lang="nl-NL" b="1" dirty="0"/>
              <a:t> </a:t>
            </a:r>
            <a:r>
              <a:rPr lang="nl-NL" dirty="0"/>
              <a:t>the </a:t>
            </a:r>
            <a:r>
              <a:rPr lang="nl-NL" dirty="0" err="1"/>
              <a:t>rain</a:t>
            </a:r>
            <a:r>
              <a:rPr lang="nl-NL" dirty="0"/>
              <a:t>, we </a:t>
            </a:r>
            <a:r>
              <a:rPr lang="nl-NL" dirty="0" err="1"/>
              <a:t>enjoyed</a:t>
            </a:r>
            <a:r>
              <a:rPr lang="nl-NL" dirty="0"/>
              <a:t> </a:t>
            </a:r>
            <a:r>
              <a:rPr lang="nl-NL" dirty="0" err="1"/>
              <a:t>our</a:t>
            </a:r>
            <a:r>
              <a:rPr lang="nl-NL" dirty="0"/>
              <a:t> </a:t>
            </a:r>
            <a:r>
              <a:rPr lang="nl-NL" dirty="0" err="1"/>
              <a:t>holiday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I </a:t>
            </a:r>
            <a:r>
              <a:rPr lang="nl-NL" dirty="0" err="1"/>
              <a:t>didn’t</a:t>
            </a:r>
            <a:r>
              <a:rPr lang="nl-NL" dirty="0"/>
              <a:t> get the job, </a:t>
            </a:r>
            <a:r>
              <a:rPr lang="nl-NL" b="1" dirty="0"/>
              <a:t>in </a:t>
            </a:r>
            <a:r>
              <a:rPr lang="nl-NL" b="1" dirty="0" err="1"/>
              <a:t>spite</a:t>
            </a:r>
            <a:r>
              <a:rPr lang="nl-NL" b="1" dirty="0"/>
              <a:t> of</a:t>
            </a:r>
            <a:r>
              <a:rPr lang="nl-NL" dirty="0"/>
              <a:t> </a:t>
            </a:r>
            <a:r>
              <a:rPr lang="nl-NL" dirty="0" err="1"/>
              <a:t>my</a:t>
            </a:r>
            <a:r>
              <a:rPr lang="nl-NL" dirty="0"/>
              <a:t> </a:t>
            </a:r>
            <a:r>
              <a:rPr lang="nl-NL" dirty="0" err="1"/>
              <a:t>qualifications</a:t>
            </a:r>
            <a:r>
              <a:rPr lang="nl-NL" dirty="0"/>
              <a:t>.</a:t>
            </a:r>
          </a:p>
          <a:p>
            <a:pPr marL="366713" lvl="1" indent="0">
              <a:buNone/>
            </a:pPr>
            <a:endParaRPr lang="nl-NL" dirty="0"/>
          </a:p>
          <a:p>
            <a:r>
              <a:rPr lang="nl-NL" b="1" dirty="0" err="1"/>
              <a:t>Despite</a:t>
            </a:r>
            <a:r>
              <a:rPr lang="nl-NL" dirty="0"/>
              <a:t> and </a:t>
            </a:r>
            <a:r>
              <a:rPr lang="nl-NL" b="1" dirty="0"/>
              <a:t>in </a:t>
            </a:r>
            <a:r>
              <a:rPr lang="nl-NL" b="1" dirty="0" err="1"/>
              <a:t>spite</a:t>
            </a:r>
            <a:r>
              <a:rPr lang="nl-NL" b="1" dirty="0"/>
              <a:t> of</a:t>
            </a:r>
            <a:r>
              <a:rPr lang="nl-NL" dirty="0"/>
              <a:t> are </a:t>
            </a:r>
            <a:r>
              <a:rPr lang="nl-NL" dirty="0" err="1"/>
              <a:t>used</a:t>
            </a:r>
            <a:r>
              <a:rPr lang="nl-NL" dirty="0"/>
              <a:t> the </a:t>
            </a:r>
            <a:r>
              <a:rPr lang="nl-NL" dirty="0" err="1"/>
              <a:t>same</a:t>
            </a:r>
            <a:r>
              <a:rPr lang="nl-NL" dirty="0"/>
              <a:t>. </a:t>
            </a:r>
            <a:r>
              <a:rPr lang="nl-NL" dirty="0" err="1"/>
              <a:t>There</a:t>
            </a:r>
            <a:r>
              <a:rPr lang="nl-NL" dirty="0"/>
              <a:t> is </a:t>
            </a:r>
            <a:r>
              <a:rPr lang="nl-NL" dirty="0" err="1"/>
              <a:t>no</a:t>
            </a:r>
            <a:r>
              <a:rPr lang="nl-NL" dirty="0"/>
              <a:t> </a:t>
            </a:r>
            <a:r>
              <a:rPr lang="nl-NL" dirty="0" err="1"/>
              <a:t>difference</a:t>
            </a:r>
            <a:r>
              <a:rPr lang="nl-NL" dirty="0"/>
              <a:t> in </a:t>
            </a:r>
            <a:r>
              <a:rPr lang="nl-NL" dirty="0" err="1"/>
              <a:t>meaning</a:t>
            </a:r>
            <a:endParaRPr lang="nl-NL" dirty="0"/>
          </a:p>
          <a:p>
            <a:pPr lvl="1"/>
            <a:r>
              <a:rPr lang="nl-NL" b="1" dirty="0" err="1"/>
              <a:t>Despite</a:t>
            </a:r>
            <a:r>
              <a:rPr lang="nl-NL" b="1" dirty="0"/>
              <a:t> </a:t>
            </a:r>
            <a:r>
              <a:rPr lang="nl-NL" dirty="0" err="1"/>
              <a:t>being</a:t>
            </a:r>
            <a:r>
              <a:rPr lang="nl-NL" dirty="0"/>
              <a:t> </a:t>
            </a:r>
            <a:r>
              <a:rPr lang="nl-NL" dirty="0" err="1"/>
              <a:t>very</a:t>
            </a:r>
            <a:r>
              <a:rPr lang="nl-NL" dirty="0"/>
              <a:t> </a:t>
            </a:r>
            <a:r>
              <a:rPr lang="nl-NL" dirty="0" err="1"/>
              <a:t>tired</a:t>
            </a:r>
            <a:r>
              <a:rPr lang="nl-NL" dirty="0"/>
              <a:t>, I </a:t>
            </a:r>
            <a:r>
              <a:rPr lang="nl-NL" dirty="0" err="1"/>
              <a:t>couldn’t</a:t>
            </a:r>
            <a:r>
              <a:rPr lang="nl-NL" dirty="0"/>
              <a:t> sleep.</a:t>
            </a:r>
          </a:p>
          <a:p>
            <a:pPr lvl="1"/>
            <a:r>
              <a:rPr lang="nl-NL" b="1" dirty="0"/>
              <a:t>In </a:t>
            </a:r>
            <a:r>
              <a:rPr lang="nl-NL" b="1" dirty="0" err="1"/>
              <a:t>spite</a:t>
            </a:r>
            <a:r>
              <a:rPr lang="nl-NL" b="1" dirty="0"/>
              <a:t> of</a:t>
            </a:r>
            <a:r>
              <a:rPr lang="nl-NL" dirty="0"/>
              <a:t> </a:t>
            </a:r>
            <a:r>
              <a:rPr lang="nl-NL" dirty="0" err="1"/>
              <a:t>being</a:t>
            </a:r>
            <a:r>
              <a:rPr lang="nl-NL" dirty="0"/>
              <a:t> </a:t>
            </a:r>
            <a:r>
              <a:rPr lang="nl-NL" dirty="0" err="1"/>
              <a:t>very</a:t>
            </a:r>
            <a:r>
              <a:rPr lang="nl-NL" dirty="0"/>
              <a:t> </a:t>
            </a:r>
            <a:r>
              <a:rPr lang="nl-NL" dirty="0" err="1"/>
              <a:t>tired</a:t>
            </a:r>
            <a:r>
              <a:rPr lang="nl-NL" dirty="0"/>
              <a:t>, I </a:t>
            </a:r>
            <a:r>
              <a:rPr lang="nl-NL" dirty="0" err="1"/>
              <a:t>couldn’t</a:t>
            </a:r>
            <a:r>
              <a:rPr lang="nl-NL" dirty="0"/>
              <a:t> sleep.</a:t>
            </a:r>
            <a:endParaRPr lang="nl-NL" b="1" dirty="0"/>
          </a:p>
          <a:p>
            <a:pPr lvl="1"/>
            <a:endParaRPr lang="nl-NL" b="1" dirty="0"/>
          </a:p>
          <a:p>
            <a:pPr lvl="1"/>
            <a:endParaRPr lang="nl-NL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The </a:t>
            </a:r>
            <a:r>
              <a:rPr lang="nl-NL" dirty="0" err="1"/>
              <a:t>difference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although</a:t>
            </a:r>
            <a:r>
              <a:rPr lang="nl-NL" dirty="0"/>
              <a:t> and </a:t>
            </a:r>
            <a:r>
              <a:rPr lang="nl-NL" dirty="0" err="1"/>
              <a:t>despite</a:t>
            </a:r>
            <a:endParaRPr lang="nl-NL" dirty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628800"/>
            <a:ext cx="8766048" cy="4495800"/>
          </a:xfrm>
        </p:spPr>
        <p:txBody>
          <a:bodyPr/>
          <a:lstStyle/>
          <a:p>
            <a:r>
              <a:rPr lang="nl-NL" dirty="0" err="1"/>
              <a:t>They</a:t>
            </a:r>
            <a:r>
              <a:rPr lang="nl-NL" dirty="0"/>
              <a:t> have the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meaning</a:t>
            </a:r>
            <a:r>
              <a:rPr lang="nl-NL" dirty="0"/>
              <a:t>, </a:t>
            </a:r>
            <a:r>
              <a:rPr lang="nl-NL" dirty="0" err="1"/>
              <a:t>but</a:t>
            </a:r>
            <a:r>
              <a:rPr lang="nl-NL" dirty="0"/>
              <a:t> </a:t>
            </a:r>
            <a:r>
              <a:rPr lang="nl-NL" dirty="0">
                <a:solidFill>
                  <a:srgbClr val="7030A0"/>
                </a:solidFill>
              </a:rPr>
              <a:t>are different </a:t>
            </a:r>
            <a:r>
              <a:rPr lang="nl-NL" dirty="0" err="1">
                <a:solidFill>
                  <a:srgbClr val="7030A0"/>
                </a:solidFill>
              </a:rPr>
              <a:t>grammatically</a:t>
            </a:r>
            <a:endParaRPr lang="nl-NL" dirty="0">
              <a:solidFill>
                <a:srgbClr val="7030A0"/>
              </a:solidFill>
            </a:endParaRPr>
          </a:p>
          <a:p>
            <a:r>
              <a:rPr lang="nl-NL" i="1" dirty="0" err="1">
                <a:solidFill>
                  <a:srgbClr val="C00000"/>
                </a:solidFill>
              </a:rPr>
              <a:t>Although</a:t>
            </a:r>
            <a:r>
              <a:rPr lang="nl-NL" dirty="0"/>
              <a:t> is </a:t>
            </a:r>
            <a:r>
              <a:rPr lang="nl-NL" dirty="0" err="1"/>
              <a:t>followed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u="sng" dirty="0"/>
              <a:t>a short </a:t>
            </a:r>
            <a:r>
              <a:rPr lang="nl-NL" u="sng" dirty="0" err="1"/>
              <a:t>sentence</a:t>
            </a:r>
            <a:r>
              <a:rPr lang="nl-NL" u="sng" dirty="0"/>
              <a:t> </a:t>
            </a:r>
            <a:r>
              <a:rPr lang="nl-NL" u="sng" dirty="0" err="1"/>
              <a:t>with</a:t>
            </a:r>
            <a:r>
              <a:rPr lang="nl-NL" u="sng" dirty="0"/>
              <a:t> a </a:t>
            </a:r>
            <a:r>
              <a:rPr lang="nl-NL" u="sng" dirty="0" err="1"/>
              <a:t>verb</a:t>
            </a:r>
            <a:r>
              <a:rPr lang="nl-NL" dirty="0"/>
              <a:t> in </a:t>
            </a:r>
            <a:r>
              <a:rPr lang="nl-NL" dirty="0" err="1"/>
              <a:t>it</a:t>
            </a:r>
            <a:endParaRPr lang="nl-NL" dirty="0"/>
          </a:p>
          <a:p>
            <a:pPr lvl="1"/>
            <a:r>
              <a:rPr lang="nl-NL" dirty="0" err="1"/>
              <a:t>Although</a:t>
            </a:r>
            <a:r>
              <a:rPr lang="nl-NL" dirty="0"/>
              <a:t> </a:t>
            </a:r>
            <a:r>
              <a:rPr lang="nl-NL" b="1" dirty="0" err="1"/>
              <a:t>it</a:t>
            </a:r>
            <a:r>
              <a:rPr lang="nl-NL" b="1" dirty="0"/>
              <a:t> </a:t>
            </a:r>
            <a:r>
              <a:rPr lang="nl-NL" b="1" dirty="0" err="1"/>
              <a:t>rained</a:t>
            </a:r>
            <a:r>
              <a:rPr lang="nl-NL" dirty="0"/>
              <a:t> a lot, we </a:t>
            </a:r>
            <a:r>
              <a:rPr lang="nl-NL" dirty="0" err="1"/>
              <a:t>enjoyed</a:t>
            </a:r>
            <a:r>
              <a:rPr lang="nl-NL" dirty="0"/>
              <a:t> </a:t>
            </a:r>
            <a:r>
              <a:rPr lang="nl-NL" dirty="0" err="1"/>
              <a:t>our</a:t>
            </a:r>
            <a:r>
              <a:rPr lang="nl-NL" dirty="0"/>
              <a:t> </a:t>
            </a:r>
            <a:r>
              <a:rPr lang="nl-NL" dirty="0" err="1"/>
              <a:t>holiday</a:t>
            </a:r>
            <a:r>
              <a:rPr lang="nl-NL" dirty="0"/>
              <a:t>.</a:t>
            </a:r>
          </a:p>
          <a:p>
            <a:r>
              <a:rPr lang="nl-NL" i="1" dirty="0" err="1">
                <a:solidFill>
                  <a:srgbClr val="C00000"/>
                </a:solidFill>
              </a:rPr>
              <a:t>Despite</a:t>
            </a:r>
            <a:r>
              <a:rPr lang="nl-NL" dirty="0"/>
              <a:t> is </a:t>
            </a:r>
            <a:r>
              <a:rPr lang="nl-NL" dirty="0" err="1"/>
              <a:t>followed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u="sng" dirty="0"/>
              <a:t>a </a:t>
            </a:r>
            <a:r>
              <a:rPr lang="nl-NL" u="sng" dirty="0" err="1"/>
              <a:t>phrase</a:t>
            </a:r>
            <a:r>
              <a:rPr lang="nl-NL" u="sng" dirty="0"/>
              <a:t> without a </a:t>
            </a:r>
            <a:r>
              <a:rPr lang="nl-NL" u="sng" dirty="0" err="1"/>
              <a:t>verb</a:t>
            </a:r>
            <a:endParaRPr lang="nl-NL" u="sng" dirty="0"/>
          </a:p>
          <a:p>
            <a:pPr lvl="1"/>
            <a:r>
              <a:rPr lang="nl-NL" dirty="0" err="1"/>
              <a:t>Despite</a:t>
            </a:r>
            <a:r>
              <a:rPr lang="nl-NL" dirty="0"/>
              <a:t> </a:t>
            </a:r>
            <a:r>
              <a:rPr lang="nl-NL" b="1" dirty="0"/>
              <a:t>the </a:t>
            </a:r>
            <a:r>
              <a:rPr lang="nl-NL" b="1" dirty="0" err="1"/>
              <a:t>rain</a:t>
            </a:r>
            <a:r>
              <a:rPr lang="nl-NL" dirty="0"/>
              <a:t>, we </a:t>
            </a:r>
            <a:r>
              <a:rPr lang="nl-NL" dirty="0" err="1"/>
              <a:t>enjoyed</a:t>
            </a:r>
            <a:r>
              <a:rPr lang="nl-NL" dirty="0"/>
              <a:t> </a:t>
            </a:r>
            <a:r>
              <a:rPr lang="nl-NL" dirty="0" err="1"/>
              <a:t>our</a:t>
            </a:r>
            <a:r>
              <a:rPr lang="nl-NL" dirty="0"/>
              <a:t> </a:t>
            </a:r>
            <a:r>
              <a:rPr lang="nl-NL" dirty="0" err="1"/>
              <a:t>holiday</a:t>
            </a:r>
            <a:r>
              <a:rPr lang="nl-NL" dirty="0"/>
              <a:t>.</a:t>
            </a:r>
          </a:p>
          <a:p>
            <a:r>
              <a:rPr lang="nl-NL" dirty="0" err="1"/>
              <a:t>There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–</a:t>
            </a:r>
            <a:r>
              <a:rPr lang="nl-NL" dirty="0" err="1"/>
              <a:t>ing</a:t>
            </a:r>
            <a:r>
              <a:rPr lang="nl-NL" dirty="0"/>
              <a:t> </a:t>
            </a:r>
            <a:r>
              <a:rPr lang="nl-NL" dirty="0" err="1"/>
              <a:t>form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looks</a:t>
            </a:r>
            <a:r>
              <a:rPr lang="nl-NL" dirty="0"/>
              <a:t> </a:t>
            </a:r>
            <a:r>
              <a:rPr lang="nl-NL" dirty="0" err="1"/>
              <a:t>like</a:t>
            </a:r>
            <a:r>
              <a:rPr lang="nl-NL" dirty="0"/>
              <a:t> a </a:t>
            </a:r>
            <a:r>
              <a:rPr lang="nl-NL" dirty="0" err="1"/>
              <a:t>verb</a:t>
            </a:r>
            <a:r>
              <a:rPr lang="nl-NL" dirty="0"/>
              <a:t>, </a:t>
            </a:r>
            <a:r>
              <a:rPr lang="nl-NL" dirty="0" err="1"/>
              <a:t>but</a:t>
            </a:r>
            <a:r>
              <a:rPr lang="nl-NL" dirty="0"/>
              <a:t> </a:t>
            </a:r>
            <a:r>
              <a:rPr lang="nl-NL" dirty="0" err="1"/>
              <a:t>isn’t</a:t>
            </a:r>
            <a:endParaRPr lang="nl-NL" dirty="0"/>
          </a:p>
          <a:p>
            <a:pPr lvl="1"/>
            <a:r>
              <a:rPr lang="nl-NL" dirty="0" err="1"/>
              <a:t>Despite</a:t>
            </a:r>
            <a:r>
              <a:rPr lang="nl-NL" dirty="0"/>
              <a:t> </a:t>
            </a:r>
            <a:r>
              <a:rPr lang="nl-NL" b="1" dirty="0" err="1"/>
              <a:t>being</a:t>
            </a:r>
            <a:r>
              <a:rPr lang="nl-NL" b="1" dirty="0"/>
              <a:t> </a:t>
            </a:r>
            <a:r>
              <a:rPr lang="nl-NL" dirty="0" err="1"/>
              <a:t>very</a:t>
            </a:r>
            <a:r>
              <a:rPr lang="nl-NL" dirty="0"/>
              <a:t> </a:t>
            </a:r>
            <a:r>
              <a:rPr lang="nl-NL" dirty="0" err="1"/>
              <a:t>tired</a:t>
            </a:r>
            <a:r>
              <a:rPr lang="nl-NL" dirty="0"/>
              <a:t>, I </a:t>
            </a:r>
            <a:r>
              <a:rPr lang="nl-NL" dirty="0" err="1"/>
              <a:t>couldn’t</a:t>
            </a:r>
            <a:r>
              <a:rPr lang="nl-NL" dirty="0"/>
              <a:t> sleep.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Compare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nl-NL" dirty="0" err="1"/>
              <a:t>Although</a:t>
            </a:r>
            <a:r>
              <a:rPr lang="nl-NL" dirty="0"/>
              <a:t> </a:t>
            </a:r>
            <a:r>
              <a:rPr lang="nl-NL" b="1" dirty="0" err="1"/>
              <a:t>he</a:t>
            </a:r>
            <a:r>
              <a:rPr lang="nl-NL" b="1" dirty="0"/>
              <a:t> </a:t>
            </a:r>
            <a:r>
              <a:rPr lang="nl-NL" b="1" dirty="0" err="1"/>
              <a:t>liked</a:t>
            </a:r>
            <a:r>
              <a:rPr lang="nl-NL" b="1" dirty="0"/>
              <a:t> </a:t>
            </a:r>
            <a:r>
              <a:rPr lang="nl-NL" dirty="0"/>
              <a:t>pizza, </a:t>
            </a:r>
            <a:r>
              <a:rPr lang="nl-NL" dirty="0" err="1"/>
              <a:t>he</a:t>
            </a:r>
            <a:r>
              <a:rPr lang="nl-NL" dirty="0"/>
              <a:t> </a:t>
            </a:r>
            <a:r>
              <a:rPr lang="nl-NL" dirty="0" err="1"/>
              <a:t>never</a:t>
            </a:r>
            <a:r>
              <a:rPr lang="nl-NL" dirty="0"/>
              <a:t> </a:t>
            </a:r>
            <a:r>
              <a:rPr lang="nl-NL" dirty="0" err="1"/>
              <a:t>ate</a:t>
            </a:r>
            <a:r>
              <a:rPr lang="nl-NL" dirty="0"/>
              <a:t> it.</a:t>
            </a:r>
          </a:p>
          <a:p>
            <a:pPr lvl="1"/>
            <a:r>
              <a:rPr lang="nl-NL" dirty="0" err="1"/>
              <a:t>Despite</a:t>
            </a:r>
            <a:r>
              <a:rPr lang="nl-NL" dirty="0"/>
              <a:t> </a:t>
            </a:r>
            <a:r>
              <a:rPr lang="nl-NL" b="1" dirty="0" err="1"/>
              <a:t>liking</a:t>
            </a:r>
            <a:r>
              <a:rPr lang="nl-NL" dirty="0"/>
              <a:t> pizza, he never </a:t>
            </a:r>
            <a:r>
              <a:rPr lang="nl-NL" dirty="0" err="1"/>
              <a:t>ate</a:t>
            </a:r>
            <a:r>
              <a:rPr lang="nl-NL" dirty="0"/>
              <a:t> it.</a:t>
            </a:r>
          </a:p>
          <a:p>
            <a:pPr lvl="1"/>
            <a:r>
              <a:rPr lang="nl-NL" strike="sngStrike" dirty="0" err="1"/>
              <a:t>Although</a:t>
            </a:r>
            <a:r>
              <a:rPr lang="nl-NL" strike="sngStrike" dirty="0"/>
              <a:t> </a:t>
            </a:r>
            <a:r>
              <a:rPr lang="nl-NL" strike="sngStrike" dirty="0" err="1"/>
              <a:t>liking</a:t>
            </a:r>
            <a:r>
              <a:rPr lang="nl-NL" strike="sngStrike" dirty="0"/>
              <a:t> pizza, he never </a:t>
            </a:r>
            <a:r>
              <a:rPr lang="nl-NL" strike="sngStrike" dirty="0" err="1"/>
              <a:t>ate</a:t>
            </a:r>
            <a:r>
              <a:rPr lang="nl-NL" strike="sngStrike" dirty="0"/>
              <a:t> it.</a:t>
            </a:r>
          </a:p>
          <a:p>
            <a:pPr lvl="1"/>
            <a:r>
              <a:rPr lang="nl-NL" strike="sngStrike" dirty="0" err="1"/>
              <a:t>Despite</a:t>
            </a:r>
            <a:r>
              <a:rPr lang="nl-NL" strike="sngStrike" dirty="0"/>
              <a:t> he </a:t>
            </a:r>
            <a:r>
              <a:rPr lang="nl-NL" strike="sngStrike" dirty="0" err="1"/>
              <a:t>liked</a:t>
            </a:r>
            <a:r>
              <a:rPr lang="nl-NL" strike="sngStrike" dirty="0"/>
              <a:t> pizza, he never </a:t>
            </a:r>
            <a:r>
              <a:rPr lang="nl-NL" strike="sngStrike" dirty="0" err="1"/>
              <a:t>ate</a:t>
            </a:r>
            <a:r>
              <a:rPr lang="nl-NL" strike="sngStrike" dirty="0"/>
              <a:t> it.</a:t>
            </a:r>
          </a:p>
          <a:p>
            <a:pPr marL="366713" lvl="1" indent="0">
              <a:buNone/>
            </a:pPr>
            <a:endParaRPr lang="nl-NL" strike="sngStrike" dirty="0"/>
          </a:p>
          <a:p>
            <a:pPr lvl="1"/>
            <a:r>
              <a:rPr lang="nl-NL" dirty="0"/>
              <a:t>Even </a:t>
            </a:r>
            <a:r>
              <a:rPr lang="nl-NL" dirty="0" err="1"/>
              <a:t>though</a:t>
            </a:r>
            <a:r>
              <a:rPr lang="nl-NL" dirty="0"/>
              <a:t> </a:t>
            </a:r>
            <a:r>
              <a:rPr lang="nl-NL" b="1" dirty="0" err="1"/>
              <a:t>it</a:t>
            </a:r>
            <a:r>
              <a:rPr lang="nl-NL" b="1" dirty="0"/>
              <a:t> was hot</a:t>
            </a:r>
            <a:r>
              <a:rPr lang="nl-NL" dirty="0"/>
              <a:t>, </a:t>
            </a:r>
            <a:r>
              <a:rPr lang="nl-NL" dirty="0" err="1"/>
              <a:t>she</a:t>
            </a:r>
            <a:r>
              <a:rPr lang="nl-NL" dirty="0"/>
              <a:t> </a:t>
            </a:r>
            <a:r>
              <a:rPr lang="nl-NL" dirty="0" err="1"/>
              <a:t>wore</a:t>
            </a:r>
            <a:r>
              <a:rPr lang="nl-NL" dirty="0"/>
              <a:t> a coat.</a:t>
            </a:r>
          </a:p>
          <a:p>
            <a:pPr lvl="1"/>
            <a:r>
              <a:rPr lang="nl-NL" dirty="0"/>
              <a:t>In </a:t>
            </a:r>
            <a:r>
              <a:rPr lang="nl-NL" dirty="0" err="1"/>
              <a:t>spite</a:t>
            </a:r>
            <a:r>
              <a:rPr lang="nl-NL" dirty="0"/>
              <a:t> of </a:t>
            </a:r>
            <a:r>
              <a:rPr lang="nl-NL" b="1" dirty="0"/>
              <a:t>the heat</a:t>
            </a:r>
            <a:r>
              <a:rPr lang="nl-NL" dirty="0"/>
              <a:t>, </a:t>
            </a:r>
            <a:r>
              <a:rPr lang="nl-NL" dirty="0" err="1"/>
              <a:t>she</a:t>
            </a:r>
            <a:r>
              <a:rPr lang="nl-NL" dirty="0"/>
              <a:t> </a:t>
            </a:r>
            <a:r>
              <a:rPr lang="nl-NL" dirty="0" err="1"/>
              <a:t>wore</a:t>
            </a:r>
            <a:r>
              <a:rPr lang="nl-NL" dirty="0"/>
              <a:t> a coat.</a:t>
            </a:r>
          </a:p>
          <a:p>
            <a:pPr lvl="1"/>
            <a:r>
              <a:rPr lang="nl-NL" strike="sngStrike" dirty="0"/>
              <a:t>Even </a:t>
            </a:r>
            <a:r>
              <a:rPr lang="nl-NL" strike="sngStrike" dirty="0" err="1"/>
              <a:t>though</a:t>
            </a:r>
            <a:r>
              <a:rPr lang="nl-NL" strike="sngStrike" dirty="0"/>
              <a:t> the heat, </a:t>
            </a:r>
            <a:r>
              <a:rPr lang="nl-NL" strike="sngStrike" dirty="0" err="1"/>
              <a:t>she</a:t>
            </a:r>
            <a:r>
              <a:rPr lang="nl-NL" strike="sngStrike" dirty="0"/>
              <a:t> </a:t>
            </a:r>
            <a:r>
              <a:rPr lang="nl-NL" strike="sngStrike" dirty="0" err="1"/>
              <a:t>wore</a:t>
            </a:r>
            <a:r>
              <a:rPr lang="nl-NL" strike="sngStrike" dirty="0"/>
              <a:t> a coat.</a:t>
            </a:r>
          </a:p>
          <a:p>
            <a:pPr lvl="1"/>
            <a:r>
              <a:rPr lang="nl-NL" strike="sngStrike" dirty="0"/>
              <a:t>In </a:t>
            </a:r>
            <a:r>
              <a:rPr lang="nl-NL" strike="sngStrike" dirty="0" err="1"/>
              <a:t>spite</a:t>
            </a:r>
            <a:r>
              <a:rPr lang="nl-NL" strike="sngStrike" dirty="0"/>
              <a:t> of </a:t>
            </a:r>
            <a:r>
              <a:rPr lang="nl-NL" strike="sngStrike" dirty="0" err="1"/>
              <a:t>it</a:t>
            </a:r>
            <a:r>
              <a:rPr lang="nl-NL" strike="sngStrike" dirty="0"/>
              <a:t> was hot, </a:t>
            </a:r>
            <a:r>
              <a:rPr lang="nl-NL" strike="sngStrike" dirty="0" err="1"/>
              <a:t>she</a:t>
            </a:r>
            <a:r>
              <a:rPr lang="nl-NL" strike="sngStrike" dirty="0"/>
              <a:t> </a:t>
            </a:r>
            <a:r>
              <a:rPr lang="nl-NL" strike="sngStrike" dirty="0" err="1"/>
              <a:t>wore</a:t>
            </a:r>
            <a:r>
              <a:rPr lang="nl-NL" strike="sngStrike" dirty="0"/>
              <a:t> a coat.</a:t>
            </a:r>
          </a:p>
          <a:p>
            <a:pPr lvl="1"/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As </a:t>
            </a:r>
            <a:r>
              <a:rPr lang="nl-NL" dirty="0" err="1"/>
              <a:t>or</a:t>
            </a:r>
            <a:r>
              <a:rPr lang="nl-NL" dirty="0"/>
              <a:t> </a:t>
            </a:r>
            <a:r>
              <a:rPr lang="nl-NL" dirty="0" err="1"/>
              <a:t>like</a:t>
            </a:r>
            <a:r>
              <a:rPr lang="nl-NL" dirty="0"/>
              <a:t>?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b="1" dirty="0" err="1"/>
              <a:t>Like</a:t>
            </a:r>
            <a:r>
              <a:rPr lang="nl-NL" dirty="0"/>
              <a:t> </a:t>
            </a:r>
            <a:r>
              <a:rPr lang="nl-NL" dirty="0" err="1"/>
              <a:t>means</a:t>
            </a:r>
            <a:r>
              <a:rPr lang="nl-NL" dirty="0"/>
              <a:t> ´</a:t>
            </a:r>
            <a:r>
              <a:rPr lang="nl-NL" dirty="0" err="1"/>
              <a:t>similar</a:t>
            </a:r>
            <a:r>
              <a:rPr lang="nl-NL" dirty="0"/>
              <a:t> to´ </a:t>
            </a:r>
            <a:r>
              <a:rPr lang="nl-NL" dirty="0" err="1"/>
              <a:t>or</a:t>
            </a:r>
            <a:r>
              <a:rPr lang="nl-NL" dirty="0"/>
              <a:t> ´the </a:t>
            </a:r>
            <a:r>
              <a:rPr lang="nl-NL" dirty="0" err="1"/>
              <a:t>same</a:t>
            </a:r>
            <a:r>
              <a:rPr lang="nl-NL" dirty="0"/>
              <a:t> as´</a:t>
            </a:r>
          </a:p>
          <a:p>
            <a:pPr lvl="1"/>
            <a:r>
              <a:rPr lang="nl-NL" dirty="0" err="1"/>
              <a:t>That</a:t>
            </a:r>
            <a:r>
              <a:rPr lang="nl-NL" dirty="0"/>
              <a:t> house is </a:t>
            </a:r>
            <a:r>
              <a:rPr lang="nl-NL" b="1" dirty="0" err="1"/>
              <a:t>like</a:t>
            </a:r>
            <a:r>
              <a:rPr lang="nl-NL" dirty="0"/>
              <a:t> a </a:t>
            </a:r>
            <a:r>
              <a:rPr lang="nl-NL" dirty="0" err="1"/>
              <a:t>palace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I </a:t>
            </a:r>
            <a:r>
              <a:rPr lang="nl-NL" dirty="0" err="1"/>
              <a:t>hate</a:t>
            </a:r>
            <a:r>
              <a:rPr lang="nl-NL" dirty="0"/>
              <a:t> </a:t>
            </a:r>
            <a:r>
              <a:rPr lang="nl-NL" dirty="0" err="1"/>
              <a:t>weather</a:t>
            </a:r>
            <a:r>
              <a:rPr lang="nl-NL" dirty="0"/>
              <a:t> </a:t>
            </a:r>
            <a:r>
              <a:rPr lang="nl-NL" b="1" dirty="0"/>
              <a:t>like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.</a:t>
            </a:r>
          </a:p>
          <a:p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can´t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b="1" dirty="0"/>
              <a:t>as</a:t>
            </a:r>
            <a:r>
              <a:rPr lang="nl-NL" dirty="0"/>
              <a:t> in </a:t>
            </a:r>
            <a:r>
              <a:rPr lang="nl-NL" dirty="0" err="1"/>
              <a:t>sentences</a:t>
            </a:r>
            <a:r>
              <a:rPr lang="nl-NL" dirty="0"/>
              <a:t> like these.</a:t>
            </a:r>
          </a:p>
          <a:p>
            <a:r>
              <a:rPr lang="nl-NL" b="1" dirty="0"/>
              <a:t>As</a:t>
            </a:r>
            <a:r>
              <a:rPr lang="nl-NL" dirty="0"/>
              <a:t> </a:t>
            </a:r>
            <a:r>
              <a:rPr lang="nl-NL" dirty="0" err="1"/>
              <a:t>means</a:t>
            </a:r>
            <a:r>
              <a:rPr lang="nl-NL" dirty="0"/>
              <a:t> ´in the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way</a:t>
            </a:r>
            <a:r>
              <a:rPr lang="nl-NL" dirty="0"/>
              <a:t> as´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followed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a </a:t>
            </a:r>
            <a:r>
              <a:rPr lang="nl-NL" dirty="0" err="1"/>
              <a:t>sentence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a </a:t>
            </a:r>
            <a:r>
              <a:rPr lang="nl-NL" dirty="0" err="1"/>
              <a:t>verb</a:t>
            </a:r>
            <a:endParaRPr lang="nl-NL" dirty="0"/>
          </a:p>
          <a:p>
            <a:pPr lvl="1"/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should</a:t>
            </a:r>
            <a:r>
              <a:rPr lang="nl-NL" dirty="0"/>
              <a:t> have </a:t>
            </a:r>
            <a:r>
              <a:rPr lang="nl-NL" dirty="0" err="1"/>
              <a:t>done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b="1" dirty="0"/>
              <a:t>as </a:t>
            </a:r>
            <a:r>
              <a:rPr lang="nl-NL" dirty="0"/>
              <a:t>I </a:t>
            </a:r>
            <a:r>
              <a:rPr lang="nl-NL" dirty="0" err="1"/>
              <a:t>showed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As </a:t>
            </a:r>
            <a:r>
              <a:rPr lang="nl-NL" dirty="0" err="1"/>
              <a:t>or</a:t>
            </a:r>
            <a:r>
              <a:rPr lang="nl-NL" dirty="0"/>
              <a:t> </a:t>
            </a:r>
            <a:r>
              <a:rPr lang="nl-NL" dirty="0" err="1"/>
              <a:t>like</a:t>
            </a:r>
            <a:r>
              <a:rPr lang="nl-NL" dirty="0"/>
              <a:t>?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648" y="1628800"/>
            <a:ext cx="81534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followed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a </a:t>
            </a:r>
            <a:r>
              <a:rPr lang="nl-NL" dirty="0" err="1"/>
              <a:t>phrase</a:t>
            </a:r>
            <a:r>
              <a:rPr lang="nl-NL" dirty="0"/>
              <a:t> (without a </a:t>
            </a:r>
            <a:r>
              <a:rPr lang="nl-NL" dirty="0" err="1"/>
              <a:t>verb</a:t>
            </a:r>
            <a:r>
              <a:rPr lang="nl-NL" dirty="0"/>
              <a:t>) </a:t>
            </a:r>
            <a:r>
              <a:rPr lang="nl-NL" b="1" dirty="0"/>
              <a:t>as</a:t>
            </a:r>
            <a:r>
              <a:rPr lang="nl-NL" dirty="0"/>
              <a:t> and </a:t>
            </a:r>
            <a:r>
              <a:rPr lang="nl-NL" b="1" dirty="0" err="1"/>
              <a:t>like</a:t>
            </a:r>
            <a:r>
              <a:rPr lang="nl-NL" dirty="0"/>
              <a:t> have different </a:t>
            </a:r>
            <a:r>
              <a:rPr lang="nl-NL" dirty="0" err="1"/>
              <a:t>meanings</a:t>
            </a:r>
            <a:r>
              <a:rPr lang="nl-NL" dirty="0"/>
              <a:t>.</a:t>
            </a:r>
          </a:p>
          <a:p>
            <a:pPr lvl="1">
              <a:lnSpc>
                <a:spcPct val="90000"/>
              </a:lnSpc>
            </a:pPr>
            <a:r>
              <a:rPr lang="nl-NL" dirty="0"/>
              <a:t>I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b="1" dirty="0"/>
              <a:t>as </a:t>
            </a:r>
            <a:r>
              <a:rPr lang="nl-NL" dirty="0"/>
              <a:t>a taxi </a:t>
            </a:r>
            <a:r>
              <a:rPr lang="nl-NL" dirty="0" err="1"/>
              <a:t>driver</a:t>
            </a:r>
            <a:r>
              <a:rPr lang="nl-NL" dirty="0"/>
              <a:t> (= </a:t>
            </a:r>
            <a:r>
              <a:rPr lang="nl-NL" dirty="0" err="1"/>
              <a:t>my</a:t>
            </a:r>
            <a:r>
              <a:rPr lang="nl-NL" dirty="0"/>
              <a:t> job is taxi </a:t>
            </a:r>
            <a:r>
              <a:rPr lang="nl-NL" dirty="0" err="1"/>
              <a:t>driver</a:t>
            </a:r>
            <a:r>
              <a:rPr lang="nl-NL" dirty="0"/>
              <a:t>)</a:t>
            </a:r>
          </a:p>
          <a:p>
            <a:pPr lvl="1">
              <a:lnSpc>
                <a:spcPct val="90000"/>
              </a:lnSpc>
            </a:pPr>
            <a:r>
              <a:rPr lang="nl-NL" dirty="0"/>
              <a:t>I </a:t>
            </a:r>
            <a:r>
              <a:rPr lang="nl-NL" dirty="0" err="1"/>
              <a:t>always</a:t>
            </a:r>
            <a:r>
              <a:rPr lang="nl-NL" dirty="0"/>
              <a:t> drive </a:t>
            </a:r>
            <a:r>
              <a:rPr lang="nl-NL" dirty="0" err="1"/>
              <a:t>people</a:t>
            </a:r>
            <a:r>
              <a:rPr lang="nl-NL" dirty="0"/>
              <a:t> to </a:t>
            </a:r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places</a:t>
            </a:r>
            <a:r>
              <a:rPr lang="nl-NL" dirty="0"/>
              <a:t>. </a:t>
            </a:r>
            <a:r>
              <a:rPr lang="nl-NL" dirty="0" err="1"/>
              <a:t>I’m</a:t>
            </a:r>
            <a:r>
              <a:rPr lang="nl-NL" dirty="0"/>
              <a:t> </a:t>
            </a:r>
            <a:r>
              <a:rPr lang="nl-NL" b="1" dirty="0" err="1"/>
              <a:t>like</a:t>
            </a:r>
            <a:r>
              <a:rPr lang="nl-NL" dirty="0"/>
              <a:t> a taxi </a:t>
            </a:r>
            <a:r>
              <a:rPr lang="nl-NL" dirty="0" err="1"/>
              <a:t>driver</a:t>
            </a:r>
            <a:r>
              <a:rPr lang="nl-NL" dirty="0"/>
              <a:t> (= </a:t>
            </a:r>
            <a:r>
              <a:rPr lang="nl-NL" dirty="0" err="1"/>
              <a:t>I’m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really</a:t>
            </a:r>
            <a:r>
              <a:rPr lang="nl-NL" dirty="0"/>
              <a:t> a taxi </a:t>
            </a:r>
            <a:r>
              <a:rPr lang="nl-NL" dirty="0" err="1"/>
              <a:t>driver</a:t>
            </a:r>
            <a:r>
              <a:rPr lang="nl-NL" dirty="0"/>
              <a:t>)</a:t>
            </a:r>
          </a:p>
          <a:p>
            <a:pPr lvl="1">
              <a:lnSpc>
                <a:spcPct val="90000"/>
              </a:lnSpc>
            </a:pPr>
            <a:r>
              <a:rPr lang="nl-NL" dirty="0"/>
              <a:t>He </a:t>
            </a:r>
            <a:r>
              <a:rPr lang="nl-NL" dirty="0" err="1"/>
              <a:t>performs</a:t>
            </a:r>
            <a:r>
              <a:rPr lang="nl-NL" dirty="0"/>
              <a:t> </a:t>
            </a:r>
            <a:r>
              <a:rPr lang="nl-NL" b="1" dirty="0"/>
              <a:t>as </a:t>
            </a:r>
            <a:r>
              <a:rPr lang="nl-NL" dirty="0"/>
              <a:t>a clown at </a:t>
            </a:r>
            <a:r>
              <a:rPr lang="nl-NL" dirty="0" err="1"/>
              <a:t>children’s</a:t>
            </a:r>
            <a:r>
              <a:rPr lang="nl-NL" dirty="0"/>
              <a:t> </a:t>
            </a:r>
            <a:r>
              <a:rPr lang="nl-NL" dirty="0" err="1"/>
              <a:t>parties</a:t>
            </a:r>
            <a:r>
              <a:rPr lang="nl-NL" dirty="0"/>
              <a:t> (= </a:t>
            </a:r>
            <a:r>
              <a:rPr lang="nl-NL" dirty="0" err="1"/>
              <a:t>he</a:t>
            </a:r>
            <a:r>
              <a:rPr lang="nl-NL" dirty="0"/>
              <a:t> is a clown).</a:t>
            </a:r>
          </a:p>
          <a:p>
            <a:pPr lvl="1">
              <a:lnSpc>
                <a:spcPct val="90000"/>
              </a:lnSpc>
            </a:pPr>
            <a:r>
              <a:rPr lang="nl-NL" dirty="0"/>
              <a:t>He </a:t>
            </a:r>
            <a:r>
              <a:rPr lang="nl-NL" dirty="0" err="1"/>
              <a:t>acted</a:t>
            </a:r>
            <a:r>
              <a:rPr lang="nl-NL" dirty="0"/>
              <a:t> </a:t>
            </a:r>
            <a:r>
              <a:rPr lang="nl-NL" b="1" dirty="0" err="1"/>
              <a:t>like</a:t>
            </a:r>
            <a:r>
              <a:rPr lang="nl-NL" dirty="0"/>
              <a:t> a clown in </a:t>
            </a:r>
            <a:r>
              <a:rPr lang="nl-NL" dirty="0" err="1"/>
              <a:t>class</a:t>
            </a:r>
            <a:r>
              <a:rPr lang="nl-NL" dirty="0"/>
              <a:t> </a:t>
            </a:r>
            <a:r>
              <a:rPr lang="nl-NL" dirty="0" err="1"/>
              <a:t>today</a:t>
            </a:r>
            <a:r>
              <a:rPr lang="nl-NL" dirty="0"/>
              <a:t> (= </a:t>
            </a:r>
            <a:r>
              <a:rPr lang="nl-NL" dirty="0" err="1"/>
              <a:t>he</a:t>
            </a:r>
            <a:r>
              <a:rPr lang="nl-NL" dirty="0"/>
              <a:t> is </a:t>
            </a:r>
            <a:r>
              <a:rPr lang="nl-NL" dirty="0" err="1"/>
              <a:t>not</a:t>
            </a:r>
            <a:r>
              <a:rPr lang="nl-NL" dirty="0"/>
              <a:t> a clown).</a:t>
            </a:r>
          </a:p>
          <a:p>
            <a:pPr lvl="1">
              <a:lnSpc>
                <a:spcPct val="90000"/>
              </a:lnSpc>
            </a:pP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Relative</a:t>
            </a:r>
            <a:r>
              <a:rPr lang="nl-NL" dirty="0"/>
              <a:t> </a:t>
            </a:r>
            <a:r>
              <a:rPr lang="nl-NL" dirty="0" err="1"/>
              <a:t>Clauses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13433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Relative</a:t>
            </a:r>
            <a:r>
              <a:rPr lang="nl-NL" dirty="0"/>
              <a:t> </a:t>
            </a:r>
            <a:r>
              <a:rPr lang="nl-NL" dirty="0" err="1"/>
              <a:t>Clauses</a:t>
            </a:r>
            <a:endParaRPr lang="nl-NL" dirty="0"/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2"/>
          </p:nvPr>
        </p:nvSpPr>
        <p:spPr>
          <a:xfrm>
            <a:off x="609600" y="2151856"/>
            <a:ext cx="3886200" cy="3581400"/>
          </a:xfrm>
        </p:spPr>
        <p:txBody>
          <a:bodyPr/>
          <a:lstStyle/>
          <a:p>
            <a:r>
              <a:rPr lang="nl-NL" dirty="0" err="1"/>
              <a:t>Essential</a:t>
            </a:r>
            <a:r>
              <a:rPr lang="nl-NL" dirty="0"/>
              <a:t> information</a:t>
            </a:r>
          </a:p>
          <a:p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sentence</a:t>
            </a:r>
            <a:endParaRPr lang="nl-NL" dirty="0"/>
          </a:p>
        </p:txBody>
      </p:sp>
      <p:sp>
        <p:nvSpPr>
          <p:cNvPr id="8" name="Tijdelijke aanduiding voor inhoud 7"/>
          <p:cNvSpPr>
            <a:spLocks noGrp="1"/>
          </p:cNvSpPr>
          <p:nvPr>
            <p:ph sz="quarter" idx="4"/>
          </p:nvPr>
        </p:nvSpPr>
        <p:spPr>
          <a:xfrm>
            <a:off x="4800600" y="2060848"/>
            <a:ext cx="3886200" cy="3581400"/>
          </a:xfrm>
        </p:spPr>
        <p:txBody>
          <a:bodyPr/>
          <a:lstStyle/>
          <a:p>
            <a:r>
              <a:rPr lang="nl-NL" dirty="0"/>
              <a:t>Extra information</a:t>
            </a:r>
          </a:p>
          <a:p>
            <a:r>
              <a:rPr lang="nl-NL" dirty="0" err="1"/>
              <a:t>Comma</a:t>
            </a:r>
            <a:r>
              <a:rPr lang="nl-NL" dirty="0"/>
              <a:t> 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1"/>
          </p:nvPr>
        </p:nvSpPr>
        <p:spPr>
          <a:xfrm>
            <a:off x="609600" y="1556792"/>
            <a:ext cx="3886200" cy="640080"/>
          </a:xfrm>
        </p:spPr>
        <p:txBody>
          <a:bodyPr/>
          <a:lstStyle/>
          <a:p>
            <a:r>
              <a:rPr lang="nl-NL" sz="4000" dirty="0" err="1"/>
              <a:t>Defining</a:t>
            </a:r>
            <a:endParaRPr lang="nl-NL" sz="4000" dirty="0"/>
          </a:p>
        </p:txBody>
      </p:sp>
      <p:sp>
        <p:nvSpPr>
          <p:cNvPr id="7" name="Tijdelijke aanduiding voor tekst 6"/>
          <p:cNvSpPr>
            <a:spLocks noGrp="1"/>
          </p:cNvSpPr>
          <p:nvPr>
            <p:ph type="body" sz="quarter" idx="3"/>
          </p:nvPr>
        </p:nvSpPr>
        <p:spPr>
          <a:xfrm>
            <a:off x="4800600" y="1556792"/>
            <a:ext cx="3886200" cy="640080"/>
          </a:xfrm>
        </p:spPr>
        <p:txBody>
          <a:bodyPr/>
          <a:lstStyle/>
          <a:p>
            <a:r>
              <a:rPr lang="nl-NL" sz="4400" dirty="0"/>
              <a:t>Non-</a:t>
            </a:r>
            <a:r>
              <a:rPr lang="nl-NL" sz="4400" dirty="0" err="1"/>
              <a:t>defining</a:t>
            </a:r>
            <a:endParaRPr lang="nl-NL" sz="4400" dirty="0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4" t="16636" r="16665" b="4345"/>
          <a:stretch/>
        </p:blipFill>
        <p:spPr>
          <a:xfrm>
            <a:off x="1547664" y="3356992"/>
            <a:ext cx="5581926" cy="331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419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73BF92-66E0-7F41-F9A8-FFB9FC954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Defining VS Non-Defining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BB6248-762A-8467-0DCA-3A868BA1495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Is the information </a:t>
            </a:r>
            <a:r>
              <a:rPr lang="en-GB" b="1" dirty="0"/>
              <a:t>essential </a:t>
            </a:r>
            <a:r>
              <a:rPr lang="en-GB" dirty="0"/>
              <a:t>or </a:t>
            </a:r>
            <a:r>
              <a:rPr lang="en-GB" b="1" dirty="0"/>
              <a:t>optional </a:t>
            </a:r>
            <a:r>
              <a:rPr lang="en-GB" dirty="0"/>
              <a:t>to be able to identify who or what is being discussed?</a:t>
            </a:r>
          </a:p>
          <a:p>
            <a:pPr marL="0" indent="0">
              <a:buNone/>
            </a:pPr>
            <a:endParaRPr lang="en-GB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780D63-C133-5E06-9B05-A113F3B60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221046"/>
              </p:ext>
            </p:extLst>
          </p:nvPr>
        </p:nvGraphicFramePr>
        <p:xfrm>
          <a:off x="612648" y="2735580"/>
          <a:ext cx="8153401" cy="313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7288">
                  <a:extLst>
                    <a:ext uri="{9D8B030D-6E8A-4147-A177-3AD203B41FA5}">
                      <a16:colId xmlns:a16="http://schemas.microsoft.com/office/drawing/2014/main" val="2902203657"/>
                    </a:ext>
                  </a:extLst>
                </a:gridCol>
                <a:gridCol w="2669119">
                  <a:extLst>
                    <a:ext uri="{9D8B030D-6E8A-4147-A177-3AD203B41FA5}">
                      <a16:colId xmlns:a16="http://schemas.microsoft.com/office/drawing/2014/main" val="2241248577"/>
                    </a:ext>
                  </a:extLst>
                </a:gridCol>
                <a:gridCol w="3186994">
                  <a:extLst>
                    <a:ext uri="{9D8B030D-6E8A-4147-A177-3AD203B41FA5}">
                      <a16:colId xmlns:a16="http://schemas.microsoft.com/office/drawing/2014/main" val="647597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226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My brother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His hair is 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I’ve only got one brother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684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The 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It’s coming up on your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You’re driving on the highway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487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Superman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His cape is 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It’s superman in the classic movie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452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Spiderman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He is a pig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It’s the </a:t>
                      </a:r>
                      <a:r>
                        <a:rPr lang="en-GB" dirty="0" err="1"/>
                        <a:t>Spiderverse</a:t>
                      </a:r>
                      <a:r>
                        <a:rPr lang="en-GB" dirty="0"/>
                        <a:t> movie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777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Bamboo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It’s in the backyard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I’ve got bamboo only in my backyard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96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It’s in the front yard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I’ve got trees in both the back and the front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99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7503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Who</a:t>
            </a:r>
            <a:r>
              <a:rPr lang="nl-NL" dirty="0"/>
              <a:t>,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or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?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7911" y="1484784"/>
            <a:ext cx="8153400" cy="4495800"/>
          </a:xfrm>
        </p:spPr>
        <p:txBody>
          <a:bodyPr/>
          <a:lstStyle/>
          <a:p>
            <a:r>
              <a:rPr lang="nl-NL" dirty="0" err="1"/>
              <a:t>Sometimes</a:t>
            </a:r>
            <a:r>
              <a:rPr lang="nl-NL" dirty="0"/>
              <a:t>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combining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sentences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of these </a:t>
            </a:r>
            <a:r>
              <a:rPr lang="nl-NL" dirty="0" err="1"/>
              <a:t>words</a:t>
            </a:r>
            <a:r>
              <a:rPr lang="nl-NL" dirty="0"/>
              <a:t> to </a:t>
            </a:r>
            <a:r>
              <a:rPr lang="nl-NL" dirty="0" err="1"/>
              <a:t>replace</a:t>
            </a:r>
            <a:r>
              <a:rPr lang="nl-NL" dirty="0"/>
              <a:t> </a:t>
            </a:r>
            <a:r>
              <a:rPr lang="nl-NL" dirty="0" err="1"/>
              <a:t>another</a:t>
            </a:r>
            <a:r>
              <a:rPr lang="nl-NL" dirty="0"/>
              <a:t> word</a:t>
            </a:r>
          </a:p>
          <a:p>
            <a:pPr lvl="1"/>
            <a:r>
              <a:rPr lang="nl-NL" dirty="0"/>
              <a:t>My </a:t>
            </a:r>
            <a:r>
              <a:rPr lang="nl-NL" dirty="0" err="1"/>
              <a:t>neighbour</a:t>
            </a:r>
            <a:r>
              <a:rPr lang="nl-NL" dirty="0"/>
              <a:t> is a </a:t>
            </a:r>
            <a:r>
              <a:rPr lang="nl-NL" dirty="0" err="1"/>
              <a:t>great</a:t>
            </a:r>
            <a:r>
              <a:rPr lang="nl-NL" dirty="0"/>
              <a:t> </a:t>
            </a:r>
            <a:r>
              <a:rPr lang="nl-NL" dirty="0" err="1"/>
              <a:t>guy</a:t>
            </a:r>
            <a:r>
              <a:rPr lang="nl-NL" dirty="0"/>
              <a:t>. He has a lot of </a:t>
            </a:r>
            <a:r>
              <a:rPr lang="nl-NL" dirty="0" err="1"/>
              <a:t>dogs</a:t>
            </a:r>
            <a:r>
              <a:rPr lang="nl-NL" dirty="0"/>
              <a:t> </a:t>
            </a:r>
            <a:r>
              <a:rPr lang="nl-NL" dirty="0">
                <a:sym typeface="Wingdings" pitchFamily="2" charset="2"/>
              </a:rPr>
              <a:t></a:t>
            </a:r>
            <a:endParaRPr lang="nl-NL" dirty="0"/>
          </a:p>
          <a:p>
            <a:pPr lvl="1"/>
            <a:r>
              <a:rPr lang="nl-NL" dirty="0"/>
              <a:t>My </a:t>
            </a:r>
            <a:r>
              <a:rPr lang="nl-NL" dirty="0" err="1"/>
              <a:t>neighbour</a:t>
            </a:r>
            <a:r>
              <a:rPr lang="nl-NL" dirty="0"/>
              <a:t>, </a:t>
            </a:r>
            <a:r>
              <a:rPr lang="nl-NL" b="1" dirty="0" err="1"/>
              <a:t>who</a:t>
            </a:r>
            <a:r>
              <a:rPr lang="nl-NL" dirty="0"/>
              <a:t> has a lot of </a:t>
            </a:r>
            <a:r>
              <a:rPr lang="nl-NL" dirty="0" err="1"/>
              <a:t>dogs</a:t>
            </a:r>
            <a:r>
              <a:rPr lang="nl-NL" dirty="0"/>
              <a:t>, is a </a:t>
            </a:r>
            <a:r>
              <a:rPr lang="nl-NL" dirty="0" err="1"/>
              <a:t>great</a:t>
            </a:r>
            <a:r>
              <a:rPr lang="nl-NL" dirty="0"/>
              <a:t> </a:t>
            </a:r>
            <a:r>
              <a:rPr lang="nl-NL" dirty="0" err="1"/>
              <a:t>guy</a:t>
            </a:r>
            <a:r>
              <a:rPr lang="nl-NL" dirty="0"/>
              <a:t>.</a:t>
            </a:r>
          </a:p>
          <a:p>
            <a:pPr lvl="1"/>
            <a:endParaRPr lang="nl-NL" dirty="0"/>
          </a:p>
          <a:p>
            <a:pPr lvl="1"/>
            <a:r>
              <a:rPr lang="nl-NL" dirty="0"/>
              <a:t>London is a </a:t>
            </a:r>
            <a:r>
              <a:rPr lang="nl-NL" dirty="0" err="1"/>
              <a:t>beautiful</a:t>
            </a:r>
            <a:r>
              <a:rPr lang="nl-NL" dirty="0"/>
              <a:t> city. It is the </a:t>
            </a:r>
            <a:r>
              <a:rPr lang="nl-NL" dirty="0" err="1"/>
              <a:t>capital</a:t>
            </a:r>
            <a:r>
              <a:rPr lang="nl-NL" dirty="0"/>
              <a:t> of England </a:t>
            </a:r>
            <a:r>
              <a:rPr lang="nl-NL" dirty="0">
                <a:sym typeface="Wingdings" panose="05000000000000000000" pitchFamily="2" charset="2"/>
              </a:rPr>
              <a:t></a:t>
            </a:r>
            <a:endParaRPr lang="nl-NL" dirty="0"/>
          </a:p>
          <a:p>
            <a:pPr lvl="1"/>
            <a:r>
              <a:rPr lang="nl-NL" dirty="0"/>
              <a:t>London, </a:t>
            </a:r>
            <a:r>
              <a:rPr lang="nl-NL" b="1" dirty="0" err="1"/>
              <a:t>which</a:t>
            </a:r>
            <a:r>
              <a:rPr lang="nl-NL" b="1" dirty="0"/>
              <a:t> </a:t>
            </a:r>
            <a:r>
              <a:rPr lang="nl-NL" dirty="0"/>
              <a:t>is the </a:t>
            </a:r>
            <a:r>
              <a:rPr lang="nl-NL" dirty="0" err="1"/>
              <a:t>capital</a:t>
            </a:r>
            <a:r>
              <a:rPr lang="nl-NL" dirty="0"/>
              <a:t> of </a:t>
            </a:r>
            <a:r>
              <a:rPr lang="nl-NL" dirty="0" err="1"/>
              <a:t>England</a:t>
            </a:r>
            <a:r>
              <a:rPr lang="nl-NL" dirty="0"/>
              <a:t>, is a </a:t>
            </a:r>
            <a:r>
              <a:rPr lang="nl-NL" dirty="0" err="1"/>
              <a:t>beautiful</a:t>
            </a:r>
            <a:r>
              <a:rPr lang="nl-NL" dirty="0"/>
              <a:t> city</a:t>
            </a:r>
          </a:p>
          <a:p>
            <a:endParaRPr lang="nl-NL" b="1" dirty="0"/>
          </a:p>
          <a:p>
            <a:r>
              <a:rPr lang="nl-NL" b="1" dirty="0" err="1"/>
              <a:t>Who</a:t>
            </a:r>
            <a:r>
              <a:rPr lang="nl-NL" b="1" dirty="0"/>
              <a:t> </a:t>
            </a:r>
            <a:r>
              <a:rPr lang="nl-NL" dirty="0"/>
              <a:t>is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people</a:t>
            </a:r>
            <a:r>
              <a:rPr lang="nl-NL" b="1" dirty="0"/>
              <a:t>, </a:t>
            </a:r>
            <a:r>
              <a:rPr lang="nl-NL" b="1" dirty="0" err="1"/>
              <a:t>which</a:t>
            </a:r>
            <a:r>
              <a:rPr lang="nl-NL" dirty="0"/>
              <a:t> is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things</a:t>
            </a:r>
            <a:endParaRPr lang="nl-NL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Who</a:t>
            </a:r>
            <a:r>
              <a:rPr lang="nl-NL" dirty="0"/>
              <a:t>,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or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?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648" y="1484784"/>
            <a:ext cx="8153400" cy="4495800"/>
          </a:xfrm>
        </p:spPr>
        <p:txBody>
          <a:bodyPr/>
          <a:lstStyle/>
          <a:p>
            <a:r>
              <a:rPr lang="nl-NL" dirty="0" err="1"/>
              <a:t>Sometimes</a:t>
            </a:r>
            <a:r>
              <a:rPr lang="nl-NL" dirty="0"/>
              <a:t> the part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b="1" dirty="0" err="1"/>
              <a:t>who</a:t>
            </a:r>
            <a:r>
              <a:rPr lang="nl-NL" b="1" dirty="0"/>
              <a:t>/</a:t>
            </a:r>
            <a:r>
              <a:rPr lang="nl-NL" b="1" dirty="0" err="1"/>
              <a:t>which</a:t>
            </a:r>
            <a:r>
              <a:rPr lang="nl-NL" dirty="0"/>
              <a:t> is </a:t>
            </a:r>
            <a:r>
              <a:rPr lang="nl-NL" dirty="0" err="1"/>
              <a:t>essential</a:t>
            </a:r>
            <a:r>
              <a:rPr lang="nl-NL" dirty="0"/>
              <a:t> to </a:t>
            </a:r>
            <a:r>
              <a:rPr lang="nl-NL" dirty="0" err="1"/>
              <a:t>define</a:t>
            </a:r>
            <a:r>
              <a:rPr lang="nl-NL" dirty="0"/>
              <a:t> </a:t>
            </a:r>
            <a:r>
              <a:rPr lang="nl-NL" dirty="0" err="1"/>
              <a:t>who</a:t>
            </a:r>
            <a:r>
              <a:rPr lang="nl-NL" dirty="0"/>
              <a:t> </a:t>
            </a:r>
            <a:r>
              <a:rPr lang="nl-NL" dirty="0" err="1"/>
              <a:t>or</a:t>
            </a:r>
            <a:r>
              <a:rPr lang="nl-NL" dirty="0"/>
              <a:t>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are </a:t>
            </a:r>
            <a:r>
              <a:rPr lang="nl-NL" dirty="0" err="1"/>
              <a:t>talking</a:t>
            </a:r>
            <a:r>
              <a:rPr lang="nl-NL" dirty="0"/>
              <a:t> </a:t>
            </a:r>
            <a:r>
              <a:rPr lang="nl-NL" dirty="0" err="1"/>
              <a:t>about</a:t>
            </a:r>
            <a:r>
              <a:rPr lang="nl-NL" dirty="0"/>
              <a:t>. </a:t>
            </a:r>
            <a:r>
              <a:rPr lang="nl-NL" dirty="0" err="1"/>
              <a:t>Then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b="1" dirty="0" err="1"/>
              <a:t>that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The </a:t>
            </a:r>
            <a:r>
              <a:rPr lang="nl-NL" dirty="0" err="1"/>
              <a:t>woman</a:t>
            </a:r>
            <a:r>
              <a:rPr lang="nl-NL" dirty="0"/>
              <a:t> </a:t>
            </a:r>
            <a:r>
              <a:rPr lang="nl-NL" b="1" dirty="0" err="1"/>
              <a:t>who</a:t>
            </a:r>
            <a:r>
              <a:rPr lang="nl-NL" b="1" dirty="0"/>
              <a:t>/</a:t>
            </a:r>
            <a:r>
              <a:rPr lang="nl-NL" b="1" dirty="0" err="1"/>
              <a:t>that</a:t>
            </a:r>
            <a:r>
              <a:rPr lang="nl-NL" dirty="0"/>
              <a:t> lives </a:t>
            </a:r>
            <a:r>
              <a:rPr lang="nl-NL" dirty="0" err="1"/>
              <a:t>next</a:t>
            </a:r>
            <a:r>
              <a:rPr lang="nl-NL" dirty="0"/>
              <a:t> door is a doctor.</a:t>
            </a:r>
          </a:p>
          <a:p>
            <a:pPr lvl="1"/>
            <a:r>
              <a:rPr lang="nl-NL" dirty="0" err="1"/>
              <a:t>Where</a:t>
            </a:r>
            <a:r>
              <a:rPr lang="nl-NL" dirty="0"/>
              <a:t> is the </a:t>
            </a:r>
            <a:r>
              <a:rPr lang="nl-NL" dirty="0" err="1"/>
              <a:t>cheese</a:t>
            </a:r>
            <a:r>
              <a:rPr lang="nl-NL" dirty="0"/>
              <a:t> </a:t>
            </a:r>
            <a:r>
              <a:rPr lang="nl-NL" b="1" dirty="0" err="1"/>
              <a:t>which</a:t>
            </a:r>
            <a:r>
              <a:rPr lang="nl-NL" b="1" dirty="0"/>
              <a:t>/</a:t>
            </a:r>
            <a:r>
              <a:rPr lang="nl-NL" b="1" dirty="0" err="1"/>
              <a:t>that</a:t>
            </a:r>
            <a:r>
              <a:rPr lang="nl-NL" dirty="0"/>
              <a:t> was in the </a:t>
            </a:r>
            <a:r>
              <a:rPr lang="nl-NL" dirty="0" err="1"/>
              <a:t>fridge</a:t>
            </a:r>
            <a:r>
              <a:rPr lang="nl-NL" dirty="0"/>
              <a:t>?</a:t>
            </a:r>
          </a:p>
          <a:p>
            <a:endParaRPr lang="nl-NL" dirty="0"/>
          </a:p>
          <a:p>
            <a:r>
              <a:rPr lang="nl-NL" dirty="0"/>
              <a:t>But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doesn’t</a:t>
            </a:r>
            <a:r>
              <a:rPr lang="nl-NL" dirty="0"/>
              <a:t>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when</a:t>
            </a:r>
            <a:r>
              <a:rPr lang="nl-NL" dirty="0"/>
              <a:t> the part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b="1" dirty="0" err="1"/>
              <a:t>who</a:t>
            </a:r>
            <a:r>
              <a:rPr lang="nl-NL" b="1" dirty="0"/>
              <a:t>/</a:t>
            </a:r>
            <a:r>
              <a:rPr lang="nl-NL" b="1" dirty="0" err="1"/>
              <a:t>which</a:t>
            </a:r>
            <a:r>
              <a:rPr lang="nl-NL" dirty="0"/>
              <a:t> is </a:t>
            </a:r>
            <a:r>
              <a:rPr lang="nl-NL" dirty="0" err="1"/>
              <a:t>just</a:t>
            </a:r>
            <a:r>
              <a:rPr lang="nl-NL" dirty="0"/>
              <a:t> </a:t>
            </a:r>
            <a:r>
              <a:rPr lang="nl-NL" dirty="0" err="1"/>
              <a:t>some</a:t>
            </a:r>
            <a:r>
              <a:rPr lang="nl-NL" dirty="0"/>
              <a:t> extra information</a:t>
            </a:r>
          </a:p>
          <a:p>
            <a:pPr lvl="1"/>
            <a:r>
              <a:rPr lang="nl-NL" strike="sngStrike" dirty="0"/>
              <a:t>My </a:t>
            </a:r>
            <a:r>
              <a:rPr lang="nl-NL" strike="sngStrike" dirty="0" err="1"/>
              <a:t>neighbour</a:t>
            </a:r>
            <a:r>
              <a:rPr lang="nl-NL" strike="sngStrike" dirty="0"/>
              <a:t>, </a:t>
            </a:r>
            <a:r>
              <a:rPr lang="nl-NL" strike="sngStrike" dirty="0" err="1"/>
              <a:t>that</a:t>
            </a:r>
            <a:r>
              <a:rPr lang="nl-NL" strike="sngStrike" dirty="0"/>
              <a:t> has a lot of </a:t>
            </a:r>
            <a:r>
              <a:rPr lang="nl-NL" strike="sngStrike" dirty="0" err="1"/>
              <a:t>dogs</a:t>
            </a:r>
            <a:r>
              <a:rPr lang="nl-NL" strike="sngStrike" dirty="0"/>
              <a:t>, is a </a:t>
            </a:r>
            <a:r>
              <a:rPr lang="nl-NL" strike="sngStrike" dirty="0" err="1"/>
              <a:t>great</a:t>
            </a:r>
            <a:r>
              <a:rPr lang="nl-NL" strike="sngStrike" dirty="0"/>
              <a:t> </a:t>
            </a:r>
            <a:r>
              <a:rPr lang="nl-NL" strike="sngStrike" dirty="0" err="1"/>
              <a:t>guy</a:t>
            </a:r>
            <a:r>
              <a:rPr lang="nl-NL" strike="sngStrike" dirty="0"/>
              <a:t>.</a:t>
            </a:r>
          </a:p>
          <a:p>
            <a:pPr lvl="1"/>
            <a:r>
              <a:rPr lang="nl-NL" strike="sngStrike" dirty="0"/>
              <a:t>London, </a:t>
            </a:r>
            <a:r>
              <a:rPr lang="nl-NL" strike="sngStrike" dirty="0" err="1"/>
              <a:t>that</a:t>
            </a:r>
            <a:r>
              <a:rPr lang="nl-NL" strike="sngStrike" dirty="0"/>
              <a:t> is the </a:t>
            </a:r>
            <a:r>
              <a:rPr lang="nl-NL" strike="sngStrike" dirty="0" err="1"/>
              <a:t>capital</a:t>
            </a:r>
            <a:r>
              <a:rPr lang="nl-NL" strike="sngStrike" dirty="0"/>
              <a:t> of </a:t>
            </a:r>
            <a:r>
              <a:rPr lang="nl-NL" strike="sngStrike" dirty="0" err="1"/>
              <a:t>England</a:t>
            </a:r>
            <a:r>
              <a:rPr lang="nl-NL" strike="sngStrike" dirty="0"/>
              <a:t>, is a </a:t>
            </a:r>
            <a:r>
              <a:rPr lang="nl-NL" strike="sngStrike" dirty="0" err="1"/>
              <a:t>beautiful</a:t>
            </a:r>
            <a:r>
              <a:rPr lang="nl-NL" strike="sngStrike" dirty="0"/>
              <a:t> city.</a:t>
            </a:r>
          </a:p>
          <a:p>
            <a:pPr lvl="1"/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Who</a:t>
            </a:r>
            <a:r>
              <a:rPr lang="nl-NL" dirty="0"/>
              <a:t>,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or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?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648" y="1556792"/>
            <a:ext cx="8153400" cy="4495800"/>
          </a:xfrm>
        </p:spPr>
        <p:txBody>
          <a:bodyPr/>
          <a:lstStyle/>
          <a:p>
            <a:r>
              <a:rPr lang="nl-NL" b="1" dirty="0" err="1"/>
              <a:t>Which</a:t>
            </a:r>
            <a:r>
              <a:rPr lang="nl-NL" b="1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to </a:t>
            </a:r>
            <a:r>
              <a:rPr lang="nl-NL" dirty="0" err="1"/>
              <a:t>refer</a:t>
            </a:r>
            <a:r>
              <a:rPr lang="nl-NL" dirty="0"/>
              <a:t> back to a </a:t>
            </a:r>
            <a:r>
              <a:rPr lang="nl-NL" dirty="0" err="1"/>
              <a:t>whole</a:t>
            </a:r>
            <a:r>
              <a:rPr lang="nl-NL" dirty="0"/>
              <a:t> </a:t>
            </a:r>
            <a:r>
              <a:rPr lang="nl-NL" dirty="0" err="1"/>
              <a:t>sentence</a:t>
            </a:r>
            <a:endParaRPr lang="nl-NL" dirty="0"/>
          </a:p>
          <a:p>
            <a:pPr lvl="1"/>
            <a:r>
              <a:rPr lang="nl-NL" dirty="0"/>
              <a:t>He </a:t>
            </a:r>
            <a:r>
              <a:rPr lang="nl-NL" dirty="0" err="1"/>
              <a:t>wasn’t</a:t>
            </a:r>
            <a:r>
              <a:rPr lang="nl-NL" dirty="0"/>
              <a:t> coming to the party, </a:t>
            </a:r>
            <a:r>
              <a:rPr lang="nl-NL" b="1" dirty="0" err="1"/>
              <a:t>which</a:t>
            </a:r>
            <a:r>
              <a:rPr lang="nl-NL" dirty="0"/>
              <a:t> </a:t>
            </a:r>
            <a:r>
              <a:rPr lang="nl-NL" dirty="0" err="1"/>
              <a:t>really</a:t>
            </a:r>
            <a:r>
              <a:rPr lang="nl-NL" dirty="0"/>
              <a:t> </a:t>
            </a:r>
            <a:r>
              <a:rPr lang="nl-NL" dirty="0" err="1"/>
              <a:t>surprised</a:t>
            </a:r>
            <a:r>
              <a:rPr lang="nl-NL" dirty="0"/>
              <a:t> me.</a:t>
            </a:r>
          </a:p>
          <a:p>
            <a:pPr lvl="1"/>
            <a:r>
              <a:rPr lang="nl-NL" dirty="0"/>
              <a:t>In </a:t>
            </a:r>
            <a:r>
              <a:rPr lang="nl-NL" dirty="0" err="1"/>
              <a:t>summer</a:t>
            </a:r>
            <a:r>
              <a:rPr lang="nl-NL" dirty="0"/>
              <a:t> we </a:t>
            </a:r>
            <a:r>
              <a:rPr lang="nl-NL" dirty="0" err="1"/>
              <a:t>always</a:t>
            </a:r>
            <a:r>
              <a:rPr lang="nl-NL" dirty="0"/>
              <a:t> go </a:t>
            </a:r>
            <a:r>
              <a:rPr lang="nl-NL" dirty="0" err="1"/>
              <a:t>on</a:t>
            </a:r>
            <a:r>
              <a:rPr lang="nl-NL" dirty="0"/>
              <a:t> </a:t>
            </a:r>
            <a:r>
              <a:rPr lang="nl-NL" dirty="0" err="1"/>
              <a:t>holiday</a:t>
            </a:r>
            <a:r>
              <a:rPr lang="nl-NL" dirty="0"/>
              <a:t>, </a:t>
            </a:r>
            <a:r>
              <a:rPr lang="nl-NL" b="1" dirty="0" err="1"/>
              <a:t>which</a:t>
            </a:r>
            <a:r>
              <a:rPr lang="nl-NL" dirty="0"/>
              <a:t> I </a:t>
            </a:r>
            <a:r>
              <a:rPr lang="nl-NL" dirty="0" err="1"/>
              <a:t>really</a:t>
            </a:r>
            <a:r>
              <a:rPr lang="nl-NL" dirty="0"/>
              <a:t> </a:t>
            </a:r>
            <a:r>
              <a:rPr lang="nl-NL" dirty="0" err="1"/>
              <a:t>enjoy</a:t>
            </a:r>
            <a:r>
              <a:rPr lang="nl-NL" dirty="0"/>
              <a:t>.</a:t>
            </a:r>
          </a:p>
          <a:p>
            <a:endParaRPr lang="nl-NL" dirty="0"/>
          </a:p>
          <a:p>
            <a:pPr marL="0" indent="0">
              <a:buNone/>
            </a:pPr>
            <a:r>
              <a:rPr lang="nl-NL" dirty="0"/>
              <a:t>Dutch </a:t>
            </a:r>
            <a:r>
              <a:rPr lang="nl-NL" dirty="0" err="1"/>
              <a:t>people</a:t>
            </a:r>
            <a:r>
              <a:rPr lang="nl-NL" dirty="0"/>
              <a:t> </a:t>
            </a:r>
            <a:r>
              <a:rPr lang="nl-NL" dirty="0" err="1"/>
              <a:t>tend</a:t>
            </a:r>
            <a:r>
              <a:rPr lang="nl-NL" dirty="0"/>
              <a:t> to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b="1" dirty="0" err="1"/>
              <a:t>that</a:t>
            </a:r>
            <a:r>
              <a:rPr lang="nl-NL" b="1" dirty="0"/>
              <a:t> </a:t>
            </a:r>
            <a:r>
              <a:rPr lang="nl-NL" dirty="0"/>
              <a:t>or </a:t>
            </a:r>
            <a:r>
              <a:rPr lang="nl-NL" b="1" dirty="0" err="1"/>
              <a:t>what</a:t>
            </a:r>
            <a:r>
              <a:rPr lang="nl-NL" dirty="0"/>
              <a:t> in </a:t>
            </a:r>
            <a:r>
              <a:rPr lang="nl-NL" dirty="0" err="1"/>
              <a:t>sentences</a:t>
            </a:r>
            <a:r>
              <a:rPr lang="nl-NL" dirty="0"/>
              <a:t> like these, but </a:t>
            </a:r>
            <a:r>
              <a:rPr lang="nl-NL" dirty="0" err="1"/>
              <a:t>those</a:t>
            </a:r>
            <a:r>
              <a:rPr lang="nl-NL" dirty="0"/>
              <a:t> </a:t>
            </a:r>
            <a:r>
              <a:rPr lang="nl-NL" dirty="0" err="1"/>
              <a:t>can’t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used</a:t>
            </a:r>
            <a:endParaRPr lang="nl-NL" dirty="0"/>
          </a:p>
          <a:p>
            <a:pPr lvl="1"/>
            <a:r>
              <a:rPr lang="nl-NL" strike="sngStrike" dirty="0"/>
              <a:t>He </a:t>
            </a:r>
            <a:r>
              <a:rPr lang="nl-NL" strike="sngStrike" dirty="0" err="1"/>
              <a:t>wasn’t</a:t>
            </a:r>
            <a:r>
              <a:rPr lang="nl-NL" strike="sngStrike" dirty="0"/>
              <a:t> coming to the party, </a:t>
            </a:r>
            <a:r>
              <a:rPr lang="nl-NL" strike="sngStrike" dirty="0" err="1"/>
              <a:t>that</a:t>
            </a:r>
            <a:r>
              <a:rPr lang="nl-NL" strike="sngStrike" dirty="0"/>
              <a:t> </a:t>
            </a:r>
            <a:r>
              <a:rPr lang="nl-NL" strike="sngStrike" dirty="0" err="1"/>
              <a:t>really</a:t>
            </a:r>
            <a:r>
              <a:rPr lang="nl-NL" strike="sngStrike" dirty="0"/>
              <a:t> </a:t>
            </a:r>
            <a:r>
              <a:rPr lang="nl-NL" strike="sngStrike" dirty="0" err="1"/>
              <a:t>surprised</a:t>
            </a:r>
            <a:r>
              <a:rPr lang="nl-NL" strike="sngStrike" dirty="0"/>
              <a:t> me.</a:t>
            </a:r>
          </a:p>
          <a:p>
            <a:pPr lvl="1"/>
            <a:r>
              <a:rPr lang="nl-NL" strike="sngStrike" dirty="0"/>
              <a:t>In </a:t>
            </a:r>
            <a:r>
              <a:rPr lang="nl-NL" strike="sngStrike" dirty="0" err="1"/>
              <a:t>summer</a:t>
            </a:r>
            <a:r>
              <a:rPr lang="nl-NL" strike="sngStrike" dirty="0"/>
              <a:t> we </a:t>
            </a:r>
            <a:r>
              <a:rPr lang="nl-NL" strike="sngStrike" dirty="0" err="1"/>
              <a:t>always</a:t>
            </a:r>
            <a:r>
              <a:rPr lang="nl-NL" strike="sngStrike" dirty="0"/>
              <a:t> go </a:t>
            </a:r>
            <a:r>
              <a:rPr lang="nl-NL" strike="sngStrike" dirty="0" err="1"/>
              <a:t>on</a:t>
            </a:r>
            <a:r>
              <a:rPr lang="nl-NL" strike="sngStrike" dirty="0"/>
              <a:t> </a:t>
            </a:r>
            <a:r>
              <a:rPr lang="nl-NL" strike="sngStrike" dirty="0" err="1"/>
              <a:t>holiday</a:t>
            </a:r>
            <a:r>
              <a:rPr lang="nl-NL" strike="sngStrike" dirty="0"/>
              <a:t>, </a:t>
            </a:r>
            <a:r>
              <a:rPr lang="nl-NL" strike="sngStrike" dirty="0" err="1"/>
              <a:t>what</a:t>
            </a:r>
            <a:r>
              <a:rPr lang="nl-NL" strike="sngStrike" dirty="0"/>
              <a:t> I </a:t>
            </a:r>
            <a:r>
              <a:rPr lang="nl-NL" strike="sngStrike" dirty="0" err="1"/>
              <a:t>really</a:t>
            </a:r>
            <a:r>
              <a:rPr lang="nl-NL" strike="sngStrike" dirty="0"/>
              <a:t> </a:t>
            </a:r>
            <a:r>
              <a:rPr lang="nl-NL" strike="sngStrike" dirty="0" err="1"/>
              <a:t>enjoy</a:t>
            </a:r>
            <a:r>
              <a:rPr lang="nl-NL" strike="sngStrike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Technisch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7C217F3DDE15439660C8A0FD095BFF" ma:contentTypeVersion="0" ma:contentTypeDescription="Create a new document." ma:contentTypeScope="" ma:versionID="178f27c8fb24e2f942a45cfe98f3550d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8F8C35-1BF6-48A4-9AD1-A2125A793F0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94BD2CB-0752-4899-AB4C-957BE9E895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939EE48E-5F96-4513-B66C-76E5825B69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868</TotalTime>
  <Words>935</Words>
  <Application>Microsoft Office PowerPoint</Application>
  <PresentationFormat>On-screen Show (4:3)</PresentationFormat>
  <Paragraphs>138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Tw Cen MT</vt:lpstr>
      <vt:lpstr>Wingdings</vt:lpstr>
      <vt:lpstr>Wingdings 2</vt:lpstr>
      <vt:lpstr>Median</vt:lpstr>
      <vt:lpstr>Grammar and basics</vt:lpstr>
      <vt:lpstr>Linking Words</vt:lpstr>
      <vt:lpstr>Linking words</vt:lpstr>
      <vt:lpstr>Basic Linking Words: FANBOYS</vt:lpstr>
      <vt:lpstr>Less Common Linking Words</vt:lpstr>
      <vt:lpstr>Although / though / even though</vt:lpstr>
      <vt:lpstr>Despite / in spite of</vt:lpstr>
      <vt:lpstr>The difference between although and despite</vt:lpstr>
      <vt:lpstr>Compare</vt:lpstr>
      <vt:lpstr>As or like?</vt:lpstr>
      <vt:lpstr>As or like?</vt:lpstr>
      <vt:lpstr>Relative Clauses</vt:lpstr>
      <vt:lpstr>Relative Clauses</vt:lpstr>
      <vt:lpstr>Defining VS Non-Defining</vt:lpstr>
      <vt:lpstr>Who, which or that?</vt:lpstr>
      <vt:lpstr>Who, which or that?</vt:lpstr>
      <vt:lpstr>Who, which or that?</vt:lpstr>
    </vt:vector>
  </TitlesOfParts>
  <Company>Hogeschool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Grammar</dc:title>
  <dc:creator>marlies.devos</dc:creator>
  <cp:lastModifiedBy>Freek Metsch</cp:lastModifiedBy>
  <cp:revision>60</cp:revision>
  <cp:lastPrinted>2014-09-09T11:36:24Z</cp:lastPrinted>
  <dcterms:created xsi:type="dcterms:W3CDTF">2010-08-24T13:19:26Z</dcterms:created>
  <dcterms:modified xsi:type="dcterms:W3CDTF">2025-03-25T08:31:35Z</dcterms:modified>
</cp:coreProperties>
</file>