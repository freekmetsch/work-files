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236" y="-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7CAD2-7D9B-9214-E8D9-F2CCC7A46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03F969-61F5-A007-C912-9D0F8F1A0E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7AC90-5547-AC15-3A35-5C1A88D4B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549FD-D788-4AA2-84D0-2611CEC856E1}" type="datetimeFigureOut">
              <a:rPr lang="LID4096" smtClean="0"/>
              <a:t>09/04/2025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5CCD9-52BC-1395-C3DA-DB21A6C0E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A467D-BB33-B235-4B42-1497974C5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BA7DC-8821-4C90-93B8-8807D361220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72562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86E07-3F92-6F03-1045-532AE122A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61D7E-787D-5ABD-7837-302B882C1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385B4-F02A-DE4A-6D4B-073E1E8D9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549FD-D788-4AA2-84D0-2611CEC856E1}" type="datetimeFigureOut">
              <a:rPr lang="LID4096" smtClean="0"/>
              <a:t>09/04/2025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05EC8-5BEE-7C9A-8E00-AACDFB63C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43AE1-6437-E482-A0C1-E4CB33CCA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BA7DC-8821-4C90-93B8-8807D361220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83040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5824B-EE8F-CDB8-2A55-9E82FF1E9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69A49-FA72-E35A-0C7E-915985A04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5E51D-7C27-EEFE-FDBD-F6635A4D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549FD-D788-4AA2-84D0-2611CEC856E1}" type="datetimeFigureOut">
              <a:rPr lang="LID4096" smtClean="0"/>
              <a:t>09/04/2025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245DA-6DF0-6EEF-5FE6-869773EE0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B0A42-A222-0723-9F8C-D6E9AFD26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BA7DC-8821-4C90-93B8-8807D361220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73258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95220-736A-D510-A3B4-E15B5DA24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8E3D3-22B3-96E3-C0E6-2A913D70E4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2EC259-19D3-01D2-1B3A-F689B6C810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D003C-D310-7EBF-73B6-E00EE2A29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549FD-D788-4AA2-84D0-2611CEC856E1}" type="datetimeFigureOut">
              <a:rPr lang="LID4096" smtClean="0"/>
              <a:t>09/04/2025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0A542F-7E0E-B421-341C-EA53F2B30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8C7C4-92E9-CF96-FE1D-30F8AB039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BA7DC-8821-4C90-93B8-8807D361220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18351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43361-4EB4-4B3E-1B15-5A84599E3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D2BAD-60BC-1CF7-332B-E4671C635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AB55E1-6D26-D77F-1A12-D7184EDCD0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7BBB18-F242-3A6D-4CC0-0EFDCACF20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622EBE-A099-AC27-74F1-3BB8DAD6B6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20EA1E-77DB-5B26-B9FD-AE7CD5741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549FD-D788-4AA2-84D0-2611CEC856E1}" type="datetimeFigureOut">
              <a:rPr lang="LID4096" smtClean="0"/>
              <a:t>09/04/2025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73DAD5-C943-AE6B-6023-22CEBF6DA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7F0984-FD1B-2334-8A05-9789A8687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BA7DC-8821-4C90-93B8-8807D361220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61304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F3F53-BD71-81EF-FE25-9FA8BB396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A0FA0E-26AC-BA8C-E37C-AFEB8A40E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549FD-D788-4AA2-84D0-2611CEC856E1}" type="datetimeFigureOut">
              <a:rPr lang="LID4096" smtClean="0"/>
              <a:t>09/04/2025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EE2136-175F-D053-9FBC-323490230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1E12D7-0172-427E-1CE6-07392D25A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BA7DC-8821-4C90-93B8-8807D361220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2643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A6D164-B7DE-346B-5409-5177CEAAF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549FD-D788-4AA2-84D0-2611CEC856E1}" type="datetimeFigureOut">
              <a:rPr lang="LID4096" smtClean="0"/>
              <a:t>09/04/2025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DE9DEE-57DE-83EB-F9FC-0811EE9A4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630716-CE69-3BF2-BE2F-6AAB84392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BA7DC-8821-4C90-93B8-8807D361220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0850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65C35-05D1-2BB7-B801-6F037EFD0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E1DA3-FFEB-BD48-453B-73BCB836B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C38986-2E4F-F9D2-B671-440B0971CC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01202D-1480-FDA9-1EFA-222FA75C2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549FD-D788-4AA2-84D0-2611CEC856E1}" type="datetimeFigureOut">
              <a:rPr lang="LID4096" smtClean="0"/>
              <a:t>09/04/2025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B43B1-3E8B-720F-1BD4-68EAE73D1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1E453-0EE5-FA93-FB18-BD4269F9E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BA7DC-8821-4C90-93B8-8807D361220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52243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47BA2-AD04-A71E-4414-EB6748A1D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903923-A67D-A3AC-8020-C267E68D09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52C71-B9F6-7ACF-BF68-7C3AEC67D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5B1F9-22ED-E6C8-0602-2021B8E6A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549FD-D788-4AA2-84D0-2611CEC856E1}" type="datetimeFigureOut">
              <a:rPr lang="LID4096" smtClean="0"/>
              <a:t>09/04/2025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08AE9F-169D-1B53-C48D-39DF7DB81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60DCD-BDC0-CDB5-E4F7-368DD383C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BA7DC-8821-4C90-93B8-8807D361220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6705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E5DC8-DA29-5CC3-975D-5027914C9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56FB07-8334-B1EC-4B2C-8FDE4B0D6B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579DB-4EEC-C6C9-49C4-3E16D90C3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549FD-D788-4AA2-84D0-2611CEC856E1}" type="datetimeFigureOut">
              <a:rPr lang="LID4096" smtClean="0"/>
              <a:t>09/04/2025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CFD72-240C-1F34-FE3F-82C726DA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248AE-EDCB-4A75-1048-760DA3FDA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BA7DC-8821-4C90-93B8-8807D361220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72343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C666B2-559A-D1A4-4B5C-2FAD93F2FA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F64EEE-1E5E-A89E-7F46-063C9474E6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B7A33-9F77-3877-D23C-D325D499C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549FD-D788-4AA2-84D0-2611CEC856E1}" type="datetimeFigureOut">
              <a:rPr lang="LID4096" smtClean="0"/>
              <a:t>09/04/2025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7AB53-41B9-6740-FA64-424D6FAF9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B894B-FA39-0D49-D200-1FFCFF88B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BA7DC-8821-4C90-93B8-8807D361220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49424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7E171B-2A83-3FD7-19E7-6A77B48D0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4B5BD-C395-FA8A-077D-AB867EAFC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363AF-DB3D-B5D7-2887-C3F52FEB0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1549FD-D788-4AA2-84D0-2611CEC856E1}" type="datetimeFigureOut">
              <a:rPr lang="LID4096" smtClean="0"/>
              <a:t>09/04/2025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29A58-D7E9-8D1E-2EA1-0B04A1EA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D2AB3-2A61-0882-05EE-24829B3CBA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3BA7DC-8821-4C90-93B8-8807D361220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84383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5F3A2-995D-D9E3-255E-3AE8E763C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8F27A05-907B-DBCF-F6B5-77A8B6EB9B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7656443"/>
              </p:ext>
            </p:extLst>
          </p:nvPr>
        </p:nvGraphicFramePr>
        <p:xfrm>
          <a:off x="1524000" y="-99392"/>
          <a:ext cx="9144000" cy="7690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83649781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78979639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471245607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4641601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123156398"/>
                    </a:ext>
                  </a:extLst>
                </a:gridCol>
              </a:tblGrid>
              <a:tr h="1391478"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  <a:p>
                      <a:pPr algn="ctr"/>
                      <a:endParaRPr lang="en-US" b="1"/>
                    </a:p>
                    <a:p>
                      <a:pPr algn="ctr"/>
                      <a:endParaRPr lang="en-US" b="1"/>
                    </a:p>
                    <a:p>
                      <a:pPr algn="ctr"/>
                      <a:endParaRPr lang="en-US" sz="1800" b="1"/>
                    </a:p>
                    <a:p>
                      <a:pPr algn="ctr"/>
                      <a:endParaRPr lang="en-US" sz="1800" b="1"/>
                    </a:p>
                    <a:p>
                      <a:pPr algn="ctr"/>
                      <a:r>
                        <a:rPr lang="en-US" sz="2200" b="1"/>
                        <a:t>PAST</a:t>
                      </a:r>
                      <a:endParaRPr lang="LID4096" sz="2200" b="1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  <a:p>
                      <a:pPr algn="ctr"/>
                      <a:endParaRPr lang="en-US" b="1"/>
                    </a:p>
                    <a:p>
                      <a:pPr algn="ctr"/>
                      <a:endParaRPr lang="en-US" b="1"/>
                    </a:p>
                    <a:p>
                      <a:pPr algn="ctr"/>
                      <a:endParaRPr lang="en-US" b="1"/>
                    </a:p>
                    <a:p>
                      <a:pPr algn="ctr"/>
                      <a:endParaRPr lang="en-US" b="1"/>
                    </a:p>
                    <a:p>
                      <a:pPr algn="ctr"/>
                      <a:r>
                        <a:rPr lang="en-US" sz="2200" b="1"/>
                        <a:t>PRESENT</a:t>
                      </a:r>
                      <a:endParaRPr lang="LID4096" sz="2200" b="1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  <a:p>
                      <a:pPr algn="ctr"/>
                      <a:endParaRPr lang="en-US" b="1"/>
                    </a:p>
                    <a:p>
                      <a:pPr algn="ctr"/>
                      <a:endParaRPr lang="en-US" b="1"/>
                    </a:p>
                    <a:p>
                      <a:pPr algn="ctr"/>
                      <a:endParaRPr lang="en-US" b="1"/>
                    </a:p>
                    <a:p>
                      <a:pPr algn="ctr"/>
                      <a:endParaRPr lang="en-US" b="1"/>
                    </a:p>
                    <a:p>
                      <a:pPr algn="ctr"/>
                      <a:r>
                        <a:rPr lang="en-US" sz="2200" b="1"/>
                        <a:t>FUTURE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  <a:p>
                      <a:pPr algn="ctr"/>
                      <a:endParaRPr lang="en-US" b="1"/>
                    </a:p>
                    <a:p>
                      <a:pPr algn="ctr"/>
                      <a:endParaRPr lang="en-US" b="1"/>
                    </a:p>
                    <a:p>
                      <a:pPr algn="ctr"/>
                      <a:endParaRPr lang="en-US" b="1"/>
                    </a:p>
                    <a:p>
                      <a:pPr algn="ctr"/>
                      <a:endParaRPr lang="en-US" b="1"/>
                    </a:p>
                    <a:p>
                      <a:pPr algn="ctr"/>
                      <a:r>
                        <a:rPr lang="en-US" sz="2200" b="1"/>
                        <a:t>NEGATIVES</a:t>
                      </a:r>
                      <a:endParaRPr lang="LID4096" sz="2200" b="1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  <a:p>
                      <a:pPr algn="ctr"/>
                      <a:endParaRPr lang="en-US" b="1"/>
                    </a:p>
                    <a:p>
                      <a:pPr algn="ctr"/>
                      <a:endParaRPr lang="en-US" b="1"/>
                    </a:p>
                    <a:p>
                      <a:pPr algn="ctr"/>
                      <a:endParaRPr lang="en-US" b="1"/>
                    </a:p>
                    <a:p>
                      <a:pPr algn="ctr"/>
                      <a:endParaRPr lang="en-US" b="1"/>
                    </a:p>
                    <a:p>
                      <a:pPr algn="ctr"/>
                      <a:r>
                        <a:rPr lang="en-US" sz="2200" b="1"/>
                        <a:t>QUESTIONS</a:t>
                      </a:r>
                      <a:endParaRPr lang="LID4096" sz="2200" b="1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5082277"/>
                  </a:ext>
                </a:extLst>
              </a:tr>
              <a:tr h="1391478">
                <a:tc>
                  <a:txBody>
                    <a:bodyPr/>
                    <a:lstStyle/>
                    <a:p>
                      <a:pPr algn="ctr"/>
                      <a:r>
                        <a:rPr lang="en-US" sz="4800" b="1">
                          <a:solidFill>
                            <a:srgbClr val="FFFF00"/>
                          </a:solidFill>
                        </a:rPr>
                        <a:t>$100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>
                          <a:solidFill>
                            <a:srgbClr val="FFFF00"/>
                          </a:solidFill>
                        </a:rPr>
                        <a:t>$100</a:t>
                      </a:r>
                      <a:endParaRPr lang="LID4096" sz="4800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>
                          <a:solidFill>
                            <a:srgbClr val="FFFF00"/>
                          </a:solidFill>
                        </a:rPr>
                        <a:t>$100</a:t>
                      </a:r>
                      <a:endParaRPr lang="LID4096" sz="4800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>
                          <a:solidFill>
                            <a:srgbClr val="FFFF00"/>
                          </a:solidFill>
                        </a:rPr>
                        <a:t>$100</a:t>
                      </a:r>
                      <a:endParaRPr lang="LID4096" sz="4800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>
                          <a:solidFill>
                            <a:srgbClr val="FFFF00"/>
                          </a:solidFill>
                        </a:rPr>
                        <a:t>$100</a:t>
                      </a:r>
                      <a:endParaRPr lang="LID4096" sz="4800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783935"/>
                  </a:ext>
                </a:extLst>
              </a:tr>
              <a:tr h="139147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>
                          <a:solidFill>
                            <a:srgbClr val="FFFF00"/>
                          </a:solidFill>
                        </a:rPr>
                        <a:t>$200</a:t>
                      </a:r>
                      <a:endParaRPr lang="LID4096" sz="4800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>
                          <a:solidFill>
                            <a:srgbClr val="FFFF00"/>
                          </a:solidFill>
                        </a:rPr>
                        <a:t>$200</a:t>
                      </a:r>
                      <a:endParaRPr lang="LID4096" sz="4800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>
                          <a:solidFill>
                            <a:srgbClr val="FFFF00"/>
                          </a:solidFill>
                        </a:rPr>
                        <a:t>$200</a:t>
                      </a:r>
                      <a:endParaRPr lang="LID4096" sz="4800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>
                          <a:solidFill>
                            <a:srgbClr val="FFFF00"/>
                          </a:solidFill>
                        </a:rPr>
                        <a:t>$200</a:t>
                      </a:r>
                      <a:endParaRPr lang="LID4096" sz="4800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>
                          <a:solidFill>
                            <a:srgbClr val="FFFF00"/>
                          </a:solidFill>
                        </a:rPr>
                        <a:t>$200</a:t>
                      </a:r>
                      <a:endParaRPr lang="LID4096" sz="4800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590835"/>
                  </a:ext>
                </a:extLst>
              </a:tr>
              <a:tr h="139147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>
                          <a:solidFill>
                            <a:srgbClr val="FFFF00"/>
                          </a:solidFill>
                        </a:rPr>
                        <a:t>$300</a:t>
                      </a:r>
                      <a:endParaRPr lang="LID4096" sz="4800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>
                          <a:solidFill>
                            <a:srgbClr val="FFFF00"/>
                          </a:solidFill>
                        </a:rPr>
                        <a:t>$300</a:t>
                      </a:r>
                      <a:endParaRPr lang="LID4096" sz="4800" b="1">
                        <a:solidFill>
                          <a:srgbClr val="FFFF00"/>
                        </a:solidFill>
                      </a:endParaRPr>
                    </a:p>
                    <a:p>
                      <a:pPr algn="ctr"/>
                      <a:endParaRPr lang="LID4096" sz="4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>
                          <a:solidFill>
                            <a:srgbClr val="FFFF00"/>
                          </a:solidFill>
                        </a:rPr>
                        <a:t>$300</a:t>
                      </a:r>
                      <a:endParaRPr lang="LID4096" sz="4800" b="1">
                        <a:solidFill>
                          <a:srgbClr val="FFFF00"/>
                        </a:solidFill>
                      </a:endParaRPr>
                    </a:p>
                    <a:p>
                      <a:pPr algn="ctr"/>
                      <a:endParaRPr lang="LID4096" sz="4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>
                          <a:solidFill>
                            <a:srgbClr val="FFFF00"/>
                          </a:solidFill>
                        </a:rPr>
                        <a:t>$300</a:t>
                      </a:r>
                      <a:endParaRPr lang="LID4096" sz="4800" b="1">
                        <a:solidFill>
                          <a:srgbClr val="FFFF00"/>
                        </a:solidFill>
                      </a:endParaRPr>
                    </a:p>
                    <a:p>
                      <a:pPr algn="ctr"/>
                      <a:endParaRPr lang="LID4096" sz="4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>
                          <a:solidFill>
                            <a:srgbClr val="FFFF00"/>
                          </a:solidFill>
                        </a:rPr>
                        <a:t>$300</a:t>
                      </a:r>
                      <a:endParaRPr lang="LID4096" sz="4800" b="1">
                        <a:solidFill>
                          <a:srgbClr val="FFFF00"/>
                        </a:solidFill>
                      </a:endParaRPr>
                    </a:p>
                    <a:p>
                      <a:pPr algn="ctr"/>
                      <a:endParaRPr lang="LID4096" sz="4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3954561"/>
                  </a:ext>
                </a:extLst>
              </a:tr>
              <a:tr h="139147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>
                          <a:solidFill>
                            <a:srgbClr val="FFFF00"/>
                          </a:solidFill>
                        </a:rPr>
                        <a:t>$400</a:t>
                      </a:r>
                      <a:endParaRPr lang="LID4096" sz="4800" b="1">
                        <a:solidFill>
                          <a:srgbClr val="FFFF00"/>
                        </a:solidFill>
                      </a:endParaRPr>
                    </a:p>
                    <a:p>
                      <a:pPr algn="ctr"/>
                      <a:endParaRPr lang="LID4096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>
                          <a:solidFill>
                            <a:srgbClr val="FFFF00"/>
                          </a:solidFill>
                        </a:rPr>
                        <a:t>$400</a:t>
                      </a:r>
                      <a:endParaRPr lang="LID4096" sz="4800" b="1">
                        <a:solidFill>
                          <a:srgbClr val="FFFF00"/>
                        </a:solidFill>
                      </a:endParaRPr>
                    </a:p>
                    <a:p>
                      <a:pPr algn="ctr"/>
                      <a:endParaRPr lang="LID4096" sz="4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>
                          <a:solidFill>
                            <a:srgbClr val="FFFF00"/>
                          </a:solidFill>
                        </a:rPr>
                        <a:t>$400</a:t>
                      </a:r>
                      <a:endParaRPr lang="LID4096" sz="4800" b="1">
                        <a:solidFill>
                          <a:srgbClr val="FFFF00"/>
                        </a:solidFill>
                      </a:endParaRPr>
                    </a:p>
                    <a:p>
                      <a:pPr algn="ctr"/>
                      <a:endParaRPr lang="LID4096" sz="4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>
                          <a:solidFill>
                            <a:srgbClr val="FFFF00"/>
                          </a:solidFill>
                        </a:rPr>
                        <a:t>$400</a:t>
                      </a:r>
                      <a:endParaRPr lang="LID4096" sz="4800" b="1">
                        <a:solidFill>
                          <a:srgbClr val="FFFF00"/>
                        </a:solidFill>
                      </a:endParaRPr>
                    </a:p>
                    <a:p>
                      <a:pPr algn="ctr"/>
                      <a:endParaRPr lang="LID4096" sz="4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>
                          <a:solidFill>
                            <a:srgbClr val="FFFF00"/>
                          </a:solidFill>
                        </a:rPr>
                        <a:t>$400</a:t>
                      </a:r>
                      <a:endParaRPr lang="LID4096" sz="4800" b="1">
                        <a:solidFill>
                          <a:srgbClr val="FFFF00"/>
                        </a:solidFill>
                      </a:endParaRPr>
                    </a:p>
                    <a:p>
                      <a:pPr algn="ctr"/>
                      <a:endParaRPr lang="LID4096" sz="4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916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038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45</Words>
  <Application>Microsoft Office PowerPoint</Application>
  <PresentationFormat>Widescreen</PresentationFormat>
  <Paragraphs>50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de France</dc:creator>
  <cp:lastModifiedBy>Thomas de France</cp:lastModifiedBy>
  <cp:revision>1</cp:revision>
  <dcterms:created xsi:type="dcterms:W3CDTF">2025-09-04T20:47:16Z</dcterms:created>
  <dcterms:modified xsi:type="dcterms:W3CDTF">2025-09-04T20:49:56Z</dcterms:modified>
</cp:coreProperties>
</file>