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Override1.xml" ContentType="application/vnd.openxmlformats-officedocument.themeOverride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4"/>
  </p:sldMasterIdLst>
  <p:notesMasterIdLst>
    <p:notesMasterId r:id="rId44"/>
  </p:notesMasterIdLst>
  <p:sldIdLst>
    <p:sldId id="256" r:id="rId5"/>
    <p:sldId id="308" r:id="rId6"/>
    <p:sldId id="366" r:id="rId7"/>
    <p:sldId id="335" r:id="rId8"/>
    <p:sldId id="367" r:id="rId9"/>
    <p:sldId id="337" r:id="rId10"/>
    <p:sldId id="339" r:id="rId11"/>
    <p:sldId id="340" r:id="rId12"/>
    <p:sldId id="341" r:id="rId13"/>
    <p:sldId id="342" r:id="rId14"/>
    <p:sldId id="309" r:id="rId15"/>
    <p:sldId id="368" r:id="rId16"/>
    <p:sldId id="344" r:id="rId17"/>
    <p:sldId id="345" r:id="rId18"/>
    <p:sldId id="372" r:id="rId19"/>
    <p:sldId id="373" r:id="rId20"/>
    <p:sldId id="374" r:id="rId21"/>
    <p:sldId id="346" r:id="rId22"/>
    <p:sldId id="347" r:id="rId23"/>
    <p:sldId id="348" r:id="rId24"/>
    <p:sldId id="349" r:id="rId25"/>
    <p:sldId id="350" r:id="rId26"/>
    <p:sldId id="351" r:id="rId27"/>
    <p:sldId id="352" r:id="rId28"/>
    <p:sldId id="353" r:id="rId29"/>
    <p:sldId id="354" r:id="rId30"/>
    <p:sldId id="355" r:id="rId31"/>
    <p:sldId id="357" r:id="rId32"/>
    <p:sldId id="358" r:id="rId33"/>
    <p:sldId id="359" r:id="rId34"/>
    <p:sldId id="360" r:id="rId35"/>
    <p:sldId id="361" r:id="rId36"/>
    <p:sldId id="362" r:id="rId37"/>
    <p:sldId id="363" r:id="rId38"/>
    <p:sldId id="364" r:id="rId39"/>
    <p:sldId id="365" r:id="rId40"/>
    <p:sldId id="369" r:id="rId41"/>
    <p:sldId id="370" r:id="rId42"/>
    <p:sldId id="371" r:id="rId43"/>
  </p:sldIdLst>
  <p:sldSz cx="9144000" cy="6858000" type="screen4x3"/>
  <p:notesSz cx="6735763" cy="9866313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5ED928B6-0528-40D6-BAFD-3497BAF790A5}">
          <p14:sldIdLst>
            <p14:sldId id="256"/>
            <p14:sldId id="308"/>
            <p14:sldId id="366"/>
            <p14:sldId id="335"/>
            <p14:sldId id="367"/>
            <p14:sldId id="337"/>
            <p14:sldId id="339"/>
            <p14:sldId id="340"/>
            <p14:sldId id="341"/>
            <p14:sldId id="342"/>
            <p14:sldId id="309"/>
            <p14:sldId id="368"/>
          </p14:sldIdLst>
        </p14:section>
        <p14:section name="Questions &amp; Negations" id="{F5CB063A-6CB0-4D69-A9FF-2BE0CF278C8A}">
          <p14:sldIdLst>
            <p14:sldId id="344"/>
            <p14:sldId id="345"/>
            <p14:sldId id="372"/>
            <p14:sldId id="373"/>
            <p14:sldId id="374"/>
            <p14:sldId id="346"/>
            <p14:sldId id="347"/>
            <p14:sldId id="348"/>
            <p14:sldId id="349"/>
            <p14:sldId id="350"/>
            <p14:sldId id="351"/>
            <p14:sldId id="352"/>
            <p14:sldId id="353"/>
            <p14:sldId id="354"/>
            <p14:sldId id="355"/>
          </p14:sldIdLst>
        </p14:section>
        <p14:section name="Agreement" id="{4DC45406-445B-4C1E-A02B-79540D299FA7}">
          <p14:sldIdLst>
            <p14:sldId id="357"/>
            <p14:sldId id="358"/>
            <p14:sldId id="359"/>
            <p14:sldId id="360"/>
            <p14:sldId id="361"/>
            <p14:sldId id="362"/>
            <p14:sldId id="363"/>
            <p14:sldId id="364"/>
            <p14:sldId id="365"/>
            <p14:sldId id="369"/>
            <p14:sldId id="370"/>
            <p14:sldId id="371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Fatima Kajouj" initials="FK" lastIdx="1" clrIdx="0">
    <p:extLst>
      <p:ext uri="{19B8F6BF-5375-455C-9EA6-DF929625EA0E}">
        <p15:presenceInfo xmlns:p15="http://schemas.microsoft.com/office/powerpoint/2012/main" userId="S-1-5-21-1757436266-1070379326-1452763161-106701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AE0C334-4B16-4CBC-A83A-0D4CC757B0F4}" v="55" dt="2025-02-12T11:20:19.05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361" autoAdjust="0"/>
    <p:restoredTop sz="88632" autoAdjust="0"/>
  </p:normalViewPr>
  <p:slideViewPr>
    <p:cSldViewPr>
      <p:cViewPr varScale="1">
        <p:scale>
          <a:sx n="57" d="100"/>
          <a:sy n="57" d="100"/>
        </p:scale>
        <p:origin x="1548" y="3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31" d="100"/>
        <a:sy n="131" d="100"/>
      </p:scale>
      <p:origin x="0" y="-10445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viewProps" Target="viewProps.xml"/><Relationship Id="rId50" Type="http://schemas.microsoft.com/office/2016/11/relationships/changesInfo" Target="changesInfos/changesInfo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commentAuthors" Target="comment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theme" Target="theme/theme1.xml"/><Relationship Id="rId8" Type="http://schemas.openxmlformats.org/officeDocument/2006/relationships/slide" Target="slides/slide4.xml"/><Relationship Id="rId51" Type="http://schemas.microsoft.com/office/2015/10/relationships/revisionInfo" Target="revisionInfo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presProps" Target="presProps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homas de France" userId="fbd91d28-26b5-4f93-b162-d3fc612d7479" providerId="ADAL" clId="{690FFEB3-6A72-429F-A1CE-EC3E564E7F2A}"/>
    <pc:docChg chg="custSel modSld">
      <pc:chgData name="Thomas de France" userId="fbd91d28-26b5-4f93-b162-d3fc612d7479" providerId="ADAL" clId="{690FFEB3-6A72-429F-A1CE-EC3E564E7F2A}" dt="2024-09-10T09:45:37.756" v="431" actId="20577"/>
      <pc:docMkLst>
        <pc:docMk/>
      </pc:docMkLst>
      <pc:sldChg chg="modSp mod">
        <pc:chgData name="Thomas de France" userId="fbd91d28-26b5-4f93-b162-d3fc612d7479" providerId="ADAL" clId="{690FFEB3-6A72-429F-A1CE-EC3E564E7F2A}" dt="2024-09-10T08:55:52.629" v="11" actId="20577"/>
        <pc:sldMkLst>
          <pc:docMk/>
          <pc:sldMk cId="4087256311" sldId="309"/>
        </pc:sldMkLst>
      </pc:sldChg>
      <pc:sldChg chg="modSp mod">
        <pc:chgData name="Thomas de France" userId="fbd91d28-26b5-4f93-b162-d3fc612d7479" providerId="ADAL" clId="{690FFEB3-6A72-429F-A1CE-EC3E564E7F2A}" dt="2024-09-10T09:43:48.756" v="380" actId="20577"/>
        <pc:sldMkLst>
          <pc:docMk/>
          <pc:sldMk cId="2138048556" sldId="347"/>
        </pc:sldMkLst>
      </pc:sldChg>
      <pc:sldChg chg="modSp">
        <pc:chgData name="Thomas de France" userId="fbd91d28-26b5-4f93-b162-d3fc612d7479" providerId="ADAL" clId="{690FFEB3-6A72-429F-A1CE-EC3E564E7F2A}" dt="2024-09-10T09:23:58.606" v="47" actId="115"/>
        <pc:sldMkLst>
          <pc:docMk/>
          <pc:sldMk cId="3300873791" sldId="348"/>
        </pc:sldMkLst>
      </pc:sldChg>
      <pc:sldChg chg="modSp mod modAnim">
        <pc:chgData name="Thomas de France" userId="fbd91d28-26b5-4f93-b162-d3fc612d7479" providerId="ADAL" clId="{690FFEB3-6A72-429F-A1CE-EC3E564E7F2A}" dt="2024-09-10T09:43:34.865" v="376" actId="20577"/>
        <pc:sldMkLst>
          <pc:docMk/>
          <pc:sldMk cId="2836144637" sldId="349"/>
        </pc:sldMkLst>
      </pc:sldChg>
      <pc:sldChg chg="modSp mod">
        <pc:chgData name="Thomas de France" userId="fbd91d28-26b5-4f93-b162-d3fc612d7479" providerId="ADAL" clId="{690FFEB3-6A72-429F-A1CE-EC3E564E7F2A}" dt="2024-09-10T09:43:21.291" v="355" actId="20577"/>
        <pc:sldMkLst>
          <pc:docMk/>
          <pc:sldMk cId="401139725" sldId="350"/>
        </pc:sldMkLst>
      </pc:sldChg>
      <pc:sldChg chg="modSp mod modAnim">
        <pc:chgData name="Thomas de France" userId="fbd91d28-26b5-4f93-b162-d3fc612d7479" providerId="ADAL" clId="{690FFEB3-6A72-429F-A1CE-EC3E564E7F2A}" dt="2024-09-10T09:45:19.934" v="413" actId="20577"/>
        <pc:sldMkLst>
          <pc:docMk/>
          <pc:sldMk cId="1714085871" sldId="353"/>
        </pc:sldMkLst>
      </pc:sldChg>
      <pc:sldChg chg="modSp">
        <pc:chgData name="Thomas de France" userId="fbd91d28-26b5-4f93-b162-d3fc612d7479" providerId="ADAL" clId="{690FFEB3-6A72-429F-A1CE-EC3E564E7F2A}" dt="2024-09-10T09:45:37.756" v="431" actId="20577"/>
        <pc:sldMkLst>
          <pc:docMk/>
          <pc:sldMk cId="4005483952" sldId="354"/>
        </pc:sldMkLst>
      </pc:sldChg>
    </pc:docChg>
  </pc:docChgLst>
  <pc:docChgLst>
    <pc:chgData name="Fatima Kajouj" userId="c3170573-fe56-4cc3-a17b-b68bb4d2c2dc" providerId="ADAL" clId="{9E76E538-3F22-42AC-A603-020F5CC66717}"/>
    <pc:docChg chg="modSld addSection modSection">
      <pc:chgData name="Fatima Kajouj" userId="c3170573-fe56-4cc3-a17b-b68bb4d2c2dc" providerId="ADAL" clId="{9E76E538-3F22-42AC-A603-020F5CC66717}" dt="2023-08-28T18:39:59.700" v="36" actId="17846"/>
      <pc:docMkLst>
        <pc:docMk/>
      </pc:docMkLst>
      <pc:sldChg chg="modSp mod">
        <pc:chgData name="Fatima Kajouj" userId="c3170573-fe56-4cc3-a17b-b68bb4d2c2dc" providerId="ADAL" clId="{9E76E538-3F22-42AC-A603-020F5CC66717}" dt="2023-08-22T15:46:21.827" v="29" actId="20577"/>
        <pc:sldMkLst>
          <pc:docMk/>
          <pc:sldMk cId="3682992781" sldId="308"/>
        </pc:sldMkLst>
      </pc:sldChg>
      <pc:sldChg chg="modSp mod">
        <pc:chgData name="Fatima Kajouj" userId="c3170573-fe56-4cc3-a17b-b68bb4d2c2dc" providerId="ADAL" clId="{9E76E538-3F22-42AC-A603-020F5CC66717}" dt="2023-08-22T15:47:18.595" v="32" actId="20577"/>
        <pc:sldMkLst>
          <pc:docMk/>
          <pc:sldMk cId="1563076263" sldId="356"/>
        </pc:sldMkLst>
      </pc:sldChg>
    </pc:docChg>
  </pc:docChgLst>
  <pc:docChgLst>
    <pc:chgData name="Thomas de France" userId="fbd91d28-26b5-4f93-b162-d3fc612d7479" providerId="ADAL" clId="{1AE0C334-4B16-4CBC-A83A-0D4CC757B0F4}"/>
    <pc:docChg chg="undo custSel addSld delSld modSld sldOrd modSection modNotesMaster">
      <pc:chgData name="Thomas de France" userId="fbd91d28-26b5-4f93-b162-d3fc612d7479" providerId="ADAL" clId="{1AE0C334-4B16-4CBC-A83A-0D4CC757B0F4}" dt="2025-02-12T11:25:17.189" v="1378" actId="20577"/>
      <pc:docMkLst>
        <pc:docMk/>
      </pc:docMkLst>
      <pc:sldChg chg="ord">
        <pc:chgData name="Thomas de France" userId="fbd91d28-26b5-4f93-b162-d3fc612d7479" providerId="ADAL" clId="{1AE0C334-4B16-4CBC-A83A-0D4CC757B0F4}" dt="2025-02-12T10:31:02.225" v="2"/>
        <pc:sldMkLst>
          <pc:docMk/>
          <pc:sldMk cId="3682992781" sldId="308"/>
        </pc:sldMkLst>
      </pc:sldChg>
      <pc:sldChg chg="modSp mod">
        <pc:chgData name="Thomas de France" userId="fbd91d28-26b5-4f93-b162-d3fc612d7479" providerId="ADAL" clId="{1AE0C334-4B16-4CBC-A83A-0D4CC757B0F4}" dt="2025-02-12T10:46:42.876" v="141" actId="20577"/>
        <pc:sldMkLst>
          <pc:docMk/>
          <pc:sldMk cId="4087256311" sldId="309"/>
        </pc:sldMkLst>
        <pc:spChg chg="mod">
          <ac:chgData name="Thomas de France" userId="fbd91d28-26b5-4f93-b162-d3fc612d7479" providerId="ADAL" clId="{1AE0C334-4B16-4CBC-A83A-0D4CC757B0F4}" dt="2025-02-12T10:46:42.876" v="141" actId="20577"/>
          <ac:spMkLst>
            <pc:docMk/>
            <pc:sldMk cId="4087256311" sldId="309"/>
            <ac:spMk id="3" creationId="{00000000-0000-0000-0000-000000000000}"/>
          </ac:spMkLst>
        </pc:spChg>
      </pc:sldChg>
      <pc:sldChg chg="add">
        <pc:chgData name="Thomas de France" userId="fbd91d28-26b5-4f93-b162-d3fc612d7479" providerId="ADAL" clId="{1AE0C334-4B16-4CBC-A83A-0D4CC757B0F4}" dt="2025-02-04T22:23:26.699" v="0"/>
        <pc:sldMkLst>
          <pc:docMk/>
          <pc:sldMk cId="1200338313" sldId="335"/>
        </pc:sldMkLst>
      </pc:sldChg>
      <pc:sldChg chg="modSp add">
        <pc:chgData name="Thomas de France" userId="fbd91d28-26b5-4f93-b162-d3fc612d7479" providerId="ADAL" clId="{1AE0C334-4B16-4CBC-A83A-0D4CC757B0F4}" dt="2025-02-12T10:58:36.598" v="245" actId="20577"/>
        <pc:sldMkLst>
          <pc:docMk/>
          <pc:sldMk cId="3905656950" sldId="337"/>
        </pc:sldMkLst>
        <pc:spChg chg="mod">
          <ac:chgData name="Thomas de France" userId="fbd91d28-26b5-4f93-b162-d3fc612d7479" providerId="ADAL" clId="{1AE0C334-4B16-4CBC-A83A-0D4CC757B0F4}" dt="2025-02-12T10:58:36.598" v="245" actId="20577"/>
          <ac:spMkLst>
            <pc:docMk/>
            <pc:sldMk cId="3905656950" sldId="337"/>
            <ac:spMk id="12291" creationId="{00000000-0000-0000-0000-000000000000}"/>
          </ac:spMkLst>
        </pc:spChg>
      </pc:sldChg>
      <pc:sldChg chg="add">
        <pc:chgData name="Thomas de France" userId="fbd91d28-26b5-4f93-b162-d3fc612d7479" providerId="ADAL" clId="{1AE0C334-4B16-4CBC-A83A-0D4CC757B0F4}" dt="2025-02-04T22:23:26.699" v="0"/>
        <pc:sldMkLst>
          <pc:docMk/>
          <pc:sldMk cId="560438664" sldId="339"/>
        </pc:sldMkLst>
      </pc:sldChg>
      <pc:sldChg chg="add">
        <pc:chgData name="Thomas de France" userId="fbd91d28-26b5-4f93-b162-d3fc612d7479" providerId="ADAL" clId="{1AE0C334-4B16-4CBC-A83A-0D4CC757B0F4}" dt="2025-02-04T22:23:26.699" v="0"/>
        <pc:sldMkLst>
          <pc:docMk/>
          <pc:sldMk cId="884373031" sldId="340"/>
        </pc:sldMkLst>
      </pc:sldChg>
      <pc:sldChg chg="modSp add">
        <pc:chgData name="Thomas de France" userId="fbd91d28-26b5-4f93-b162-d3fc612d7479" providerId="ADAL" clId="{1AE0C334-4B16-4CBC-A83A-0D4CC757B0F4}" dt="2025-02-12T10:59:29.733" v="251" actId="113"/>
        <pc:sldMkLst>
          <pc:docMk/>
          <pc:sldMk cId="1524811275" sldId="341"/>
        </pc:sldMkLst>
        <pc:spChg chg="mod">
          <ac:chgData name="Thomas de France" userId="fbd91d28-26b5-4f93-b162-d3fc612d7479" providerId="ADAL" clId="{1AE0C334-4B16-4CBC-A83A-0D4CC757B0F4}" dt="2025-02-12T10:59:29.733" v="251" actId="113"/>
          <ac:spMkLst>
            <pc:docMk/>
            <pc:sldMk cId="1524811275" sldId="341"/>
            <ac:spMk id="3" creationId="{00000000-0000-0000-0000-000000000000}"/>
          </ac:spMkLst>
        </pc:spChg>
      </pc:sldChg>
      <pc:sldChg chg="add">
        <pc:chgData name="Thomas de France" userId="fbd91d28-26b5-4f93-b162-d3fc612d7479" providerId="ADAL" clId="{1AE0C334-4B16-4CBC-A83A-0D4CC757B0F4}" dt="2025-02-04T22:23:26.699" v="0"/>
        <pc:sldMkLst>
          <pc:docMk/>
          <pc:sldMk cId="246575869" sldId="342"/>
        </pc:sldMkLst>
      </pc:sldChg>
      <pc:sldChg chg="modAnim">
        <pc:chgData name="Thomas de France" userId="fbd91d28-26b5-4f93-b162-d3fc612d7479" providerId="ADAL" clId="{1AE0C334-4B16-4CBC-A83A-0D4CC757B0F4}" dt="2025-02-12T11:02:35.646" v="264"/>
        <pc:sldMkLst>
          <pc:docMk/>
          <pc:sldMk cId="3923089758" sldId="345"/>
        </pc:sldMkLst>
      </pc:sldChg>
      <pc:sldChg chg="modSp">
        <pc:chgData name="Thomas de France" userId="fbd91d28-26b5-4f93-b162-d3fc612d7479" providerId="ADAL" clId="{1AE0C334-4B16-4CBC-A83A-0D4CC757B0F4}" dt="2025-02-12T11:04:35.703" v="283" actId="20577"/>
        <pc:sldMkLst>
          <pc:docMk/>
          <pc:sldMk cId="2138048556" sldId="347"/>
        </pc:sldMkLst>
        <pc:spChg chg="mod">
          <ac:chgData name="Thomas de France" userId="fbd91d28-26b5-4f93-b162-d3fc612d7479" providerId="ADAL" clId="{1AE0C334-4B16-4CBC-A83A-0D4CC757B0F4}" dt="2025-02-12T11:04:35.703" v="283" actId="20577"/>
          <ac:spMkLst>
            <pc:docMk/>
            <pc:sldMk cId="2138048556" sldId="347"/>
            <ac:spMk id="12291" creationId="{00000000-0000-0000-0000-000000000000}"/>
          </ac:spMkLst>
        </pc:spChg>
      </pc:sldChg>
      <pc:sldChg chg="modSp modAnim">
        <pc:chgData name="Thomas de France" userId="fbd91d28-26b5-4f93-b162-d3fc612d7479" providerId="ADAL" clId="{1AE0C334-4B16-4CBC-A83A-0D4CC757B0F4}" dt="2025-02-12T11:05:40.442" v="287" actId="20577"/>
        <pc:sldMkLst>
          <pc:docMk/>
          <pc:sldMk cId="2836144637" sldId="349"/>
        </pc:sldMkLst>
        <pc:spChg chg="mod">
          <ac:chgData name="Thomas de France" userId="fbd91d28-26b5-4f93-b162-d3fc612d7479" providerId="ADAL" clId="{1AE0C334-4B16-4CBC-A83A-0D4CC757B0F4}" dt="2025-02-12T11:05:40.442" v="287" actId="20577"/>
          <ac:spMkLst>
            <pc:docMk/>
            <pc:sldMk cId="2836144637" sldId="349"/>
            <ac:spMk id="12291" creationId="{00000000-0000-0000-0000-000000000000}"/>
          </ac:spMkLst>
        </pc:spChg>
      </pc:sldChg>
      <pc:sldChg chg="modAnim">
        <pc:chgData name="Thomas de France" userId="fbd91d28-26b5-4f93-b162-d3fc612d7479" providerId="ADAL" clId="{1AE0C334-4B16-4CBC-A83A-0D4CC757B0F4}" dt="2025-02-12T11:05:04.702" v="284"/>
        <pc:sldMkLst>
          <pc:docMk/>
          <pc:sldMk cId="401139725" sldId="350"/>
        </pc:sldMkLst>
      </pc:sldChg>
      <pc:sldChg chg="del">
        <pc:chgData name="Thomas de France" userId="fbd91d28-26b5-4f93-b162-d3fc612d7479" providerId="ADAL" clId="{1AE0C334-4B16-4CBC-A83A-0D4CC757B0F4}" dt="2025-02-12T10:47:55.627" v="162" actId="2696"/>
        <pc:sldMkLst>
          <pc:docMk/>
          <pc:sldMk cId="1563076263" sldId="356"/>
        </pc:sldMkLst>
      </pc:sldChg>
      <pc:sldChg chg="add">
        <pc:chgData name="Thomas de France" userId="fbd91d28-26b5-4f93-b162-d3fc612d7479" providerId="ADAL" clId="{1AE0C334-4B16-4CBC-A83A-0D4CC757B0F4}" dt="2025-02-04T22:23:26.699" v="0"/>
        <pc:sldMkLst>
          <pc:docMk/>
          <pc:sldMk cId="944624358" sldId="366"/>
        </pc:sldMkLst>
      </pc:sldChg>
      <pc:sldChg chg="add">
        <pc:chgData name="Thomas de France" userId="fbd91d28-26b5-4f93-b162-d3fc612d7479" providerId="ADAL" clId="{1AE0C334-4B16-4CBC-A83A-0D4CC757B0F4}" dt="2025-02-04T22:23:26.699" v="0"/>
        <pc:sldMkLst>
          <pc:docMk/>
          <pc:sldMk cId="3224289659" sldId="367"/>
        </pc:sldMkLst>
      </pc:sldChg>
      <pc:sldChg chg="addSp delSp modSp new mod modClrScheme modAnim chgLayout">
        <pc:chgData name="Thomas de France" userId="fbd91d28-26b5-4f93-b162-d3fc612d7479" providerId="ADAL" clId="{1AE0C334-4B16-4CBC-A83A-0D4CC757B0F4}" dt="2025-02-12T11:00:50.948" v="257"/>
        <pc:sldMkLst>
          <pc:docMk/>
          <pc:sldMk cId="2314355755" sldId="368"/>
        </pc:sldMkLst>
        <pc:spChg chg="del mod ord">
          <ac:chgData name="Thomas de France" userId="fbd91d28-26b5-4f93-b162-d3fc612d7479" providerId="ADAL" clId="{1AE0C334-4B16-4CBC-A83A-0D4CC757B0F4}" dt="2025-02-12T10:41:15.576" v="7" actId="700"/>
          <ac:spMkLst>
            <pc:docMk/>
            <pc:sldMk cId="2314355755" sldId="368"/>
            <ac:spMk id="2" creationId="{50629B05-8ABE-0733-92D9-03F79F2B4801}"/>
          </ac:spMkLst>
        </pc:spChg>
        <pc:spChg chg="mod ord">
          <ac:chgData name="Thomas de France" userId="fbd91d28-26b5-4f93-b162-d3fc612d7479" providerId="ADAL" clId="{1AE0C334-4B16-4CBC-A83A-0D4CC757B0F4}" dt="2025-02-12T10:47:04.698" v="161" actId="20577"/>
          <ac:spMkLst>
            <pc:docMk/>
            <pc:sldMk cId="2314355755" sldId="368"/>
            <ac:spMk id="3" creationId="{7A2D548B-E8DA-3611-186D-5FB4F6811B26}"/>
          </ac:spMkLst>
        </pc:spChg>
        <pc:spChg chg="add del mod ord">
          <ac:chgData name="Thomas de France" userId="fbd91d28-26b5-4f93-b162-d3fc612d7479" providerId="ADAL" clId="{1AE0C334-4B16-4CBC-A83A-0D4CC757B0F4}" dt="2025-02-12T10:42:35.204" v="24" actId="700"/>
          <ac:spMkLst>
            <pc:docMk/>
            <pc:sldMk cId="2314355755" sldId="368"/>
            <ac:spMk id="4" creationId="{052ED023-9E73-69EA-DF5A-88EEF8EE256A}"/>
          </ac:spMkLst>
        </pc:spChg>
        <pc:spChg chg="add del mod ord">
          <ac:chgData name="Thomas de France" userId="fbd91d28-26b5-4f93-b162-d3fc612d7479" providerId="ADAL" clId="{1AE0C334-4B16-4CBC-A83A-0D4CC757B0F4}" dt="2025-02-12T10:42:35.204" v="24" actId="700"/>
          <ac:spMkLst>
            <pc:docMk/>
            <pc:sldMk cId="2314355755" sldId="368"/>
            <ac:spMk id="5" creationId="{4F596A7A-E375-A1B2-15AC-A2E02050A0C2}"/>
          </ac:spMkLst>
        </pc:spChg>
        <pc:spChg chg="add mod ord">
          <ac:chgData name="Thomas de France" userId="fbd91d28-26b5-4f93-b162-d3fc612d7479" providerId="ADAL" clId="{1AE0C334-4B16-4CBC-A83A-0D4CC757B0F4}" dt="2025-02-12T10:46:48.660" v="149" actId="20577"/>
          <ac:spMkLst>
            <pc:docMk/>
            <pc:sldMk cId="2314355755" sldId="368"/>
            <ac:spMk id="6" creationId="{E4B1DA75-9C56-8B43-C1AC-F1C1CC234B86}"/>
          </ac:spMkLst>
        </pc:spChg>
      </pc:sldChg>
      <pc:sldChg chg="modSp new mod">
        <pc:chgData name="Thomas de France" userId="fbd91d28-26b5-4f93-b162-d3fc612d7479" providerId="ADAL" clId="{1AE0C334-4B16-4CBC-A83A-0D4CC757B0F4}" dt="2025-02-12T10:54:55.647" v="206" actId="20577"/>
        <pc:sldMkLst>
          <pc:docMk/>
          <pc:sldMk cId="2007866943" sldId="369"/>
        </pc:sldMkLst>
        <pc:spChg chg="mod">
          <ac:chgData name="Thomas de France" userId="fbd91d28-26b5-4f93-b162-d3fc612d7479" providerId="ADAL" clId="{1AE0C334-4B16-4CBC-A83A-0D4CC757B0F4}" dt="2025-02-12T10:54:52.929" v="195" actId="20577"/>
          <ac:spMkLst>
            <pc:docMk/>
            <pc:sldMk cId="2007866943" sldId="369"/>
            <ac:spMk id="2" creationId="{71D62A39-4284-2DCB-E937-574CF39E7ADD}"/>
          </ac:spMkLst>
        </pc:spChg>
        <pc:spChg chg="mod">
          <ac:chgData name="Thomas de France" userId="fbd91d28-26b5-4f93-b162-d3fc612d7479" providerId="ADAL" clId="{1AE0C334-4B16-4CBC-A83A-0D4CC757B0F4}" dt="2025-02-12T10:54:55.647" v="206" actId="20577"/>
          <ac:spMkLst>
            <pc:docMk/>
            <pc:sldMk cId="2007866943" sldId="369"/>
            <ac:spMk id="3" creationId="{5A624D7D-FD21-3488-6E1C-18650A112555}"/>
          </ac:spMkLst>
        </pc:spChg>
      </pc:sldChg>
      <pc:sldChg chg="addSp delSp modSp add mod">
        <pc:chgData name="Thomas de France" userId="fbd91d28-26b5-4f93-b162-d3fc612d7479" providerId="ADAL" clId="{1AE0C334-4B16-4CBC-A83A-0D4CC757B0F4}" dt="2025-02-12T10:55:56.024" v="224" actId="14100"/>
        <pc:sldMkLst>
          <pc:docMk/>
          <pc:sldMk cId="44143453" sldId="370"/>
        </pc:sldMkLst>
        <pc:spChg chg="mod">
          <ac:chgData name="Thomas de France" userId="fbd91d28-26b5-4f93-b162-d3fc612d7479" providerId="ADAL" clId="{1AE0C334-4B16-4CBC-A83A-0D4CC757B0F4}" dt="2025-02-12T10:55:07.780" v="221" actId="20577"/>
          <ac:spMkLst>
            <pc:docMk/>
            <pc:sldMk cId="44143453" sldId="370"/>
            <ac:spMk id="2" creationId="{1E093FB4-8EDE-4A45-FF25-B7C473DE29D1}"/>
          </ac:spMkLst>
        </pc:spChg>
        <pc:spChg chg="del mod">
          <ac:chgData name="Thomas de France" userId="fbd91d28-26b5-4f93-b162-d3fc612d7479" providerId="ADAL" clId="{1AE0C334-4B16-4CBC-A83A-0D4CC757B0F4}" dt="2025-02-12T10:55:44.646" v="222" actId="22"/>
          <ac:spMkLst>
            <pc:docMk/>
            <pc:sldMk cId="44143453" sldId="370"/>
            <ac:spMk id="3" creationId="{48D51E53-060C-17E4-54A7-215E6BF4E66F}"/>
          </ac:spMkLst>
        </pc:spChg>
        <pc:picChg chg="add mod ord">
          <ac:chgData name="Thomas de France" userId="fbd91d28-26b5-4f93-b162-d3fc612d7479" providerId="ADAL" clId="{1AE0C334-4B16-4CBC-A83A-0D4CC757B0F4}" dt="2025-02-12T10:55:56.024" v="224" actId="14100"/>
          <ac:picMkLst>
            <pc:docMk/>
            <pc:sldMk cId="44143453" sldId="370"/>
            <ac:picMk id="5" creationId="{7BA24FBF-0F2F-A02F-029A-063006429DA2}"/>
          </ac:picMkLst>
        </pc:picChg>
      </pc:sldChg>
      <pc:sldChg chg="addSp delSp modSp add mod">
        <pc:chgData name="Thomas de France" userId="fbd91d28-26b5-4f93-b162-d3fc612d7479" providerId="ADAL" clId="{1AE0C334-4B16-4CBC-A83A-0D4CC757B0F4}" dt="2025-02-12T10:56:53.911" v="238" actId="14100"/>
        <pc:sldMkLst>
          <pc:docMk/>
          <pc:sldMk cId="1769810994" sldId="371"/>
        </pc:sldMkLst>
        <pc:spChg chg="mod">
          <ac:chgData name="Thomas de France" userId="fbd91d28-26b5-4f93-b162-d3fc612d7479" providerId="ADAL" clId="{1AE0C334-4B16-4CBC-A83A-0D4CC757B0F4}" dt="2025-02-12T10:56:15.871" v="235" actId="20577"/>
          <ac:spMkLst>
            <pc:docMk/>
            <pc:sldMk cId="1769810994" sldId="371"/>
            <ac:spMk id="2" creationId="{D7901D72-07D9-2CC9-0B2A-B3E4138F6B06}"/>
          </ac:spMkLst>
        </pc:spChg>
        <pc:spChg chg="add del mod">
          <ac:chgData name="Thomas de France" userId="fbd91d28-26b5-4f93-b162-d3fc612d7479" providerId="ADAL" clId="{1AE0C334-4B16-4CBC-A83A-0D4CC757B0F4}" dt="2025-02-12T10:56:40.831" v="236" actId="22"/>
          <ac:spMkLst>
            <pc:docMk/>
            <pc:sldMk cId="1769810994" sldId="371"/>
            <ac:spMk id="4" creationId="{13E43FA2-5C4A-7FDA-9FC4-E515D91C5142}"/>
          </ac:spMkLst>
        </pc:spChg>
        <pc:picChg chg="del">
          <ac:chgData name="Thomas de France" userId="fbd91d28-26b5-4f93-b162-d3fc612d7479" providerId="ADAL" clId="{1AE0C334-4B16-4CBC-A83A-0D4CC757B0F4}" dt="2025-02-12T10:56:08.672" v="226" actId="478"/>
          <ac:picMkLst>
            <pc:docMk/>
            <pc:sldMk cId="1769810994" sldId="371"/>
            <ac:picMk id="5" creationId="{CFADBA6A-8571-F225-D860-83E11EBC8DE3}"/>
          </ac:picMkLst>
        </pc:picChg>
        <pc:picChg chg="add mod ord">
          <ac:chgData name="Thomas de France" userId="fbd91d28-26b5-4f93-b162-d3fc612d7479" providerId="ADAL" clId="{1AE0C334-4B16-4CBC-A83A-0D4CC757B0F4}" dt="2025-02-12T10:56:53.911" v="238" actId="14100"/>
          <ac:picMkLst>
            <pc:docMk/>
            <pc:sldMk cId="1769810994" sldId="371"/>
            <ac:picMk id="7" creationId="{684B6F31-6F66-8C41-9615-54957A482974}"/>
          </ac:picMkLst>
        </pc:picChg>
      </pc:sldChg>
      <pc:sldChg chg="modSp new mod">
        <pc:chgData name="Thomas de France" userId="fbd91d28-26b5-4f93-b162-d3fc612d7479" providerId="ADAL" clId="{1AE0C334-4B16-4CBC-A83A-0D4CC757B0F4}" dt="2025-02-12T11:24:10.442" v="1213" actId="255"/>
        <pc:sldMkLst>
          <pc:docMk/>
          <pc:sldMk cId="2748089201" sldId="372"/>
        </pc:sldMkLst>
        <pc:spChg chg="mod">
          <ac:chgData name="Thomas de France" userId="fbd91d28-26b5-4f93-b162-d3fc612d7479" providerId="ADAL" clId="{1AE0C334-4B16-4CBC-A83A-0D4CC757B0F4}" dt="2025-02-12T11:13:38.460" v="378" actId="20577"/>
          <ac:spMkLst>
            <pc:docMk/>
            <pc:sldMk cId="2748089201" sldId="372"/>
            <ac:spMk id="2" creationId="{3A5CF593-45FA-37E8-9353-0AC2A674B83C}"/>
          </ac:spMkLst>
        </pc:spChg>
        <pc:spChg chg="mod">
          <ac:chgData name="Thomas de France" userId="fbd91d28-26b5-4f93-b162-d3fc612d7479" providerId="ADAL" clId="{1AE0C334-4B16-4CBC-A83A-0D4CC757B0F4}" dt="2025-02-12T11:24:10.442" v="1213" actId="255"/>
          <ac:spMkLst>
            <pc:docMk/>
            <pc:sldMk cId="2748089201" sldId="372"/>
            <ac:spMk id="3" creationId="{B4195CB9-0395-3EE9-65ED-776420EA7062}"/>
          </ac:spMkLst>
        </pc:spChg>
      </pc:sldChg>
      <pc:sldChg chg="modSp add mod">
        <pc:chgData name="Thomas de France" userId="fbd91d28-26b5-4f93-b162-d3fc612d7479" providerId="ADAL" clId="{1AE0C334-4B16-4CBC-A83A-0D4CC757B0F4}" dt="2025-02-12T11:23:01.010" v="1140" actId="20577"/>
        <pc:sldMkLst>
          <pc:docMk/>
          <pc:sldMk cId="3154264870" sldId="373"/>
        </pc:sldMkLst>
        <pc:spChg chg="mod">
          <ac:chgData name="Thomas de France" userId="fbd91d28-26b5-4f93-b162-d3fc612d7479" providerId="ADAL" clId="{1AE0C334-4B16-4CBC-A83A-0D4CC757B0F4}" dt="2025-02-12T11:20:35.770" v="906" actId="20577"/>
          <ac:spMkLst>
            <pc:docMk/>
            <pc:sldMk cId="3154264870" sldId="373"/>
            <ac:spMk id="2" creationId="{9C7043A8-70E1-5BA0-1962-21EDA22BB577}"/>
          </ac:spMkLst>
        </pc:spChg>
        <pc:spChg chg="mod">
          <ac:chgData name="Thomas de France" userId="fbd91d28-26b5-4f93-b162-d3fc612d7479" providerId="ADAL" clId="{1AE0C334-4B16-4CBC-A83A-0D4CC757B0F4}" dt="2025-02-12T11:23:01.010" v="1140" actId="20577"/>
          <ac:spMkLst>
            <pc:docMk/>
            <pc:sldMk cId="3154264870" sldId="373"/>
            <ac:spMk id="3" creationId="{82745F9E-65D8-519E-453B-22AFEE5171A4}"/>
          </ac:spMkLst>
        </pc:spChg>
      </pc:sldChg>
      <pc:sldChg chg="addSp delSp modSp new mod chgLayout">
        <pc:chgData name="Thomas de France" userId="fbd91d28-26b5-4f93-b162-d3fc612d7479" providerId="ADAL" clId="{1AE0C334-4B16-4CBC-A83A-0D4CC757B0F4}" dt="2025-02-12T11:25:17.189" v="1378" actId="20577"/>
        <pc:sldMkLst>
          <pc:docMk/>
          <pc:sldMk cId="343680329" sldId="374"/>
        </pc:sldMkLst>
        <pc:spChg chg="del mod ord">
          <ac:chgData name="Thomas de France" userId="fbd91d28-26b5-4f93-b162-d3fc612d7479" providerId="ADAL" clId="{1AE0C334-4B16-4CBC-A83A-0D4CC757B0F4}" dt="2025-02-12T11:24:38.182" v="1215" actId="700"/>
          <ac:spMkLst>
            <pc:docMk/>
            <pc:sldMk cId="343680329" sldId="374"/>
            <ac:spMk id="2" creationId="{9B4580CE-2B72-D27F-1820-1EA4D19B6FB7}"/>
          </ac:spMkLst>
        </pc:spChg>
        <pc:spChg chg="del mod ord">
          <ac:chgData name="Thomas de France" userId="fbd91d28-26b5-4f93-b162-d3fc612d7479" providerId="ADAL" clId="{1AE0C334-4B16-4CBC-A83A-0D4CC757B0F4}" dt="2025-02-12T11:24:38.182" v="1215" actId="700"/>
          <ac:spMkLst>
            <pc:docMk/>
            <pc:sldMk cId="343680329" sldId="374"/>
            <ac:spMk id="3" creationId="{19FCE7F4-5BA9-FDF4-1349-083BE5649FEC}"/>
          </ac:spMkLst>
        </pc:spChg>
        <pc:spChg chg="add mod ord">
          <ac:chgData name="Thomas de France" userId="fbd91d28-26b5-4f93-b162-d3fc612d7479" providerId="ADAL" clId="{1AE0C334-4B16-4CBC-A83A-0D4CC757B0F4}" dt="2025-02-12T11:24:38.182" v="1215" actId="700"/>
          <ac:spMkLst>
            <pc:docMk/>
            <pc:sldMk cId="343680329" sldId="374"/>
            <ac:spMk id="4" creationId="{207EAD10-8A88-C104-8522-9889C6A44411}"/>
          </ac:spMkLst>
        </pc:spChg>
        <pc:spChg chg="add mod ord">
          <ac:chgData name="Thomas de France" userId="fbd91d28-26b5-4f93-b162-d3fc612d7479" providerId="ADAL" clId="{1AE0C334-4B16-4CBC-A83A-0D4CC757B0F4}" dt="2025-02-12T11:25:17.189" v="1378" actId="20577"/>
          <ac:spMkLst>
            <pc:docMk/>
            <pc:sldMk cId="343680329" sldId="374"/>
            <ac:spMk id="5" creationId="{B81A799F-8711-4B1F-4B8E-40307D0087A7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15373" y="0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4374873D-57D9-4A5B-A4DD-585D798AE78E}" type="datetimeFigureOut">
              <a:rPr lang="en-US"/>
              <a:pPr>
                <a:defRPr/>
              </a:pPr>
              <a:t>2/12/2025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01700" y="739775"/>
            <a:ext cx="4932363" cy="37004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3577" y="4686499"/>
            <a:ext cx="5388610" cy="44398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371285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15373" y="9371285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06E48E25-63CB-4ED7-A555-A29ADE2CEB5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50635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jdelijke aanduiding voor dia-afbeelding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3555" name="Tijdelijke aanduiding voor notiti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nl-NL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6942B7D-9F1C-4D3D-BE18-0842AA8076D9}" type="slidenum">
              <a:rPr lang="en-US" smtClean="0"/>
              <a:pPr>
                <a:defRPr/>
              </a:pPr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79350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nl-NL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57FCDD5-C3E1-4EF6-8AB4-75DE8B35F829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82226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nl-NL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57FCDD5-C3E1-4EF6-8AB4-75DE8B35F829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727273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nl-NL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8931BD0-2D50-4142-B08B-ACD576F285A5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251750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nl-NL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8931BD0-2D50-4142-B08B-ACD576F285A5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054399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nl-NL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8931BD0-2D50-4142-B08B-ACD576F285A5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011930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nl-NL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8931BD0-2D50-4142-B08B-ACD576F285A5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636261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nl-NL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8931BD0-2D50-4142-B08B-ACD576F285A5}" type="slidenum">
              <a:rPr lang="en-US" smtClean="0"/>
              <a:pPr>
                <a:defRPr/>
              </a:pPr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047784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/>
              <a:t>Am </a:t>
            </a:r>
            <a:r>
              <a:rPr lang="nl-NL" dirty="0" err="1"/>
              <a:t>moving</a:t>
            </a:r>
            <a:endParaRPr lang="nl-NL" dirty="0"/>
          </a:p>
          <a:p>
            <a:r>
              <a:rPr lang="nl-NL" dirty="0"/>
              <a:t>Have </a:t>
            </a:r>
            <a:r>
              <a:rPr lang="nl-NL" dirty="0" err="1"/>
              <a:t>already</a:t>
            </a:r>
            <a:r>
              <a:rPr lang="nl-NL" dirty="0"/>
              <a:t> </a:t>
            </a:r>
            <a:r>
              <a:rPr lang="nl-NL" dirty="0" err="1"/>
              <a:t>bought</a:t>
            </a:r>
            <a:endParaRPr lang="nl-NL" dirty="0"/>
          </a:p>
          <a:p>
            <a:r>
              <a:rPr lang="nl-NL" dirty="0"/>
              <a:t>Got</a:t>
            </a:r>
          </a:p>
          <a:p>
            <a:r>
              <a:rPr lang="nl-NL" dirty="0" err="1"/>
              <a:t>Broke</a:t>
            </a:r>
            <a:endParaRPr lang="nl-NL" dirty="0"/>
          </a:p>
          <a:p>
            <a:r>
              <a:rPr lang="nl-NL" dirty="0"/>
              <a:t>Was cleaning</a:t>
            </a:r>
          </a:p>
          <a:p>
            <a:r>
              <a:rPr lang="nl-NL" dirty="0" err="1"/>
              <a:t>Didn’t</a:t>
            </a:r>
            <a:r>
              <a:rPr lang="nl-NL" dirty="0"/>
              <a:t> </a:t>
            </a:r>
            <a:r>
              <a:rPr lang="nl-NL" dirty="0" err="1"/>
              <a:t>cost</a:t>
            </a:r>
            <a:endParaRPr lang="nl-NL" dirty="0"/>
          </a:p>
          <a:p>
            <a:r>
              <a:rPr lang="nl-NL" dirty="0"/>
              <a:t>Will </a:t>
            </a:r>
            <a:r>
              <a:rPr lang="nl-NL" dirty="0" err="1"/>
              <a:t>probably</a:t>
            </a:r>
            <a:r>
              <a:rPr lang="nl-NL" dirty="0"/>
              <a:t> </a:t>
            </a:r>
            <a:r>
              <a:rPr lang="nl-NL" dirty="0" err="1"/>
              <a:t>buy</a:t>
            </a:r>
            <a:endParaRPr lang="nl-NL" dirty="0"/>
          </a:p>
          <a:p>
            <a:r>
              <a:rPr lang="nl-NL" dirty="0"/>
              <a:t>Was </a:t>
            </a:r>
            <a:r>
              <a:rPr lang="nl-NL" dirty="0" err="1"/>
              <a:t>looking</a:t>
            </a:r>
            <a:endParaRPr lang="nl-NL" dirty="0"/>
          </a:p>
          <a:p>
            <a:r>
              <a:rPr lang="nl-NL" dirty="0"/>
              <a:t>Met</a:t>
            </a:r>
          </a:p>
          <a:p>
            <a:r>
              <a:rPr lang="nl-NL" dirty="0"/>
              <a:t>Went</a:t>
            </a:r>
          </a:p>
          <a:p>
            <a:r>
              <a:rPr lang="nl-NL" dirty="0"/>
              <a:t>Are </a:t>
            </a:r>
            <a:r>
              <a:rPr lang="nl-NL" dirty="0" err="1"/>
              <a:t>having</a:t>
            </a:r>
            <a:endParaRPr lang="nl-NL" dirty="0"/>
          </a:p>
          <a:p>
            <a:r>
              <a:rPr lang="nl-NL" dirty="0"/>
              <a:t>Works</a:t>
            </a:r>
          </a:p>
          <a:p>
            <a:r>
              <a:rPr lang="nl-NL" dirty="0"/>
              <a:t>Am </a:t>
            </a:r>
            <a:r>
              <a:rPr lang="nl-NL" dirty="0" err="1"/>
              <a:t>waiting</a:t>
            </a:r>
            <a:endParaRPr lang="nl-NL" dirty="0"/>
          </a:p>
          <a:p>
            <a:r>
              <a:rPr lang="nl-NL" dirty="0"/>
              <a:t>Are </a:t>
            </a:r>
            <a:r>
              <a:rPr lang="nl-NL" dirty="0" err="1"/>
              <a:t>going</a:t>
            </a:r>
            <a:endParaRPr lang="nl-NL" dirty="0"/>
          </a:p>
          <a:p>
            <a:r>
              <a:rPr lang="nl-NL" dirty="0"/>
              <a:t>Do </a:t>
            </a:r>
            <a:r>
              <a:rPr lang="nl-NL" dirty="0" err="1"/>
              <a:t>not</a:t>
            </a:r>
            <a:r>
              <a:rPr lang="nl-NL" dirty="0"/>
              <a:t> </a:t>
            </a:r>
            <a:r>
              <a:rPr lang="nl-NL"/>
              <a:t>know</a:t>
            </a:r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6E48E25-63CB-4ED7-A555-A29ADE2CEB5D}" type="slidenum">
              <a:rPr lang="en-US" smtClean="0"/>
              <a:pPr>
                <a:defRPr/>
              </a:pPr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877941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ijdelijke aanduiding voor dia-afbeelding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6627" name="Tijdelijke aanduiding voor notiti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nl-NL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68D2C8C-8A96-4251-B6EC-CB2F9A38626A}" type="slidenum">
              <a:rPr lang="en-US" smtClean="0"/>
              <a:pPr>
                <a:defRPr/>
              </a:pPr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092995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nl-NL" dirty="0"/>
              <a:t>Point out the</a:t>
            </a:r>
            <a:r>
              <a:rPr lang="nl-NL" baseline="0" dirty="0"/>
              <a:t> </a:t>
            </a:r>
            <a:r>
              <a:rPr lang="nl-NL" baseline="0" dirty="0" err="1"/>
              <a:t>contracted</a:t>
            </a:r>
            <a:r>
              <a:rPr lang="nl-NL" baseline="0" dirty="0"/>
              <a:t> </a:t>
            </a:r>
            <a:r>
              <a:rPr lang="nl-NL" baseline="0" dirty="0" err="1"/>
              <a:t>forms</a:t>
            </a:r>
            <a:endParaRPr lang="en-US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8931BD0-2D50-4142-B08B-ACD576F285A5}" type="slidenum">
              <a:rPr lang="en-US" smtClean="0"/>
              <a:pPr>
                <a:defRPr/>
              </a:pPr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793560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ijdelijke aanduiding voor dia-afbeelding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6627" name="Tijdelijke aanduiding voor notiti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nl-NL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68D2C8C-8A96-4251-B6EC-CB2F9A38626A}" type="slidenum">
              <a:rPr lang="en-US" smtClean="0"/>
              <a:pPr>
                <a:defRPr/>
              </a:pPr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128814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nl-NL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8931BD0-2D50-4142-B08B-ACD576F285A5}" type="slidenum">
              <a:rPr lang="en-US" smtClean="0"/>
              <a:pPr>
                <a:defRPr/>
              </a:pPr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732807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nl-NL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8931BD0-2D50-4142-B08B-ACD576F285A5}" type="slidenum">
              <a:rPr lang="en-US" smtClean="0"/>
              <a:pPr>
                <a:defRPr/>
              </a:pPr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288865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nl-NL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8931BD0-2D50-4142-B08B-ACD576F285A5}" type="slidenum">
              <a:rPr lang="en-US" smtClean="0"/>
              <a:pPr>
                <a:defRPr/>
              </a:pPr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96256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nl-NL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8931BD0-2D50-4142-B08B-ACD576F285A5}" type="slidenum">
              <a:rPr lang="en-US" smtClean="0"/>
              <a:pPr>
                <a:defRPr/>
              </a:pPr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757786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nl-NL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8931BD0-2D50-4142-B08B-ACD576F285A5}" type="slidenum">
              <a:rPr lang="en-US" smtClean="0"/>
              <a:pPr>
                <a:defRPr/>
              </a:pPr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190138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nl-NL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8931BD0-2D50-4142-B08B-ACD576F285A5}" type="slidenum">
              <a:rPr lang="en-US" smtClean="0"/>
              <a:pPr>
                <a:defRPr/>
              </a:pPr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49990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9"/>
          <p:cNvSpPr/>
          <p:nvPr/>
        </p:nvSpPr>
        <p:spPr bwMode="white">
          <a:xfrm>
            <a:off x="0" y="5970588"/>
            <a:ext cx="9144000" cy="887412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5" name="Rectangle 10"/>
          <p:cNvSpPr/>
          <p:nvPr/>
        </p:nvSpPr>
        <p:spPr>
          <a:xfrm>
            <a:off x="-9525" y="6053138"/>
            <a:ext cx="2249488" cy="7127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" name="Rectangle 11"/>
          <p:cNvSpPr/>
          <p:nvPr/>
        </p:nvSpPr>
        <p:spPr>
          <a:xfrm>
            <a:off x="2359025" y="6043613"/>
            <a:ext cx="6784975" cy="714375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2362200" y="4038600"/>
            <a:ext cx="6477000" cy="1828800"/>
          </a:xfrm>
        </p:spPr>
        <p:txBody>
          <a:bodyPr anchor="b"/>
          <a:lstStyle>
            <a:lvl1pPr>
              <a:defRPr cap="all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362200" y="6050037"/>
            <a:ext cx="6705600" cy="685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600">
                <a:solidFill>
                  <a:srgbClr val="FFFFFF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7" name="Date Placeholder 27"/>
          <p:cNvSpPr>
            <a:spLocks noGrp="1"/>
          </p:cNvSpPr>
          <p:nvPr>
            <p:ph type="dt" sz="half" idx="10"/>
          </p:nvPr>
        </p:nvSpPr>
        <p:spPr>
          <a:xfrm>
            <a:off x="76200" y="6069013"/>
            <a:ext cx="2057400" cy="685800"/>
          </a:xfrm>
        </p:spPr>
        <p:txBody>
          <a:bodyPr>
            <a:noAutofit/>
          </a:bodyPr>
          <a:lstStyle>
            <a:lvl1pPr algn="ctr"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9B861120-EFDB-4533-B87C-A1278EBF80C5}" type="datetimeFigureOut">
              <a:rPr lang="en-US"/>
              <a:pPr>
                <a:defRPr/>
              </a:pPr>
              <a:t>2/12/2025</a:t>
            </a:fld>
            <a:endParaRPr lang="en-US"/>
          </a:p>
        </p:txBody>
      </p:sp>
      <p:sp>
        <p:nvSpPr>
          <p:cNvPr id="10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085975" y="236538"/>
            <a:ext cx="5867400" cy="365125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8001000" y="228600"/>
            <a:ext cx="8382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ABD6670F-63CF-4079-A794-786884DE23F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495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DA47EC1-ABE0-4B1E-BF24-47ED740CC1D4}" type="datetimeFigureOut">
              <a:rPr lang="en-US"/>
              <a:pPr>
                <a:defRPr/>
              </a:pPr>
              <a:t>2/12/2025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381F90C-6C71-47B8-9FCC-79D272E8241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9"/>
          <p:cNvSpPr/>
          <p:nvPr/>
        </p:nvSpPr>
        <p:spPr bwMode="white">
          <a:xfrm>
            <a:off x="0" y="1524000"/>
            <a:ext cx="9144000" cy="114300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5" name="Rectangle 10"/>
          <p:cNvSpPr/>
          <p:nvPr/>
        </p:nvSpPr>
        <p:spPr>
          <a:xfrm>
            <a:off x="0" y="1600200"/>
            <a:ext cx="1295400" cy="990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" name="Rectangle 11"/>
          <p:cNvSpPr/>
          <p:nvPr/>
        </p:nvSpPr>
        <p:spPr>
          <a:xfrm>
            <a:off x="1371600" y="1600200"/>
            <a:ext cx="7772400" cy="990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743200"/>
            <a:ext cx="7123113" cy="1673225"/>
          </a:xfrm>
        </p:spPr>
        <p:txBody>
          <a:bodyPr/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1600200"/>
            <a:ext cx="7620000" cy="990600"/>
          </a:xfrm>
        </p:spPr>
        <p:txBody>
          <a:bodyPr/>
          <a:lstStyle>
            <a:lvl1pPr algn="l">
              <a:buNone/>
              <a:defRPr sz="4400" b="0" cap="none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C0FB728-CF93-4632-8F9C-E98FD478B402}" type="datetimeFigureOut">
              <a:rPr lang="en-US"/>
              <a:pPr>
                <a:defRPr/>
              </a:pPr>
              <a:t>2/12/2025</a:t>
            </a:fld>
            <a:endParaRPr lang="en-US"/>
          </a:p>
        </p:txBody>
      </p:sp>
      <p:sp>
        <p:nvSpPr>
          <p:cNvPr id="8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1752600"/>
            <a:ext cx="1295400" cy="701675"/>
          </a:xfrm>
        </p:spPr>
        <p:txBody>
          <a:bodyPr>
            <a:no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FF88FB71-350B-4322-BA0D-67C80B7802C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9" name="Footer Placeholder 13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609600" y="1589567"/>
            <a:ext cx="388620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844901" y="1589567"/>
            <a:ext cx="388620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7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fld id="{6606C057-8976-4D02-9983-C10B5586AE87}" type="datetimeFigureOut">
              <a:rPr lang="en-US"/>
              <a:pPr>
                <a:defRPr/>
              </a:pPr>
              <a:t>2/12/2025</a:t>
            </a:fld>
            <a:endParaRPr lang="en-US"/>
          </a:p>
        </p:txBody>
      </p:sp>
      <p:sp>
        <p:nvSpPr>
          <p:cNvPr id="6" name="Slide Number Placeholder 9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fld id="{66ABA2D2-3FFE-48B9-A4B4-C7D439DF431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7" name="Footer Placeholder 11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73050"/>
            <a:ext cx="8153400" cy="8699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609600" y="2438400"/>
            <a:ext cx="3886200" cy="3581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800600" y="2438400"/>
            <a:ext cx="3886200" cy="3581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"/>
          </p:nvPr>
        </p:nvSpPr>
        <p:spPr>
          <a:xfrm>
            <a:off x="609600" y="1752600"/>
            <a:ext cx="3886200" cy="640080"/>
          </a:xfrm>
          <a:solidFill>
            <a:schemeClr val="accent2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3"/>
          </p:nvPr>
        </p:nvSpPr>
        <p:spPr>
          <a:xfrm>
            <a:off x="4800600" y="1752600"/>
            <a:ext cx="3886200" cy="640080"/>
          </a:xfrm>
          <a:solidFill>
            <a:schemeClr val="accent4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9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fld id="{9ABE3E2A-F99E-4BCC-A3D5-0439FB0740D0}" type="datetimeFigureOut">
              <a:rPr lang="en-US"/>
              <a:pPr>
                <a:defRPr/>
              </a:pPr>
              <a:t>2/12/2025</a:t>
            </a:fld>
            <a:endParaRPr lang="en-US"/>
          </a:p>
        </p:txBody>
      </p:sp>
      <p:sp>
        <p:nvSpPr>
          <p:cNvPr id="8" name="Slide Number Placeholder 11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fld id="{65C33B46-E39D-4B46-855B-B2267F8475A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9" name="Footer Placeholder 13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0ACA3AF-0E69-4F2D-82BA-173BD96689D8}" type="datetimeFigureOut">
              <a:rPr lang="en-US"/>
              <a:pPr>
                <a:defRPr/>
              </a:pPr>
              <a:t>2/12/2025</a:t>
            </a:fld>
            <a:endParaRPr lang="en-US"/>
          </a:p>
        </p:txBody>
      </p:sp>
      <p:sp>
        <p:nvSpPr>
          <p:cNvPr id="4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5BB2942-9AF6-40A0-821E-30F87712520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33556E5-8ADF-45D8-8531-838E30F7077A}" type="datetimeFigureOut">
              <a:rPr lang="en-US"/>
              <a:pPr>
                <a:defRPr/>
              </a:pPr>
              <a:t>2/12/2025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0" y="6248400"/>
            <a:ext cx="5334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2A02D403-2A6F-40B1-9F25-E15B71F266C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8077200" cy="869950"/>
          </a:xfrm>
        </p:spPr>
        <p:txBody>
          <a:bodyPr/>
          <a:lstStyle>
            <a:lvl1pPr algn="l">
              <a:buNone/>
              <a:defRPr sz="4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09600" y="1752600"/>
            <a:ext cx="1600200" cy="434340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>
              <a:spcAft>
                <a:spcPts val="1000"/>
              </a:spcAft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2362200" y="1752600"/>
            <a:ext cx="6400800" cy="4419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DB9B093-E738-4BB2-973B-EF156D1F443B}" type="datetimeFigureOut">
              <a:rPr lang="en-US"/>
              <a:pPr>
                <a:defRPr/>
              </a:pPr>
              <a:t>2/12/2025</a:t>
            </a:fld>
            <a:endParaRPr lang="en-US"/>
          </a:p>
        </p:txBody>
      </p:sp>
      <p:sp>
        <p:nvSpPr>
          <p:cNvPr id="6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E4F4BC5-822E-462D-87DC-F5E84862D2B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9"/>
          <p:cNvSpPr/>
          <p:nvPr/>
        </p:nvSpPr>
        <p:spPr bwMode="white">
          <a:xfrm>
            <a:off x="-9525" y="4572000"/>
            <a:ext cx="9144000" cy="887413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" name="Rectangle 10"/>
          <p:cNvSpPr/>
          <p:nvPr/>
        </p:nvSpPr>
        <p:spPr>
          <a:xfrm>
            <a:off x="-9525" y="4664075"/>
            <a:ext cx="1463675" cy="712788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7" name="Rectangle 11"/>
          <p:cNvSpPr/>
          <p:nvPr/>
        </p:nvSpPr>
        <p:spPr>
          <a:xfrm>
            <a:off x="1544638" y="4654550"/>
            <a:ext cx="7599362" cy="712788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8" name="Rectangle 12"/>
          <p:cNvSpPr/>
          <p:nvPr/>
        </p:nvSpPr>
        <p:spPr bwMode="white">
          <a:xfrm>
            <a:off x="1447800" y="0"/>
            <a:ext cx="100013" cy="6867525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00200" y="5486400"/>
            <a:ext cx="7315200" cy="685800"/>
          </a:xfrm>
        </p:spPr>
        <p:txBody>
          <a:bodyPr/>
          <a:lstStyle>
            <a:lvl1pPr marL="0" indent="0">
              <a:buFontTx/>
              <a:buNone/>
              <a:defRPr sz="17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4648200"/>
            <a:ext cx="7315200" cy="685800"/>
          </a:xfrm>
        </p:spPr>
        <p:txBody>
          <a:bodyPr/>
          <a:lstStyle>
            <a:lvl1pPr algn="l">
              <a:buNone/>
              <a:defRPr sz="28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60576" y="0"/>
            <a:ext cx="7583424" cy="4568952"/>
          </a:xfrm>
          <a:solidFill>
            <a:schemeClr val="accent1">
              <a:tint val="40000"/>
            </a:schemeClr>
          </a:solidFill>
          <a:ln>
            <a:noFill/>
          </a:ln>
        </p:spPr>
        <p:txBody>
          <a:bodyPr>
            <a:norm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9" name="Date Placeholder 11"/>
          <p:cNvSpPr>
            <a:spLocks noGrp="1"/>
          </p:cNvSpPr>
          <p:nvPr>
            <p:ph type="dt" sz="half" idx="10"/>
          </p:nvPr>
        </p:nvSpPr>
        <p:spPr>
          <a:xfrm>
            <a:off x="6248400" y="6248400"/>
            <a:ext cx="2667000" cy="365125"/>
          </a:xfrm>
        </p:spPr>
        <p:txBody>
          <a:bodyPr rtlCol="0"/>
          <a:lstStyle>
            <a:lvl1pPr>
              <a:defRPr/>
            </a:lvl1pPr>
          </a:lstStyle>
          <a:p>
            <a:pPr>
              <a:defRPr/>
            </a:pPr>
            <a:fld id="{D81EA648-ADAF-4466-98E9-9D38B0D713C3}" type="datetimeFigureOut">
              <a:rPr lang="en-US"/>
              <a:pPr>
                <a:defRPr/>
              </a:pPr>
              <a:t>2/12/2025</a:t>
            </a:fld>
            <a:endParaRPr lang="en-US"/>
          </a:p>
        </p:txBody>
      </p:sp>
      <p:sp>
        <p:nvSpPr>
          <p:cNvPr id="10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4667250"/>
            <a:ext cx="1447800" cy="663575"/>
          </a:xfrm>
        </p:spPr>
        <p:txBody>
          <a:bodyPr rtlCol="0"/>
          <a:lstStyle>
            <a:lvl1pPr>
              <a:defRPr sz="2800"/>
            </a:lvl1pPr>
          </a:lstStyle>
          <a:p>
            <a:pPr>
              <a:defRPr/>
            </a:pPr>
            <a:fld id="{3673656E-B7DE-478A-9391-C8E1CC551C5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11" name="Footer Placeholder 13"/>
          <p:cNvSpPr>
            <a:spLocks noGrp="1"/>
          </p:cNvSpPr>
          <p:nvPr>
            <p:ph type="ftr" sz="quarter" idx="12"/>
          </p:nvPr>
        </p:nvSpPr>
        <p:spPr>
          <a:xfrm>
            <a:off x="1600200" y="6248400"/>
            <a:ext cx="4572000" cy="365125"/>
          </a:xfrm>
        </p:spPr>
        <p:txBody>
          <a:bodyPr rtlCol="0"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CAD1440-7457-414E-A0B4-FE059C00692B}" type="datetimeFigureOut">
              <a:rPr lang="en-US"/>
              <a:pPr>
                <a:defRPr/>
              </a:pPr>
              <a:t>2/12/2025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2A0FBEB-C9BA-450B-A377-FC3BC75FF9B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9"/>
          <p:cNvSpPr/>
          <p:nvPr/>
        </p:nvSpPr>
        <p:spPr bwMode="white">
          <a:xfrm>
            <a:off x="6096000" y="0"/>
            <a:ext cx="320675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5" name="Rectangle 10"/>
          <p:cNvSpPr/>
          <p:nvPr/>
        </p:nvSpPr>
        <p:spPr>
          <a:xfrm>
            <a:off x="6142038" y="609600"/>
            <a:ext cx="2286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" name="Rectangle 11"/>
          <p:cNvSpPr/>
          <p:nvPr/>
        </p:nvSpPr>
        <p:spPr>
          <a:xfrm>
            <a:off x="6142038" y="0"/>
            <a:ext cx="22860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53200" y="609600"/>
            <a:ext cx="2057400" cy="551656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5562600" cy="551656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>
          <a:xfrm>
            <a:off x="6553200" y="6248400"/>
            <a:ext cx="2209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8825612-1A87-40E2-8D19-00DEE8E7A585}" type="datetimeFigureOut">
              <a:rPr lang="en-US"/>
              <a:pPr>
                <a:defRPr/>
              </a:pPr>
              <a:t>2/12/2025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7200" y="6248400"/>
            <a:ext cx="5573713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 rot="5400000">
            <a:off x="5989638" y="144462"/>
            <a:ext cx="533400" cy="24447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77D7120-127F-4927-851E-7F4A29C2AFA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el en tab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5613" y="273050"/>
            <a:ext cx="8226425" cy="1143000"/>
          </a:xfrm>
        </p:spPr>
        <p:txBody>
          <a:bodyPr/>
          <a:lstStyle/>
          <a:p>
            <a:r>
              <a:rPr lang="nl-NL"/>
              <a:t>Klik om de stijl te bewerken</a:t>
            </a:r>
            <a:endParaRPr lang="en-US"/>
          </a:p>
        </p:txBody>
      </p:sp>
      <p:sp>
        <p:nvSpPr>
          <p:cNvPr id="3" name="Tijdelijke aanduiding voor tabel 2"/>
          <p:cNvSpPr>
            <a:spLocks noGrp="1"/>
          </p:cNvSpPr>
          <p:nvPr>
            <p:ph type="tbl" idx="1"/>
          </p:nvPr>
        </p:nvSpPr>
        <p:spPr>
          <a:xfrm>
            <a:off x="455613" y="1598613"/>
            <a:ext cx="8226425" cy="4497387"/>
          </a:xfrm>
        </p:spPr>
        <p:txBody>
          <a:bodyPr/>
          <a:lstStyle/>
          <a:p>
            <a:endParaRPr lang="en-US"/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>
          <a:xfrm>
            <a:off x="455613" y="6242050"/>
            <a:ext cx="2130425" cy="474663"/>
          </a:xfrm>
        </p:spPr>
        <p:txBody>
          <a:bodyPr/>
          <a:lstStyle>
            <a:lvl1pPr>
              <a:defRPr/>
            </a:lvl1pPr>
          </a:lstStyle>
          <a:p>
            <a:endParaRPr lang="nl-NL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>
          <a:xfrm>
            <a:off x="3124200" y="6242050"/>
            <a:ext cx="2895600" cy="474663"/>
          </a:xfrm>
        </p:spPr>
        <p:txBody>
          <a:bodyPr/>
          <a:lstStyle>
            <a:lvl1pPr>
              <a:defRPr/>
            </a:lvl1pPr>
          </a:lstStyle>
          <a:p>
            <a:endParaRPr lang="nl-NL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>
          <a:xfrm>
            <a:off x="6553200" y="6242050"/>
            <a:ext cx="2130425" cy="474663"/>
          </a:xfrm>
        </p:spPr>
        <p:txBody>
          <a:bodyPr/>
          <a:lstStyle>
            <a:lvl1pPr>
              <a:defRPr/>
            </a:lvl1pPr>
          </a:lstStyle>
          <a:p>
            <a:fld id="{DF4996A3-E743-4CC6-AF03-18741D42FF9E}" type="slidenum">
              <a:rPr lang="nl-NL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9896133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21"/>
          <p:cNvSpPr>
            <a:spLocks noGrp="1"/>
          </p:cNvSpPr>
          <p:nvPr>
            <p:ph type="title"/>
          </p:nvPr>
        </p:nvSpPr>
        <p:spPr bwMode="auto">
          <a:xfrm>
            <a:off x="609600" y="228600"/>
            <a:ext cx="8153400" cy="99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12"/>
          <p:cNvSpPr>
            <a:spLocks noGrp="1"/>
          </p:cNvSpPr>
          <p:nvPr>
            <p:ph type="body" idx="1"/>
          </p:nvPr>
        </p:nvSpPr>
        <p:spPr bwMode="auto">
          <a:xfrm>
            <a:off x="612775" y="1600200"/>
            <a:ext cx="81534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 vert="horz" anchor="ctr" anchorCtr="0"/>
          <a:lstStyle>
            <a:lvl1pPr algn="l" eaLnBrk="1" fontAlgn="auto" latinLnBrk="0" hangingPunct="1">
              <a:spcBef>
                <a:spcPts val="0"/>
              </a:spcBef>
              <a:spcAft>
                <a:spcPts val="0"/>
              </a:spcAft>
              <a:defRPr kumimoji="0" sz="1400">
                <a:solidFill>
                  <a:schemeClr val="tx2"/>
                </a:solidFill>
                <a:latin typeface="+mn-lt"/>
              </a:defRPr>
            </a:lvl1pPr>
          </a:lstStyle>
          <a:p>
            <a:pPr>
              <a:defRPr/>
            </a:pPr>
            <a:fld id="{E075E96C-375F-4DE3-B7D3-7945EE79ED46}" type="datetimeFigureOut">
              <a:rPr lang="en-US"/>
              <a:pPr>
                <a:defRPr/>
              </a:pPr>
              <a:t>2/12/2025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609600" y="6248400"/>
            <a:ext cx="5421313" cy="365125"/>
          </a:xfrm>
          <a:prstGeom prst="rect">
            <a:avLst/>
          </a:prstGeom>
        </p:spPr>
        <p:txBody>
          <a:bodyPr vert="horz" anchor="ctr"/>
          <a:lstStyle>
            <a:lvl1pPr algn="r" eaLnBrk="1" fontAlgn="auto" latinLnBrk="0" hangingPunct="1">
              <a:spcBef>
                <a:spcPts val="0"/>
              </a:spcBef>
              <a:spcAft>
                <a:spcPts val="0"/>
              </a:spcAft>
              <a:defRPr kumimoji="0" sz="1400">
                <a:solidFill>
                  <a:schemeClr val="tx2"/>
                </a:solidFill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/>
          <p:nvPr/>
        </p:nvSpPr>
        <p:spPr bwMode="white">
          <a:xfrm>
            <a:off x="0" y="1235075"/>
            <a:ext cx="9144000" cy="31908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0" y="1279525"/>
            <a:ext cx="533400" cy="228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590550" y="1279525"/>
            <a:ext cx="8553450" cy="228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0" y="1271588"/>
            <a:ext cx="533400" cy="244475"/>
          </a:xfrm>
          <a:prstGeom prst="rect">
            <a:avLst/>
          </a:prstGeom>
        </p:spPr>
        <p:txBody>
          <a:bodyPr vert="horz" anchor="ctr" anchorCtr="0">
            <a:normAutofit/>
          </a:bodyPr>
          <a:lstStyle>
            <a:lvl1pPr algn="ctr" eaLnBrk="1" fontAlgn="auto" latinLnBrk="0" hangingPunct="1">
              <a:spcBef>
                <a:spcPts val="0"/>
              </a:spcBef>
              <a:spcAft>
                <a:spcPts val="0"/>
              </a:spcAft>
              <a:defRPr kumimoji="0" sz="1400" b="1">
                <a:solidFill>
                  <a:srgbClr val="FFFFFF"/>
                </a:solidFill>
                <a:latin typeface="+mn-lt"/>
              </a:defRPr>
            </a:lvl1pPr>
          </a:lstStyle>
          <a:p>
            <a:pPr>
              <a:defRPr/>
            </a:pPr>
            <a:fld id="{F62A9F82-0ADA-474F-891D-EEBBE786E45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69" r:id="rId1"/>
    <p:sldLayoutId id="2147483865" r:id="rId2"/>
    <p:sldLayoutId id="2147483870" r:id="rId3"/>
    <p:sldLayoutId id="2147483871" r:id="rId4"/>
    <p:sldLayoutId id="2147483872" r:id="rId5"/>
    <p:sldLayoutId id="2147483866" r:id="rId6"/>
    <p:sldLayoutId id="2147483873" r:id="rId7"/>
    <p:sldLayoutId id="2147483867" r:id="rId8"/>
    <p:sldLayoutId id="2147483874" r:id="rId9"/>
    <p:sldLayoutId id="2147483868" r:id="rId10"/>
    <p:sldLayoutId id="2147483875" r:id="rId11"/>
    <p:sldLayoutId id="2147483876" r:id="rId1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pitchFamily="34" charset="0"/>
        </a:defRPr>
      </a:lvl9pPr>
    </p:titleStyle>
    <p:bodyStyle>
      <a:lvl1pPr marL="319088" indent="-319088" algn="l" rtl="0" eaLnBrk="0" fontAlgn="base" hangingPunct="0">
        <a:spcBef>
          <a:spcPts val="700"/>
        </a:spcBef>
        <a:spcAft>
          <a:spcPct val="0"/>
        </a:spcAft>
        <a:buClr>
          <a:schemeClr val="accent2"/>
        </a:buClr>
        <a:buSzPct val="60000"/>
        <a:buFont typeface="Wingdings" pitchFamily="2" charset="2"/>
        <a:buChar char=""/>
        <a:defRPr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39763" indent="-273050" algn="l" rtl="0" eaLnBrk="0" fontAlgn="base" hangingPunct="0">
        <a:spcBef>
          <a:spcPts val="550"/>
        </a:spcBef>
        <a:spcAft>
          <a:spcPct val="0"/>
        </a:spcAft>
        <a:buClr>
          <a:schemeClr val="accent1"/>
        </a:buClr>
        <a:buSzPct val="70000"/>
        <a:buFont typeface="Wingdings 2" pitchFamily="18" charset="2"/>
        <a:buChar char=""/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rtl="0" eaLnBrk="0" fontAlgn="base" hangingPunct="0">
        <a:spcBef>
          <a:spcPts val="500"/>
        </a:spcBef>
        <a:spcAft>
          <a:spcPct val="0"/>
        </a:spcAft>
        <a:buClr>
          <a:schemeClr val="accent2"/>
        </a:buClr>
        <a:buSzPct val="75000"/>
        <a:buFont typeface="Wingdings" pitchFamily="2" charset="2"/>
        <a:buChar char=""/>
        <a:defRPr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28600" algn="l" rtl="0" eaLnBrk="0" fontAlgn="base" hangingPunct="0">
        <a:spcBef>
          <a:spcPts val="400"/>
        </a:spcBef>
        <a:spcAft>
          <a:spcPct val="0"/>
        </a:spcAft>
        <a:buClr>
          <a:srgbClr val="A5AB81"/>
        </a:buClr>
        <a:buSzPct val="75000"/>
        <a:buFont typeface="Wingdings" pitchFamily="2" charset="2"/>
        <a:buChar char="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-228600" algn="l" rtl="0" eaLnBrk="0" fontAlgn="base" hangingPunct="0">
        <a:spcBef>
          <a:spcPts val="400"/>
        </a:spcBef>
        <a:spcAft>
          <a:spcPct val="0"/>
        </a:spcAft>
        <a:buClr>
          <a:srgbClr val="D8B25C"/>
        </a:buClr>
        <a:buSzPct val="65000"/>
        <a:buFont typeface="Wingdings" pitchFamily="2" charset="2"/>
        <a:buChar char="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103120" indent="-228600" algn="l" rtl="0" eaLnBrk="1" latinLnBrk="0" hangingPunct="1">
        <a:spcBef>
          <a:spcPct val="20000"/>
        </a:spcBef>
        <a:buClr>
          <a:schemeClr val="accent1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0" hangingPunct="1">
        <a:spcBef>
          <a:spcPct val="20000"/>
        </a:spcBef>
        <a:buClr>
          <a:schemeClr val="accent2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0" hangingPunct="1">
        <a:spcBef>
          <a:spcPct val="20000"/>
        </a:spcBef>
        <a:buClr>
          <a:schemeClr val="accent3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0" hangingPunct="1">
        <a:spcBef>
          <a:spcPct val="20000"/>
        </a:spcBef>
        <a:buClr>
          <a:schemeClr val="accent4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jpeg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jpeg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79712" y="4077072"/>
            <a:ext cx="7250360" cy="1828800"/>
          </a:xfrm>
        </p:spPr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6000" dirty="0">
                <a:latin typeface="Arial" panose="020B0604020202020204" pitchFamily="34" charset="0"/>
                <a:cs typeface="Arial" panose="020B0604020202020204" pitchFamily="34" charset="0"/>
              </a:rPr>
              <a:t>Grammar &amp; </a:t>
            </a:r>
            <a:r>
              <a:rPr lang="en-US" sz="6000" dirty="0" err="1">
                <a:latin typeface="Arial" panose="020B0604020202020204" pitchFamily="34" charset="0"/>
                <a:cs typeface="Arial" panose="020B0604020202020204" pitchFamily="34" charset="0"/>
              </a:rPr>
              <a:t>BAsics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62200" y="6049963"/>
            <a:ext cx="6705600" cy="685800"/>
          </a:xfrm>
        </p:spPr>
        <p:txBody>
          <a:bodyPr>
            <a:normAutofit fontScale="62500" lnSpcReduction="20000"/>
          </a:bodyPr>
          <a:lstStyle/>
          <a:p>
            <a:pPr eaLnBrk="1" fontAlgn="auto" hangingPunct="1">
              <a:spcAft>
                <a:spcPts val="0"/>
              </a:spcAft>
              <a:buFont typeface="Wingdings"/>
              <a:buNone/>
              <a:defRPr/>
            </a:pPr>
            <a:r>
              <a:rPr lang="en-US" sz="4800" dirty="0">
                <a:latin typeface="Arial" panose="020B0604020202020204" pitchFamily="34" charset="0"/>
                <a:cs typeface="Arial" panose="020B0604020202020204" pitchFamily="34" charset="0"/>
              </a:rPr>
              <a:t>Lecture 2 Tenses and related topics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>
                <a:latin typeface="Arial" panose="020B0604020202020204" pitchFamily="34" charset="0"/>
                <a:cs typeface="Arial" panose="020B0604020202020204" pitchFamily="34" charset="0"/>
              </a:rPr>
              <a:t>Agenda</a:t>
            </a:r>
          </a:p>
        </p:txBody>
      </p:sp>
      <p:sp>
        <p:nvSpPr>
          <p:cNvPr id="3" name="Tijdelijke aanduiding voor inhoud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nl-NL" dirty="0" err="1">
                <a:latin typeface="Arial" panose="020B0604020202020204" pitchFamily="34" charset="0"/>
                <a:cs typeface="Arial" panose="020B0604020202020204" pitchFamily="34" charset="0"/>
              </a:rPr>
              <a:t>Recap</a:t>
            </a:r>
            <a:r>
              <a:rPr lang="nl-NL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nl-NL" dirty="0" err="1">
                <a:latin typeface="Arial" panose="020B0604020202020204" pitchFamily="34" charset="0"/>
                <a:cs typeface="Arial" panose="020B0604020202020204" pitchFamily="34" charset="0"/>
              </a:rPr>
              <a:t>Tenses</a:t>
            </a:r>
            <a:endParaRPr lang="nl-NL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nl-NL" dirty="0" err="1">
                <a:latin typeface="Arial" panose="020B0604020202020204" pitchFamily="34" charset="0"/>
                <a:cs typeface="Arial" panose="020B0604020202020204" pitchFamily="34" charset="0"/>
              </a:rPr>
              <a:t>Tense</a:t>
            </a:r>
            <a:r>
              <a:rPr lang="nl-NL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nl-NL" dirty="0" err="1">
                <a:latin typeface="Arial" panose="020B0604020202020204" pitchFamily="34" charset="0"/>
                <a:cs typeface="Arial" panose="020B0604020202020204" pitchFamily="34" charset="0"/>
              </a:rPr>
              <a:t>related</a:t>
            </a:r>
            <a:r>
              <a:rPr lang="nl-NL" dirty="0">
                <a:latin typeface="Arial" panose="020B0604020202020204" pitchFamily="34" charset="0"/>
                <a:cs typeface="Arial" panose="020B0604020202020204" pitchFamily="34" charset="0"/>
              </a:rPr>
              <a:t> topics</a:t>
            </a:r>
          </a:p>
          <a:p>
            <a:pPr lvl="1"/>
            <a:r>
              <a:rPr lang="nl-NL" dirty="0" err="1">
                <a:latin typeface="Arial" panose="020B0604020202020204" pitchFamily="34" charset="0"/>
                <a:cs typeface="Arial" panose="020B0604020202020204" pitchFamily="34" charset="0"/>
              </a:rPr>
              <a:t>Questions</a:t>
            </a:r>
            <a:r>
              <a:rPr lang="nl-NL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nl-NL" dirty="0" err="1">
                <a:latin typeface="Arial" panose="020B0604020202020204" pitchFamily="34" charset="0"/>
                <a:cs typeface="Arial" panose="020B0604020202020204" pitchFamily="34" charset="0"/>
              </a:rPr>
              <a:t>and</a:t>
            </a:r>
            <a:r>
              <a:rPr lang="nl-NL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nl-NL" dirty="0" err="1">
                <a:latin typeface="Arial" panose="020B0604020202020204" pitchFamily="34" charset="0"/>
                <a:cs typeface="Arial" panose="020B0604020202020204" pitchFamily="34" charset="0"/>
              </a:rPr>
              <a:t>negatives</a:t>
            </a:r>
            <a:endParaRPr lang="nl-NL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nl-NL" dirty="0">
                <a:latin typeface="Arial" panose="020B0604020202020204" pitchFamily="34" charset="0"/>
                <a:cs typeface="Arial" panose="020B0604020202020204" pitchFamily="34" charset="0"/>
              </a:rPr>
              <a:t>Agreement </a:t>
            </a:r>
          </a:p>
        </p:txBody>
      </p:sp>
    </p:spTree>
    <p:extLst>
      <p:ext uri="{BB962C8B-B14F-4D97-AF65-F5344CB8AC3E}">
        <p14:creationId xmlns:p14="http://schemas.microsoft.com/office/powerpoint/2010/main" val="36829927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344DFE37-C0E0-2C66-5977-9CB370E0D54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nl-NL" dirty="0" err="1"/>
              <a:t>Tenses</a:t>
            </a:r>
            <a:r>
              <a:rPr lang="nl-NL" dirty="0"/>
              <a:t> </a:t>
            </a:r>
            <a:r>
              <a:rPr lang="nl-NL" dirty="0" err="1"/>
              <a:t>Session</a:t>
            </a:r>
            <a:r>
              <a:rPr lang="nl-NL" dirty="0"/>
              <a:t> 2</a:t>
            </a:r>
            <a:endParaRPr lang="en-GB" dirty="0"/>
          </a:p>
        </p:txBody>
      </p:sp>
      <p:sp>
        <p:nvSpPr>
          <p:cNvPr id="8" name="Subtitle 7">
            <a:extLst>
              <a:ext uri="{FF2B5EF4-FFF2-40B4-BE49-F238E27FC236}">
                <a16:creationId xmlns:a16="http://schemas.microsoft.com/office/drawing/2014/main" id="{94CF3701-BE53-B606-33BC-1EC3D10F388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nl-NL" dirty="0"/>
              <a:t>The </a:t>
            </a:r>
            <a:r>
              <a:rPr lang="nl-NL" dirty="0" err="1"/>
              <a:t>Future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446243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>
          <a:xfrm>
            <a:off x="517209" y="0"/>
            <a:ext cx="8226425" cy="1143000"/>
          </a:xfrm>
        </p:spPr>
        <p:txBody>
          <a:bodyPr/>
          <a:lstStyle/>
          <a:p>
            <a:r>
              <a:rPr lang="nl-NL" dirty="0" err="1">
                <a:latin typeface="Sans sarif"/>
              </a:rPr>
              <a:t>Future</a:t>
            </a:r>
            <a:r>
              <a:rPr lang="nl-NL" dirty="0">
                <a:latin typeface="Sans sarif"/>
              </a:rPr>
              <a:t> </a:t>
            </a:r>
            <a:r>
              <a:rPr lang="nl-NL" dirty="0" err="1">
                <a:latin typeface="Sans sarif"/>
              </a:rPr>
              <a:t>tenses</a:t>
            </a:r>
            <a:r>
              <a:rPr lang="nl-NL" dirty="0">
                <a:latin typeface="Sans sarif"/>
              </a:rPr>
              <a:t> </a:t>
            </a:r>
            <a:r>
              <a:rPr lang="nl-NL" dirty="0" err="1">
                <a:latin typeface="Sans sarif"/>
              </a:rPr>
              <a:t>Compared</a:t>
            </a:r>
            <a:br>
              <a:rPr lang="nl-NL" dirty="0">
                <a:latin typeface="Sans sarif"/>
              </a:rPr>
            </a:br>
            <a:r>
              <a:rPr lang="nl-NL" dirty="0" err="1">
                <a:solidFill>
                  <a:schemeClr val="accent3"/>
                </a:solidFill>
                <a:latin typeface="Sans sarif"/>
              </a:rPr>
              <a:t>What</a:t>
            </a:r>
            <a:r>
              <a:rPr lang="nl-NL" dirty="0">
                <a:solidFill>
                  <a:schemeClr val="accent3"/>
                </a:solidFill>
                <a:latin typeface="Sans sarif"/>
              </a:rPr>
              <a:t> is </a:t>
            </a:r>
            <a:r>
              <a:rPr lang="nl-NL" dirty="0" err="1">
                <a:solidFill>
                  <a:schemeClr val="accent3"/>
                </a:solidFill>
                <a:latin typeface="Sans sarif"/>
              </a:rPr>
              <a:t>the</a:t>
            </a:r>
            <a:r>
              <a:rPr lang="nl-NL" dirty="0">
                <a:solidFill>
                  <a:schemeClr val="accent3"/>
                </a:solidFill>
                <a:latin typeface="Sans sarif"/>
              </a:rPr>
              <a:t> </a:t>
            </a:r>
            <a:r>
              <a:rPr lang="nl-NL" dirty="0" err="1">
                <a:solidFill>
                  <a:schemeClr val="accent3"/>
                </a:solidFill>
                <a:latin typeface="Sans sarif"/>
              </a:rPr>
              <a:t>difference</a:t>
            </a:r>
            <a:r>
              <a:rPr lang="nl-NL" dirty="0">
                <a:solidFill>
                  <a:schemeClr val="accent3"/>
                </a:solidFill>
                <a:latin typeface="Sans sarif"/>
              </a:rPr>
              <a:t> in </a:t>
            </a:r>
            <a:r>
              <a:rPr lang="nl-NL" dirty="0" err="1">
                <a:solidFill>
                  <a:schemeClr val="accent3"/>
                </a:solidFill>
                <a:latin typeface="Sans sarif"/>
              </a:rPr>
              <a:t>meaning</a:t>
            </a:r>
            <a:r>
              <a:rPr lang="nl-NL" dirty="0">
                <a:solidFill>
                  <a:schemeClr val="accent3"/>
                </a:solidFill>
                <a:latin typeface="Sans sarif"/>
              </a:rPr>
              <a:t>?</a:t>
            </a:r>
            <a:endParaRPr lang="nl-NL" dirty="0">
              <a:latin typeface="Sans sarif"/>
            </a:endParaRPr>
          </a:p>
        </p:txBody>
      </p:sp>
      <p:graphicFrame>
        <p:nvGraphicFramePr>
          <p:cNvPr id="21561" name="Group 57"/>
          <p:cNvGraphicFramePr>
            <a:graphicFrameLocks noGrp="1"/>
          </p:cNvGraphicFramePr>
          <p:nvPr>
            <p:ph idx="1"/>
          </p:nvPr>
        </p:nvGraphicFramePr>
        <p:xfrm>
          <a:off x="2123728" y="1674696"/>
          <a:ext cx="6192688" cy="4451351"/>
        </p:xfrm>
        <a:graphic>
          <a:graphicData uri="http://schemas.openxmlformats.org/drawingml/2006/table">
            <a:tbl>
              <a:tblPr/>
              <a:tblGrid>
                <a:gridCol w="61926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1318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r>
                        <a:rPr kumimoji="0" lang="nl-NL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ans sarif"/>
                        </a:rPr>
                        <a:t>I </a:t>
                      </a:r>
                      <a:r>
                        <a:rPr kumimoji="0" lang="nl-NL" sz="2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ans sarif"/>
                        </a:rPr>
                        <a:t>will</a:t>
                      </a:r>
                      <a:r>
                        <a:rPr kumimoji="0" lang="nl-NL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ans sarif"/>
                        </a:rPr>
                        <a:t> travel </a:t>
                      </a:r>
                      <a:r>
                        <a:rPr kumimoji="0" lang="nl-NL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ans sarif"/>
                        </a:rPr>
                        <a:t>to New York </a:t>
                      </a:r>
                      <a:r>
                        <a:rPr kumimoji="0" lang="nl-NL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ans sarif"/>
                        </a:rPr>
                        <a:t>some</a:t>
                      </a:r>
                      <a:r>
                        <a:rPr kumimoji="0" lang="nl-NL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ans sarif"/>
                        </a:rPr>
                        <a:t> </a:t>
                      </a:r>
                      <a:r>
                        <a:rPr kumimoji="0" lang="nl-NL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ans sarif"/>
                        </a:rPr>
                        <a:t>day</a:t>
                      </a:r>
                      <a:r>
                        <a:rPr kumimoji="0" lang="nl-NL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ans sarif"/>
                        </a:rPr>
                        <a:t>.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572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r>
                        <a:rPr kumimoji="0" lang="nl-NL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ans sarif"/>
                        </a:rPr>
                        <a:t>I </a:t>
                      </a:r>
                      <a:r>
                        <a:rPr kumimoji="0" lang="nl-NL" sz="2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ans sarif"/>
                        </a:rPr>
                        <a:t>am</a:t>
                      </a:r>
                      <a:r>
                        <a:rPr kumimoji="0" lang="nl-NL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ans sarif"/>
                        </a:rPr>
                        <a:t> </a:t>
                      </a:r>
                      <a:r>
                        <a:rPr kumimoji="0" lang="nl-NL" sz="2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ans sarif"/>
                        </a:rPr>
                        <a:t>going</a:t>
                      </a:r>
                      <a:r>
                        <a:rPr kumimoji="0" lang="nl-NL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ans sarif"/>
                        </a:rPr>
                        <a:t> to travel to</a:t>
                      </a:r>
                      <a:r>
                        <a:rPr kumimoji="0" lang="nl-NL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ans sarif"/>
                        </a:rPr>
                        <a:t> New York </a:t>
                      </a:r>
                      <a:r>
                        <a:rPr kumimoji="0" lang="nl-NL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ans sarif"/>
                        </a:rPr>
                        <a:t>this</a:t>
                      </a:r>
                      <a:r>
                        <a:rPr kumimoji="0" lang="nl-NL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ans sarif"/>
                        </a:rPr>
                        <a:t> </a:t>
                      </a:r>
                      <a:r>
                        <a:rPr kumimoji="0" lang="nl-NL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ans sarif"/>
                        </a:rPr>
                        <a:t>summer</a:t>
                      </a:r>
                      <a:r>
                        <a:rPr kumimoji="0" lang="nl-NL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ans sarif"/>
                        </a:rPr>
                        <a:t>.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303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r>
                        <a:rPr kumimoji="0" lang="nl-NL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ans sarif"/>
                        </a:rPr>
                        <a:t>I </a:t>
                      </a:r>
                      <a:r>
                        <a:rPr kumimoji="0" lang="nl-NL" sz="2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ans sarif"/>
                        </a:rPr>
                        <a:t>am</a:t>
                      </a:r>
                      <a:r>
                        <a:rPr kumimoji="0" lang="nl-NL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ans sarif"/>
                        </a:rPr>
                        <a:t> travelling </a:t>
                      </a:r>
                      <a:r>
                        <a:rPr kumimoji="0" lang="nl-NL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ans sarif"/>
                        </a:rPr>
                        <a:t>to New York </a:t>
                      </a:r>
                      <a:r>
                        <a:rPr kumimoji="0" lang="nl-NL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ans sarif"/>
                        </a:rPr>
                        <a:t>tomorrow</a:t>
                      </a:r>
                      <a:r>
                        <a:rPr kumimoji="0" lang="nl-NL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ans sarif"/>
                        </a:rPr>
                        <a:t>.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318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r>
                        <a:rPr kumimoji="0" lang="nl-NL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ans sarif"/>
                        </a:rPr>
                        <a:t>My </a:t>
                      </a:r>
                      <a:r>
                        <a:rPr kumimoji="0" lang="nl-NL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ans sarif"/>
                        </a:rPr>
                        <a:t>plane</a:t>
                      </a:r>
                      <a:r>
                        <a:rPr kumimoji="0" lang="nl-NL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ans sarif"/>
                        </a:rPr>
                        <a:t> </a:t>
                      </a:r>
                      <a:r>
                        <a:rPr kumimoji="0" lang="nl-NL" sz="2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ans sarif"/>
                        </a:rPr>
                        <a:t>leaves</a:t>
                      </a:r>
                      <a:r>
                        <a:rPr kumimoji="0" lang="nl-NL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ans sarif"/>
                        </a:rPr>
                        <a:t> at 15:00.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21535" name="Picture 31" descr="ticket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353790" y="4005064"/>
            <a:ext cx="697930" cy="1019688"/>
          </a:xfrm>
          <a:prstGeom prst="rect">
            <a:avLst/>
          </a:prstGeom>
          <a:noFill/>
        </p:spPr>
      </p:pic>
      <p:pic>
        <p:nvPicPr>
          <p:cNvPr id="21536" name="Picture 32" descr="lpny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998486" y="2708920"/>
            <a:ext cx="904875" cy="1317625"/>
          </a:xfrm>
          <a:prstGeom prst="rect">
            <a:avLst/>
          </a:prstGeom>
          <a:noFill/>
        </p:spPr>
      </p:pic>
      <p:pic>
        <p:nvPicPr>
          <p:cNvPr id="21537" name="Picture 33" descr="nyc-sky-line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121903" y="1674696"/>
            <a:ext cx="1828800" cy="1033463"/>
          </a:xfrm>
          <a:prstGeom prst="rect">
            <a:avLst/>
          </a:prstGeom>
          <a:noFill/>
        </p:spPr>
      </p:pic>
      <p:pic>
        <p:nvPicPr>
          <p:cNvPr id="21538" name="Picture 34" descr="schiphol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611560" y="5085184"/>
            <a:ext cx="1454150" cy="80994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200338313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>
          <a:xfrm>
            <a:off x="517209" y="0"/>
            <a:ext cx="8226425" cy="1143000"/>
          </a:xfrm>
        </p:spPr>
        <p:txBody>
          <a:bodyPr/>
          <a:lstStyle/>
          <a:p>
            <a:r>
              <a:rPr lang="nl-NL" dirty="0" err="1">
                <a:latin typeface="Sans sarif"/>
              </a:rPr>
              <a:t>Future</a:t>
            </a:r>
            <a:r>
              <a:rPr lang="nl-NL" dirty="0">
                <a:latin typeface="Sans sarif"/>
              </a:rPr>
              <a:t> </a:t>
            </a:r>
            <a:r>
              <a:rPr lang="nl-NL" dirty="0" err="1">
                <a:latin typeface="Sans sarif"/>
              </a:rPr>
              <a:t>tenses</a:t>
            </a:r>
            <a:r>
              <a:rPr lang="nl-NL" dirty="0">
                <a:latin typeface="Sans sarif"/>
              </a:rPr>
              <a:t> </a:t>
            </a:r>
            <a:r>
              <a:rPr lang="nl-NL" dirty="0" err="1">
                <a:latin typeface="Sans sarif"/>
              </a:rPr>
              <a:t>Compared</a:t>
            </a:r>
            <a:br>
              <a:rPr lang="nl-NL" dirty="0">
                <a:latin typeface="Sans sarif"/>
              </a:rPr>
            </a:br>
            <a:r>
              <a:rPr lang="nl-NL" dirty="0" err="1">
                <a:solidFill>
                  <a:schemeClr val="accent3"/>
                </a:solidFill>
                <a:latin typeface="Sans sarif"/>
              </a:rPr>
              <a:t>What</a:t>
            </a:r>
            <a:r>
              <a:rPr lang="nl-NL" dirty="0">
                <a:solidFill>
                  <a:schemeClr val="accent3"/>
                </a:solidFill>
                <a:latin typeface="Sans sarif"/>
              </a:rPr>
              <a:t> is </a:t>
            </a:r>
            <a:r>
              <a:rPr lang="nl-NL" dirty="0" err="1">
                <a:solidFill>
                  <a:schemeClr val="accent3"/>
                </a:solidFill>
                <a:latin typeface="Sans sarif"/>
              </a:rPr>
              <a:t>the</a:t>
            </a:r>
            <a:r>
              <a:rPr lang="nl-NL" dirty="0">
                <a:solidFill>
                  <a:schemeClr val="accent3"/>
                </a:solidFill>
                <a:latin typeface="Sans sarif"/>
              </a:rPr>
              <a:t> </a:t>
            </a:r>
            <a:r>
              <a:rPr lang="nl-NL" dirty="0" err="1">
                <a:solidFill>
                  <a:schemeClr val="accent3"/>
                </a:solidFill>
                <a:latin typeface="Sans sarif"/>
              </a:rPr>
              <a:t>difference</a:t>
            </a:r>
            <a:r>
              <a:rPr lang="nl-NL" dirty="0">
                <a:solidFill>
                  <a:schemeClr val="accent3"/>
                </a:solidFill>
                <a:latin typeface="Sans sarif"/>
              </a:rPr>
              <a:t> in </a:t>
            </a:r>
            <a:r>
              <a:rPr lang="nl-NL" dirty="0" err="1">
                <a:solidFill>
                  <a:schemeClr val="accent3"/>
                </a:solidFill>
                <a:latin typeface="Sans sarif"/>
              </a:rPr>
              <a:t>meaning</a:t>
            </a:r>
            <a:r>
              <a:rPr lang="nl-NL" dirty="0">
                <a:solidFill>
                  <a:schemeClr val="accent3"/>
                </a:solidFill>
                <a:latin typeface="Sans sarif"/>
              </a:rPr>
              <a:t>?</a:t>
            </a:r>
            <a:endParaRPr lang="nl-NL" dirty="0">
              <a:latin typeface="Sans sarif"/>
            </a:endParaRPr>
          </a:p>
        </p:txBody>
      </p:sp>
      <p:graphicFrame>
        <p:nvGraphicFramePr>
          <p:cNvPr id="21561" name="Group 57"/>
          <p:cNvGraphicFramePr>
            <a:graphicFrameLocks noGrp="1"/>
          </p:cNvGraphicFramePr>
          <p:nvPr>
            <p:ph idx="1"/>
          </p:nvPr>
        </p:nvGraphicFramePr>
        <p:xfrm>
          <a:off x="2048553" y="1556792"/>
          <a:ext cx="2704218" cy="5135034"/>
        </p:xfrm>
        <a:graphic>
          <a:graphicData uri="http://schemas.openxmlformats.org/drawingml/2006/table">
            <a:tbl>
              <a:tblPr/>
              <a:tblGrid>
                <a:gridCol w="27042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21762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r>
                        <a:rPr kumimoji="0" lang="nl-NL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ans sarif"/>
                        </a:rPr>
                        <a:t>I </a:t>
                      </a:r>
                      <a:r>
                        <a:rPr kumimoji="0" lang="nl-NL" sz="2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ans sarif"/>
                        </a:rPr>
                        <a:t>will</a:t>
                      </a:r>
                      <a:r>
                        <a:rPr kumimoji="0" lang="nl-NL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ans sarif"/>
                        </a:rPr>
                        <a:t> travel </a:t>
                      </a:r>
                      <a:r>
                        <a:rPr kumimoji="0" lang="nl-NL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ans sarif"/>
                        </a:rPr>
                        <a:t>to New York </a:t>
                      </a:r>
                      <a:r>
                        <a:rPr kumimoji="0" lang="nl-NL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ans sarif"/>
                        </a:rPr>
                        <a:t>some</a:t>
                      </a:r>
                      <a:r>
                        <a:rPr kumimoji="0" lang="nl-NL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ans sarif"/>
                        </a:rPr>
                        <a:t> </a:t>
                      </a:r>
                      <a:r>
                        <a:rPr kumimoji="0" lang="nl-NL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ans sarif"/>
                        </a:rPr>
                        <a:t>day</a:t>
                      </a:r>
                      <a:r>
                        <a:rPr kumimoji="0" lang="nl-NL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ans sarif"/>
                        </a:rPr>
                        <a:t>.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0319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r>
                        <a:rPr kumimoji="0" lang="nl-NL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ans sarif"/>
                        </a:rPr>
                        <a:t>I </a:t>
                      </a:r>
                      <a:r>
                        <a:rPr kumimoji="0" lang="nl-NL" sz="2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ans sarif"/>
                        </a:rPr>
                        <a:t>am</a:t>
                      </a:r>
                      <a:r>
                        <a:rPr kumimoji="0" lang="nl-NL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ans sarif"/>
                        </a:rPr>
                        <a:t> </a:t>
                      </a:r>
                      <a:r>
                        <a:rPr kumimoji="0" lang="nl-NL" sz="2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ans sarif"/>
                        </a:rPr>
                        <a:t>going</a:t>
                      </a:r>
                      <a:r>
                        <a:rPr kumimoji="0" lang="nl-NL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ans sarif"/>
                        </a:rPr>
                        <a:t> to travel to</a:t>
                      </a:r>
                      <a:r>
                        <a:rPr kumimoji="0" lang="nl-NL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ans sarif"/>
                        </a:rPr>
                        <a:t> New York </a:t>
                      </a:r>
                      <a:r>
                        <a:rPr kumimoji="0" lang="nl-NL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ans sarif"/>
                        </a:rPr>
                        <a:t>this</a:t>
                      </a:r>
                      <a:r>
                        <a:rPr kumimoji="0" lang="nl-NL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ans sarif"/>
                        </a:rPr>
                        <a:t> </a:t>
                      </a:r>
                      <a:r>
                        <a:rPr kumimoji="0" lang="nl-NL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ans sarif"/>
                        </a:rPr>
                        <a:t>summer</a:t>
                      </a:r>
                      <a:r>
                        <a:rPr kumimoji="0" lang="nl-NL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ans sarif"/>
                        </a:rPr>
                        <a:t>.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798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r>
                        <a:rPr kumimoji="0" lang="nl-NL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ans sarif"/>
                        </a:rPr>
                        <a:t>I </a:t>
                      </a:r>
                      <a:r>
                        <a:rPr kumimoji="0" lang="nl-NL" sz="2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ans sarif"/>
                        </a:rPr>
                        <a:t>am</a:t>
                      </a:r>
                      <a:r>
                        <a:rPr kumimoji="0" lang="nl-NL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ans sarif"/>
                        </a:rPr>
                        <a:t> travelling </a:t>
                      </a:r>
                      <a:r>
                        <a:rPr kumimoji="0" lang="nl-NL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ans sarif"/>
                        </a:rPr>
                        <a:t>to New York </a:t>
                      </a:r>
                      <a:r>
                        <a:rPr kumimoji="0" lang="nl-NL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ans sarif"/>
                        </a:rPr>
                        <a:t>tomorrow</a:t>
                      </a:r>
                      <a:r>
                        <a:rPr kumimoji="0" lang="nl-NL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ans sarif"/>
                        </a:rPr>
                        <a:t>.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9623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r>
                        <a:rPr kumimoji="0" lang="nl-NL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ans sarif"/>
                        </a:rPr>
                        <a:t>My </a:t>
                      </a:r>
                      <a:r>
                        <a:rPr kumimoji="0" lang="nl-NL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ans sarif"/>
                        </a:rPr>
                        <a:t>plane</a:t>
                      </a:r>
                      <a:r>
                        <a:rPr kumimoji="0" lang="nl-NL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ans sarif"/>
                        </a:rPr>
                        <a:t> </a:t>
                      </a:r>
                      <a:r>
                        <a:rPr kumimoji="0" lang="nl-NL" sz="2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ans sarif"/>
                        </a:rPr>
                        <a:t>leaves</a:t>
                      </a:r>
                      <a:r>
                        <a:rPr kumimoji="0" lang="nl-NL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ans sarif"/>
                        </a:rPr>
                        <a:t> at 15:00.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21535" name="Picture 31" descr="ticket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205431" y="4425536"/>
            <a:ext cx="697930" cy="1019688"/>
          </a:xfrm>
          <a:prstGeom prst="rect">
            <a:avLst/>
          </a:prstGeom>
          <a:noFill/>
        </p:spPr>
      </p:pic>
      <p:pic>
        <p:nvPicPr>
          <p:cNvPr id="21536" name="Picture 32" descr="lpny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146845" y="2780928"/>
            <a:ext cx="904875" cy="1317625"/>
          </a:xfrm>
          <a:prstGeom prst="rect">
            <a:avLst/>
          </a:prstGeom>
          <a:noFill/>
        </p:spPr>
      </p:pic>
      <p:pic>
        <p:nvPicPr>
          <p:cNvPr id="21537" name="Picture 33" descr="nyc-sky-line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121903" y="1674696"/>
            <a:ext cx="1828800" cy="1033463"/>
          </a:xfrm>
          <a:prstGeom prst="rect">
            <a:avLst/>
          </a:prstGeom>
          <a:noFill/>
        </p:spPr>
      </p:pic>
      <p:pic>
        <p:nvPicPr>
          <p:cNvPr id="21538" name="Picture 34" descr="schiphol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611560" y="5643394"/>
            <a:ext cx="1454150" cy="809942"/>
          </a:xfrm>
          <a:prstGeom prst="rect">
            <a:avLst/>
          </a:prstGeom>
          <a:noFill/>
        </p:spPr>
      </p:pic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4151374E-D1F3-C444-05FD-615D9DEBA019}"/>
              </a:ext>
            </a:extLst>
          </p:cNvPr>
          <p:cNvGraphicFramePr>
            <a:graphicFrameLocks noGrp="1"/>
          </p:cNvGraphicFramePr>
          <p:nvPr/>
        </p:nvGraphicFramePr>
        <p:xfrm>
          <a:off x="4803280" y="1556792"/>
          <a:ext cx="3104243" cy="5135034"/>
        </p:xfrm>
        <a:graphic>
          <a:graphicData uri="http://schemas.openxmlformats.org/drawingml/2006/table">
            <a:tbl>
              <a:tblPr firstRow="1" bandRow="1">
                <a:tableStyleId>{16D9F66E-5EB9-4882-86FB-DCBF35E3C3E4}</a:tableStyleId>
              </a:tblPr>
              <a:tblGrid>
                <a:gridCol w="3104243">
                  <a:extLst>
                    <a:ext uri="{9D8B030D-6E8A-4147-A177-3AD203B41FA5}">
                      <a16:colId xmlns:a16="http://schemas.microsoft.com/office/drawing/2014/main" val="96545397"/>
                    </a:ext>
                  </a:extLst>
                </a:gridCol>
              </a:tblGrid>
              <a:tr h="115212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r>
                        <a:rPr kumimoji="0" lang="nl-NL" sz="2400" b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Prediction</a:t>
                      </a:r>
                      <a:r>
                        <a:rPr kumimoji="0" lang="nl-NL" sz="24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, </a:t>
                      </a:r>
                      <a:r>
                        <a:rPr kumimoji="0" lang="nl-NL" sz="2400" b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neutral</a:t>
                      </a:r>
                      <a:r>
                        <a:rPr kumimoji="0" lang="nl-NL" sz="24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 attitude</a:t>
                      </a:r>
                      <a:endParaRPr kumimoji="0" lang="nl-NL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ans sarif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2704984428"/>
                  </a:ext>
                </a:extLst>
              </a:tr>
              <a:tr h="158417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r>
                        <a:rPr kumimoji="0" lang="nl-NL" sz="24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Plan, </a:t>
                      </a:r>
                      <a:r>
                        <a:rPr kumimoji="0" lang="nl-NL" sz="2400" b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intention</a:t>
                      </a:r>
                      <a:endParaRPr kumimoji="0" lang="nl-NL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ans sarif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3587161113"/>
                  </a:ext>
                </a:extLst>
              </a:tr>
              <a:tr h="115212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r>
                        <a:rPr kumimoji="0" lang="nl-NL" sz="24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Arrangement</a:t>
                      </a:r>
                      <a:endParaRPr kumimoji="0" lang="nl-NL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ans sarif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2576306636"/>
                  </a:ext>
                </a:extLst>
              </a:tr>
              <a:tr h="124660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115000"/>
                        <a:buFont typeface="Wingdings" pitchFamily="2" charset="2"/>
                        <a:buNone/>
                        <a:tabLst/>
                      </a:pPr>
                      <a:r>
                        <a:rPr kumimoji="0" lang="nl-NL" sz="2400" b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Fixed</a:t>
                      </a:r>
                      <a:r>
                        <a:rPr kumimoji="0" lang="nl-NL" sz="24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 in a timetable</a:t>
                      </a:r>
                      <a:endParaRPr kumimoji="0" lang="nl-NL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ans sarif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734855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24289659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el 1"/>
          <p:cNvSpPr>
            <a:spLocks noGrp="1"/>
          </p:cNvSpPr>
          <p:nvPr>
            <p:ph type="title"/>
          </p:nvPr>
        </p:nvSpPr>
        <p:spPr>
          <a:xfrm>
            <a:off x="612775" y="228600"/>
            <a:ext cx="8153400" cy="990600"/>
          </a:xfrm>
        </p:spPr>
        <p:txBody>
          <a:bodyPr/>
          <a:lstStyle/>
          <a:p>
            <a:r>
              <a:rPr lang="nl-NL" dirty="0">
                <a:latin typeface="Sans sarif"/>
              </a:rPr>
              <a:t>Will </a:t>
            </a:r>
            <a:r>
              <a:rPr lang="nl-NL">
                <a:latin typeface="Sans sarif"/>
              </a:rPr>
              <a:t>is used…</a:t>
            </a:r>
            <a:endParaRPr lang="en-US" dirty="0">
              <a:latin typeface="Sans sarif"/>
            </a:endParaRPr>
          </a:p>
        </p:txBody>
      </p:sp>
      <p:sp>
        <p:nvSpPr>
          <p:cNvPr id="12291" name="Tijdelijke aanduiding voor inhoud 2"/>
          <p:cNvSpPr>
            <a:spLocks noGrp="1"/>
          </p:cNvSpPr>
          <p:nvPr>
            <p:ph sz="quarter" idx="1"/>
          </p:nvPr>
        </p:nvSpPr>
        <p:spPr>
          <a:xfrm>
            <a:off x="612774" y="1600200"/>
            <a:ext cx="8531225" cy="4495800"/>
          </a:xfrm>
        </p:spPr>
        <p:txBody>
          <a:bodyPr/>
          <a:lstStyle/>
          <a:p>
            <a:r>
              <a:rPr lang="nl-NL">
                <a:latin typeface="Sans sarif"/>
              </a:rPr>
              <a:t>For </a:t>
            </a:r>
            <a:r>
              <a:rPr lang="nl-NL" dirty="0" err="1">
                <a:latin typeface="Sans sarif"/>
              </a:rPr>
              <a:t>predictions</a:t>
            </a:r>
            <a:endParaRPr lang="nl-NL" dirty="0">
              <a:latin typeface="Sans sarif"/>
            </a:endParaRPr>
          </a:p>
          <a:p>
            <a:pPr lvl="1"/>
            <a:r>
              <a:rPr lang="nl-NL">
                <a:latin typeface="Sans sarif"/>
              </a:rPr>
              <a:t>[I think that] Kamala </a:t>
            </a:r>
            <a:r>
              <a:rPr lang="nl-NL" b="1" err="1">
                <a:latin typeface="Sans sarif"/>
              </a:rPr>
              <a:t>will</a:t>
            </a:r>
            <a:r>
              <a:rPr lang="nl-NL" b="1">
                <a:latin typeface="Sans sarif"/>
              </a:rPr>
              <a:t> </a:t>
            </a:r>
            <a:r>
              <a:rPr lang="nl-NL">
                <a:latin typeface="Sans sarif"/>
              </a:rPr>
              <a:t>win.</a:t>
            </a:r>
            <a:endParaRPr lang="nl-NL" dirty="0">
              <a:latin typeface="Sans sarif"/>
            </a:endParaRPr>
          </a:p>
          <a:p>
            <a:pPr lvl="1"/>
            <a:r>
              <a:rPr lang="nl-NL" dirty="0" err="1">
                <a:latin typeface="Sans sarif"/>
              </a:rPr>
              <a:t>Tomorrow</a:t>
            </a:r>
            <a:r>
              <a:rPr lang="nl-NL" dirty="0">
                <a:latin typeface="Sans sarif"/>
              </a:rPr>
              <a:t> </a:t>
            </a:r>
            <a:r>
              <a:rPr lang="nl-NL" b="1" err="1">
                <a:latin typeface="Sans sarif"/>
              </a:rPr>
              <a:t>will</a:t>
            </a:r>
            <a:r>
              <a:rPr lang="nl-NL">
                <a:latin typeface="Sans sarif"/>
              </a:rPr>
              <a:t> [probably, however I don’t know] be </a:t>
            </a:r>
            <a:r>
              <a:rPr lang="nl-NL" dirty="0" err="1">
                <a:latin typeface="Sans sarif"/>
              </a:rPr>
              <a:t>rainy</a:t>
            </a:r>
            <a:r>
              <a:rPr lang="nl-NL" dirty="0">
                <a:latin typeface="Sans sarif"/>
              </a:rPr>
              <a:t>.</a:t>
            </a:r>
          </a:p>
          <a:p>
            <a:r>
              <a:rPr lang="nl-NL" dirty="0">
                <a:latin typeface="Sans sarif"/>
              </a:rPr>
              <a:t>For </a:t>
            </a:r>
            <a:r>
              <a:rPr lang="nl-NL" dirty="0" err="1">
                <a:latin typeface="Sans sarif"/>
              </a:rPr>
              <a:t>decisions</a:t>
            </a:r>
            <a:r>
              <a:rPr lang="nl-NL" dirty="0">
                <a:latin typeface="Sans sarif"/>
              </a:rPr>
              <a:t> made at the moment of </a:t>
            </a:r>
            <a:r>
              <a:rPr lang="nl-NL" dirty="0" err="1">
                <a:latin typeface="Sans sarif"/>
              </a:rPr>
              <a:t>speaking</a:t>
            </a:r>
            <a:endParaRPr lang="nl-NL" dirty="0">
              <a:latin typeface="Sans sarif"/>
            </a:endParaRPr>
          </a:p>
          <a:p>
            <a:pPr lvl="1"/>
            <a:r>
              <a:rPr lang="nl-NL" dirty="0">
                <a:latin typeface="Sans sarif"/>
              </a:rPr>
              <a:t>[</a:t>
            </a:r>
            <a:r>
              <a:rPr lang="nl-NL" dirty="0" err="1">
                <a:latin typeface="Sans sarif"/>
              </a:rPr>
              <a:t>phone</a:t>
            </a:r>
            <a:r>
              <a:rPr lang="nl-NL" dirty="0">
                <a:latin typeface="Sans sarif"/>
              </a:rPr>
              <a:t> </a:t>
            </a:r>
            <a:r>
              <a:rPr lang="nl-NL" dirty="0" err="1">
                <a:latin typeface="Sans sarif"/>
              </a:rPr>
              <a:t>ringing</a:t>
            </a:r>
            <a:r>
              <a:rPr lang="nl-NL">
                <a:latin typeface="Sans sarif"/>
              </a:rPr>
              <a:t>] I’</a:t>
            </a:r>
            <a:r>
              <a:rPr lang="nl-NL" b="1">
                <a:latin typeface="Sans sarif"/>
              </a:rPr>
              <a:t>ll</a:t>
            </a:r>
            <a:r>
              <a:rPr lang="nl-NL">
                <a:latin typeface="Sans sarif"/>
              </a:rPr>
              <a:t> </a:t>
            </a:r>
            <a:r>
              <a:rPr lang="nl-NL" err="1">
                <a:latin typeface="Sans sarif"/>
              </a:rPr>
              <a:t>get</a:t>
            </a:r>
            <a:r>
              <a:rPr lang="nl-NL">
                <a:latin typeface="Sans sarif"/>
              </a:rPr>
              <a:t> it / I </a:t>
            </a:r>
            <a:r>
              <a:rPr lang="nl-NL" b="1">
                <a:latin typeface="Sans sarif"/>
              </a:rPr>
              <a:t>will</a:t>
            </a:r>
            <a:r>
              <a:rPr lang="nl-NL">
                <a:latin typeface="Sans sarif"/>
              </a:rPr>
              <a:t> get it.</a:t>
            </a:r>
            <a:endParaRPr lang="nl-NL" dirty="0">
              <a:latin typeface="Sans sarif"/>
            </a:endParaRPr>
          </a:p>
          <a:p>
            <a:pPr lvl="1"/>
            <a:r>
              <a:rPr lang="nl-NL">
                <a:latin typeface="Sans sarif"/>
              </a:rPr>
              <a:t>“John </a:t>
            </a:r>
            <a:r>
              <a:rPr lang="nl-NL" err="1">
                <a:latin typeface="Sans sarif"/>
              </a:rPr>
              <a:t>called</a:t>
            </a:r>
            <a:r>
              <a:rPr lang="nl-NL">
                <a:latin typeface="Sans sarif"/>
              </a:rPr>
              <a:t>.”   –“Ok</a:t>
            </a:r>
            <a:r>
              <a:rPr lang="nl-NL" dirty="0">
                <a:latin typeface="Sans sarif"/>
              </a:rPr>
              <a:t>, I </a:t>
            </a:r>
            <a:r>
              <a:rPr lang="nl-NL" b="1" dirty="0" err="1">
                <a:latin typeface="Sans sarif"/>
              </a:rPr>
              <a:t>will</a:t>
            </a:r>
            <a:r>
              <a:rPr lang="nl-NL" dirty="0">
                <a:latin typeface="Sans sarif"/>
              </a:rPr>
              <a:t> call </a:t>
            </a:r>
            <a:r>
              <a:rPr lang="nl-NL" dirty="0" err="1">
                <a:latin typeface="Sans sarif"/>
              </a:rPr>
              <a:t>him</a:t>
            </a:r>
            <a:r>
              <a:rPr lang="nl-NL" dirty="0">
                <a:latin typeface="Sans sarif"/>
              </a:rPr>
              <a:t> </a:t>
            </a:r>
            <a:r>
              <a:rPr lang="nl-NL">
                <a:latin typeface="Sans sarif"/>
              </a:rPr>
              <a:t>back.”</a:t>
            </a:r>
            <a:endParaRPr lang="nl-NL" dirty="0">
              <a:latin typeface="Sans sarif"/>
            </a:endParaRPr>
          </a:p>
        </p:txBody>
      </p:sp>
    </p:spTree>
    <p:extLst>
      <p:ext uri="{BB962C8B-B14F-4D97-AF65-F5344CB8AC3E}">
        <p14:creationId xmlns:p14="http://schemas.microsoft.com/office/powerpoint/2010/main" val="39056569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el 1"/>
          <p:cNvSpPr>
            <a:spLocks noGrp="1"/>
          </p:cNvSpPr>
          <p:nvPr>
            <p:ph type="title"/>
          </p:nvPr>
        </p:nvSpPr>
        <p:spPr>
          <a:xfrm>
            <a:off x="612775" y="228600"/>
            <a:ext cx="8153400" cy="990600"/>
          </a:xfrm>
        </p:spPr>
        <p:txBody>
          <a:bodyPr/>
          <a:lstStyle/>
          <a:p>
            <a:r>
              <a:rPr lang="nl-NL" dirty="0">
                <a:latin typeface="Sans sarif"/>
              </a:rPr>
              <a:t>‘</a:t>
            </a:r>
            <a:r>
              <a:rPr lang="nl-NL" dirty="0" err="1">
                <a:latin typeface="Sans sarif"/>
              </a:rPr>
              <a:t>Going</a:t>
            </a:r>
            <a:r>
              <a:rPr lang="nl-NL" dirty="0">
                <a:latin typeface="Sans sarif"/>
              </a:rPr>
              <a:t> </a:t>
            </a:r>
            <a:r>
              <a:rPr lang="nl-NL" dirty="0" err="1">
                <a:latin typeface="Sans sarif"/>
              </a:rPr>
              <a:t>to</a:t>
            </a:r>
            <a:r>
              <a:rPr lang="nl-NL" dirty="0">
                <a:latin typeface="Sans sarif"/>
              </a:rPr>
              <a:t>’ is </a:t>
            </a:r>
            <a:r>
              <a:rPr lang="nl-NL" dirty="0" err="1">
                <a:latin typeface="Sans sarif"/>
              </a:rPr>
              <a:t>used</a:t>
            </a:r>
            <a:r>
              <a:rPr lang="nl-NL" dirty="0">
                <a:latin typeface="Sans sarif"/>
              </a:rPr>
              <a:t>:</a:t>
            </a:r>
            <a:endParaRPr lang="en-US" dirty="0">
              <a:latin typeface="Sans sarif"/>
            </a:endParaRPr>
          </a:p>
        </p:txBody>
      </p:sp>
      <p:sp>
        <p:nvSpPr>
          <p:cNvPr id="12291" name="Tijdelijke aanduiding voor inhoud 2"/>
          <p:cNvSpPr>
            <a:spLocks noGrp="1"/>
          </p:cNvSpPr>
          <p:nvPr>
            <p:ph sz="quarter" idx="1"/>
          </p:nvPr>
        </p:nvSpPr>
        <p:spPr>
          <a:xfrm>
            <a:off x="612775" y="1600200"/>
            <a:ext cx="8153400" cy="4495800"/>
          </a:xfrm>
        </p:spPr>
        <p:txBody>
          <a:bodyPr/>
          <a:lstStyle/>
          <a:p>
            <a:r>
              <a:rPr lang="nl-NL" dirty="0">
                <a:latin typeface="Sans sarif"/>
              </a:rPr>
              <a:t>For plans and </a:t>
            </a:r>
            <a:r>
              <a:rPr lang="nl-NL" dirty="0" err="1">
                <a:latin typeface="Sans sarif"/>
              </a:rPr>
              <a:t>intentions</a:t>
            </a:r>
            <a:endParaRPr lang="nl-NL" dirty="0">
              <a:latin typeface="Sans sarif"/>
            </a:endParaRPr>
          </a:p>
          <a:p>
            <a:pPr lvl="1"/>
            <a:r>
              <a:rPr lang="nl-NL" dirty="0" err="1">
                <a:latin typeface="Sans sarif"/>
              </a:rPr>
              <a:t>I</a:t>
            </a:r>
            <a:r>
              <a:rPr lang="nl-NL" b="1" dirty="0" err="1">
                <a:latin typeface="Sans sarif"/>
              </a:rPr>
              <a:t>’m</a:t>
            </a:r>
            <a:r>
              <a:rPr lang="nl-NL" b="1" dirty="0">
                <a:latin typeface="Sans sarif"/>
              </a:rPr>
              <a:t> </a:t>
            </a:r>
            <a:r>
              <a:rPr lang="nl-NL" b="1" dirty="0" err="1">
                <a:latin typeface="Sans sarif"/>
              </a:rPr>
              <a:t>going</a:t>
            </a:r>
            <a:r>
              <a:rPr lang="nl-NL" b="1" dirty="0">
                <a:latin typeface="Sans sarif"/>
              </a:rPr>
              <a:t> to </a:t>
            </a:r>
            <a:r>
              <a:rPr lang="nl-NL" b="1" dirty="0" err="1">
                <a:latin typeface="Sans sarif"/>
              </a:rPr>
              <a:t>buy</a:t>
            </a:r>
            <a:r>
              <a:rPr lang="nl-NL" b="1" dirty="0">
                <a:latin typeface="Sans sarif"/>
              </a:rPr>
              <a:t> </a:t>
            </a:r>
            <a:r>
              <a:rPr lang="nl-NL" dirty="0">
                <a:latin typeface="Sans sarif"/>
              </a:rPr>
              <a:t>a </a:t>
            </a:r>
            <a:r>
              <a:rPr lang="nl-NL" dirty="0" err="1">
                <a:latin typeface="Sans sarif"/>
              </a:rPr>
              <a:t>new</a:t>
            </a:r>
            <a:r>
              <a:rPr lang="nl-NL" dirty="0">
                <a:latin typeface="Sans sarif"/>
              </a:rPr>
              <a:t> </a:t>
            </a:r>
            <a:r>
              <a:rPr lang="nl-NL" dirty="0" err="1">
                <a:latin typeface="Sans sarif"/>
              </a:rPr>
              <a:t>car</a:t>
            </a:r>
            <a:r>
              <a:rPr lang="nl-NL" dirty="0">
                <a:latin typeface="Sans sarif"/>
              </a:rPr>
              <a:t>.</a:t>
            </a:r>
          </a:p>
          <a:p>
            <a:pPr lvl="1"/>
            <a:r>
              <a:rPr lang="nl-NL" dirty="0">
                <a:latin typeface="Sans sarif"/>
              </a:rPr>
              <a:t>We </a:t>
            </a:r>
            <a:r>
              <a:rPr lang="nl-NL" b="1" dirty="0">
                <a:latin typeface="Sans sarif"/>
              </a:rPr>
              <a:t>are </a:t>
            </a:r>
            <a:r>
              <a:rPr lang="nl-NL" b="1" dirty="0" err="1">
                <a:latin typeface="Sans sarif"/>
              </a:rPr>
              <a:t>going</a:t>
            </a:r>
            <a:r>
              <a:rPr lang="nl-NL" b="1" dirty="0">
                <a:latin typeface="Sans sarif"/>
              </a:rPr>
              <a:t> to </a:t>
            </a:r>
            <a:r>
              <a:rPr lang="nl-NL" b="1" dirty="0" err="1">
                <a:latin typeface="Sans sarif"/>
              </a:rPr>
              <a:t>visit</a:t>
            </a:r>
            <a:r>
              <a:rPr lang="nl-NL" dirty="0">
                <a:latin typeface="Sans sarif"/>
              </a:rPr>
              <a:t> </a:t>
            </a:r>
            <a:r>
              <a:rPr lang="nl-NL" dirty="0" err="1">
                <a:latin typeface="Sans sarif"/>
              </a:rPr>
              <a:t>my</a:t>
            </a:r>
            <a:r>
              <a:rPr lang="nl-NL" dirty="0">
                <a:latin typeface="Sans sarif"/>
              </a:rPr>
              <a:t> sister on </a:t>
            </a:r>
            <a:r>
              <a:rPr lang="nl-NL" dirty="0" err="1">
                <a:latin typeface="Sans sarif"/>
              </a:rPr>
              <a:t>Monday</a:t>
            </a:r>
            <a:r>
              <a:rPr lang="nl-NL" dirty="0">
                <a:latin typeface="Sans sarif"/>
              </a:rPr>
              <a:t>.</a:t>
            </a:r>
          </a:p>
          <a:p>
            <a:pPr marL="366713" lvl="1" indent="0">
              <a:buNone/>
            </a:pPr>
            <a:endParaRPr lang="nl-NL" dirty="0">
              <a:latin typeface="Sans sarif"/>
            </a:endParaRPr>
          </a:p>
          <a:p>
            <a:r>
              <a:rPr lang="nl-NL" dirty="0" err="1">
                <a:latin typeface="Sans sarif"/>
              </a:rPr>
              <a:t>When</a:t>
            </a:r>
            <a:r>
              <a:rPr lang="nl-NL" dirty="0">
                <a:latin typeface="Sans sarif"/>
              </a:rPr>
              <a:t> </a:t>
            </a:r>
            <a:r>
              <a:rPr lang="nl-NL" dirty="0" err="1">
                <a:latin typeface="Sans sarif"/>
              </a:rPr>
              <a:t>there</a:t>
            </a:r>
            <a:r>
              <a:rPr lang="nl-NL" dirty="0">
                <a:latin typeface="Sans sarif"/>
              </a:rPr>
              <a:t> are </a:t>
            </a:r>
            <a:r>
              <a:rPr lang="nl-NL" dirty="0" err="1">
                <a:latin typeface="Sans sarif"/>
              </a:rPr>
              <a:t>signs</a:t>
            </a:r>
            <a:r>
              <a:rPr lang="nl-NL" dirty="0">
                <a:latin typeface="Sans sarif"/>
              </a:rPr>
              <a:t> of </a:t>
            </a:r>
            <a:r>
              <a:rPr lang="nl-NL" dirty="0" err="1">
                <a:latin typeface="Sans sarif"/>
              </a:rPr>
              <a:t>something</a:t>
            </a:r>
            <a:r>
              <a:rPr lang="nl-NL" dirty="0">
                <a:latin typeface="Sans sarif"/>
              </a:rPr>
              <a:t> happening</a:t>
            </a:r>
          </a:p>
          <a:p>
            <a:pPr lvl="1"/>
            <a:r>
              <a:rPr lang="nl-NL" dirty="0">
                <a:latin typeface="Sans sarif"/>
              </a:rPr>
              <a:t>Look at the </a:t>
            </a:r>
            <a:r>
              <a:rPr lang="nl-NL" dirty="0" err="1">
                <a:latin typeface="Sans sarif"/>
              </a:rPr>
              <a:t>clouds</a:t>
            </a:r>
            <a:r>
              <a:rPr lang="nl-NL" dirty="0">
                <a:latin typeface="Sans sarif"/>
              </a:rPr>
              <a:t>. </a:t>
            </a:r>
            <a:r>
              <a:rPr lang="nl-NL" dirty="0" err="1">
                <a:latin typeface="Sans sarif"/>
              </a:rPr>
              <a:t>It</a:t>
            </a:r>
            <a:r>
              <a:rPr lang="nl-NL" b="1" dirty="0">
                <a:latin typeface="Sans sarif"/>
              </a:rPr>
              <a:t>‘s </a:t>
            </a:r>
            <a:r>
              <a:rPr lang="nl-NL" b="1" dirty="0" err="1">
                <a:latin typeface="Sans sarif"/>
              </a:rPr>
              <a:t>going</a:t>
            </a:r>
            <a:r>
              <a:rPr lang="nl-NL" b="1" dirty="0">
                <a:latin typeface="Sans sarif"/>
              </a:rPr>
              <a:t> to </a:t>
            </a:r>
            <a:r>
              <a:rPr lang="nl-NL" b="1" dirty="0" err="1">
                <a:latin typeface="Sans sarif"/>
              </a:rPr>
              <a:t>rain</a:t>
            </a:r>
            <a:r>
              <a:rPr lang="nl-NL" dirty="0">
                <a:latin typeface="Sans sarif"/>
              </a:rPr>
              <a:t>.</a:t>
            </a:r>
          </a:p>
          <a:p>
            <a:pPr lvl="1"/>
            <a:r>
              <a:rPr lang="en-US" dirty="0">
                <a:latin typeface="Sans sarif"/>
              </a:rPr>
              <a:t>That vase is tipping on the edge of that shelf. It</a:t>
            </a:r>
            <a:r>
              <a:rPr lang="en-US" b="1" dirty="0">
                <a:latin typeface="Sans sarif"/>
              </a:rPr>
              <a:t>’s going to fall</a:t>
            </a:r>
            <a:r>
              <a:rPr lang="en-US" dirty="0">
                <a:latin typeface="Sans sarif"/>
              </a:rPr>
              <a:t> down.</a:t>
            </a:r>
            <a:endParaRPr lang="nl-NL" dirty="0">
              <a:latin typeface="Sans sarif"/>
            </a:endParaRPr>
          </a:p>
          <a:p>
            <a:endParaRPr lang="nl-NL" dirty="0">
              <a:latin typeface="Sans sarif"/>
            </a:endParaRPr>
          </a:p>
          <a:p>
            <a:endParaRPr lang="nl-NL" dirty="0">
              <a:latin typeface="Sans sarif"/>
            </a:endParaRPr>
          </a:p>
        </p:txBody>
      </p:sp>
    </p:spTree>
    <p:extLst>
      <p:ext uri="{BB962C8B-B14F-4D97-AF65-F5344CB8AC3E}">
        <p14:creationId xmlns:p14="http://schemas.microsoft.com/office/powerpoint/2010/main" val="5604386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Tijdelijke aanduiding voor inhoud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nl-NL" dirty="0">
                <a:latin typeface="Sans sarif"/>
              </a:rPr>
              <a:t>Oh, I</a:t>
            </a:r>
            <a:r>
              <a:rPr lang="nl-NL" b="1" dirty="0">
                <a:latin typeface="Sans sarif"/>
              </a:rPr>
              <a:t>‘</a:t>
            </a:r>
            <a:r>
              <a:rPr lang="nl-NL" b="1" dirty="0" err="1">
                <a:latin typeface="Sans sarif"/>
              </a:rPr>
              <a:t>ll</a:t>
            </a:r>
            <a:r>
              <a:rPr lang="nl-NL" b="1" dirty="0">
                <a:latin typeface="Sans sarif"/>
              </a:rPr>
              <a:t> </a:t>
            </a:r>
            <a:r>
              <a:rPr lang="nl-NL" b="1" dirty="0" err="1">
                <a:latin typeface="Sans sarif"/>
              </a:rPr>
              <a:t>buy</a:t>
            </a:r>
            <a:r>
              <a:rPr lang="nl-NL" b="1" dirty="0">
                <a:latin typeface="Sans sarif"/>
              </a:rPr>
              <a:t> </a:t>
            </a:r>
            <a:r>
              <a:rPr lang="nl-NL" dirty="0" err="1">
                <a:latin typeface="Sans sarif"/>
              </a:rPr>
              <a:t>some</a:t>
            </a:r>
            <a:r>
              <a:rPr lang="nl-NL" dirty="0">
                <a:latin typeface="Sans sarif"/>
              </a:rPr>
              <a:t> chocolate </a:t>
            </a:r>
            <a:r>
              <a:rPr lang="nl-NL" dirty="0" err="1">
                <a:latin typeface="Sans sarif"/>
              </a:rPr>
              <a:t>on</a:t>
            </a:r>
            <a:r>
              <a:rPr lang="nl-NL" dirty="0">
                <a:latin typeface="Sans sarif"/>
              </a:rPr>
              <a:t> </a:t>
            </a:r>
            <a:r>
              <a:rPr lang="nl-NL" dirty="0" err="1">
                <a:latin typeface="Sans sarif"/>
              </a:rPr>
              <a:t>my</a:t>
            </a:r>
            <a:r>
              <a:rPr lang="nl-NL" dirty="0">
                <a:latin typeface="Sans sarif"/>
              </a:rPr>
              <a:t> </a:t>
            </a:r>
            <a:r>
              <a:rPr lang="nl-NL" dirty="0" err="1">
                <a:latin typeface="Sans sarif"/>
              </a:rPr>
              <a:t>way</a:t>
            </a:r>
            <a:r>
              <a:rPr lang="nl-NL" dirty="0">
                <a:latin typeface="Sans sarif"/>
              </a:rPr>
              <a:t> </a:t>
            </a:r>
            <a:r>
              <a:rPr lang="nl-NL" dirty="0" err="1">
                <a:latin typeface="Sans sarif"/>
              </a:rPr>
              <a:t>there</a:t>
            </a:r>
            <a:r>
              <a:rPr lang="nl-NL" dirty="0">
                <a:latin typeface="Sans sarif"/>
              </a:rPr>
              <a:t>. </a:t>
            </a:r>
          </a:p>
          <a:p>
            <a:r>
              <a:rPr lang="nl-NL" dirty="0">
                <a:latin typeface="Sans sarif"/>
              </a:rPr>
              <a:t>(I </a:t>
            </a:r>
            <a:r>
              <a:rPr lang="nl-NL" dirty="0" err="1">
                <a:latin typeface="Sans sarif"/>
              </a:rPr>
              <a:t>think</a:t>
            </a:r>
            <a:r>
              <a:rPr lang="nl-NL" dirty="0">
                <a:latin typeface="Sans sarif"/>
              </a:rPr>
              <a:t>/I hope) I</a:t>
            </a:r>
            <a:r>
              <a:rPr lang="nl-NL" b="1" dirty="0">
                <a:latin typeface="Sans sarif"/>
              </a:rPr>
              <a:t>‘</a:t>
            </a:r>
            <a:r>
              <a:rPr lang="nl-NL" b="1" dirty="0" err="1">
                <a:latin typeface="Sans sarif"/>
              </a:rPr>
              <a:t>ll</a:t>
            </a:r>
            <a:r>
              <a:rPr lang="nl-NL" b="1" dirty="0">
                <a:latin typeface="Sans sarif"/>
              </a:rPr>
              <a:t> have</a:t>
            </a:r>
            <a:r>
              <a:rPr lang="nl-NL" dirty="0">
                <a:latin typeface="Sans sarif"/>
              </a:rPr>
              <a:t> </a:t>
            </a:r>
            <a:r>
              <a:rPr lang="nl-NL" dirty="0" err="1">
                <a:latin typeface="Sans sarif"/>
              </a:rPr>
              <a:t>so</a:t>
            </a:r>
            <a:r>
              <a:rPr lang="nl-NL" dirty="0">
                <a:latin typeface="Sans sarif"/>
              </a:rPr>
              <a:t> </a:t>
            </a:r>
            <a:r>
              <a:rPr lang="nl-NL" dirty="0" err="1">
                <a:latin typeface="Sans sarif"/>
              </a:rPr>
              <a:t>much</a:t>
            </a:r>
            <a:r>
              <a:rPr lang="nl-NL" dirty="0">
                <a:latin typeface="Sans sarif"/>
              </a:rPr>
              <a:t> </a:t>
            </a:r>
            <a:r>
              <a:rPr lang="nl-NL" dirty="0" err="1">
                <a:latin typeface="Sans sarif"/>
              </a:rPr>
              <a:t>fun</a:t>
            </a:r>
            <a:r>
              <a:rPr lang="nl-NL" dirty="0">
                <a:latin typeface="Sans sarif"/>
              </a:rPr>
              <a:t> </a:t>
            </a:r>
            <a:r>
              <a:rPr lang="nl-NL" dirty="0" err="1">
                <a:latin typeface="Sans sarif"/>
              </a:rPr>
              <a:t>this</a:t>
            </a:r>
            <a:r>
              <a:rPr lang="nl-NL" dirty="0">
                <a:latin typeface="Sans sarif"/>
              </a:rPr>
              <a:t> weekend.</a:t>
            </a:r>
          </a:p>
          <a:p>
            <a:r>
              <a:rPr lang="en-US" dirty="0">
                <a:latin typeface="Sans sarif"/>
              </a:rPr>
              <a:t>I think he</a:t>
            </a:r>
            <a:r>
              <a:rPr lang="en-US" b="1" dirty="0">
                <a:latin typeface="Sans sarif"/>
              </a:rPr>
              <a:t>’ll fail.</a:t>
            </a:r>
            <a:br>
              <a:rPr lang="en-US" dirty="0">
                <a:latin typeface="Sans sarif"/>
              </a:rPr>
            </a:br>
            <a:endParaRPr lang="en-US" dirty="0">
              <a:latin typeface="Sans sarif"/>
            </a:endParaRPr>
          </a:p>
          <a:p>
            <a:pPr lvl="1"/>
            <a:endParaRPr lang="nl-NL" dirty="0">
              <a:latin typeface="Sans sarif"/>
            </a:endParaRPr>
          </a:p>
        </p:txBody>
      </p:sp>
      <p:sp>
        <p:nvSpPr>
          <p:cNvPr id="4" name="Tijdelijke aanduiding voor inhoud 3"/>
          <p:cNvSpPr>
            <a:spLocks noGrp="1"/>
          </p:cNvSpPr>
          <p:nvPr>
            <p:ph sz="quarter" idx="2"/>
          </p:nvPr>
        </p:nvSpPr>
        <p:spPr/>
        <p:txBody>
          <a:bodyPr/>
          <a:lstStyle/>
          <a:p>
            <a:r>
              <a:rPr lang="nl-NL" dirty="0">
                <a:latin typeface="Sans sarif"/>
              </a:rPr>
              <a:t>I</a:t>
            </a:r>
            <a:r>
              <a:rPr lang="nl-NL" b="1" dirty="0">
                <a:latin typeface="Sans sarif"/>
              </a:rPr>
              <a:t>‘m </a:t>
            </a:r>
            <a:r>
              <a:rPr lang="nl-NL" b="1" dirty="0" err="1">
                <a:latin typeface="Sans sarif"/>
              </a:rPr>
              <a:t>going</a:t>
            </a:r>
            <a:r>
              <a:rPr lang="nl-NL" b="1" dirty="0">
                <a:latin typeface="Sans sarif"/>
              </a:rPr>
              <a:t> to </a:t>
            </a:r>
            <a:r>
              <a:rPr lang="nl-NL" b="1" dirty="0" err="1">
                <a:latin typeface="Sans sarif"/>
              </a:rPr>
              <a:t>buy</a:t>
            </a:r>
            <a:r>
              <a:rPr lang="nl-NL" dirty="0">
                <a:latin typeface="Sans sarif"/>
              </a:rPr>
              <a:t> </a:t>
            </a:r>
            <a:r>
              <a:rPr lang="nl-NL" dirty="0" err="1">
                <a:latin typeface="Sans sarif"/>
              </a:rPr>
              <a:t>some</a:t>
            </a:r>
            <a:r>
              <a:rPr lang="nl-NL" dirty="0">
                <a:latin typeface="Sans sarif"/>
              </a:rPr>
              <a:t> chocolate </a:t>
            </a:r>
            <a:r>
              <a:rPr lang="nl-NL" dirty="0" err="1">
                <a:latin typeface="Sans sarif"/>
              </a:rPr>
              <a:t>on</a:t>
            </a:r>
            <a:r>
              <a:rPr lang="nl-NL" dirty="0">
                <a:latin typeface="Sans sarif"/>
              </a:rPr>
              <a:t> </a:t>
            </a:r>
            <a:r>
              <a:rPr lang="nl-NL" dirty="0" err="1">
                <a:latin typeface="Sans sarif"/>
              </a:rPr>
              <a:t>my</a:t>
            </a:r>
            <a:r>
              <a:rPr lang="nl-NL" dirty="0">
                <a:latin typeface="Sans sarif"/>
              </a:rPr>
              <a:t> </a:t>
            </a:r>
            <a:r>
              <a:rPr lang="nl-NL" dirty="0" err="1">
                <a:latin typeface="Sans sarif"/>
              </a:rPr>
              <a:t>way</a:t>
            </a:r>
            <a:r>
              <a:rPr lang="nl-NL" dirty="0">
                <a:latin typeface="Sans sarif"/>
              </a:rPr>
              <a:t> </a:t>
            </a:r>
            <a:r>
              <a:rPr lang="nl-NL" dirty="0" err="1">
                <a:latin typeface="Sans sarif"/>
              </a:rPr>
              <a:t>there</a:t>
            </a:r>
            <a:r>
              <a:rPr lang="nl-NL" dirty="0">
                <a:latin typeface="Sans sarif"/>
              </a:rPr>
              <a:t>.</a:t>
            </a:r>
          </a:p>
          <a:p>
            <a:r>
              <a:rPr lang="nl-NL" dirty="0">
                <a:latin typeface="Sans sarif"/>
              </a:rPr>
              <a:t>I</a:t>
            </a:r>
            <a:r>
              <a:rPr lang="nl-NL" b="1" dirty="0">
                <a:latin typeface="Sans sarif"/>
              </a:rPr>
              <a:t>‘m </a:t>
            </a:r>
            <a:r>
              <a:rPr lang="nl-NL" b="1" dirty="0" err="1">
                <a:latin typeface="Sans sarif"/>
              </a:rPr>
              <a:t>going</a:t>
            </a:r>
            <a:r>
              <a:rPr lang="nl-NL" b="1" dirty="0">
                <a:latin typeface="Sans sarif"/>
              </a:rPr>
              <a:t> to have</a:t>
            </a:r>
            <a:r>
              <a:rPr lang="nl-NL" dirty="0">
                <a:latin typeface="Sans sarif"/>
              </a:rPr>
              <a:t> </a:t>
            </a:r>
            <a:r>
              <a:rPr lang="nl-NL" dirty="0" err="1">
                <a:latin typeface="Sans sarif"/>
              </a:rPr>
              <a:t>so</a:t>
            </a:r>
            <a:r>
              <a:rPr lang="nl-NL" dirty="0">
                <a:latin typeface="Sans sarif"/>
              </a:rPr>
              <a:t> </a:t>
            </a:r>
            <a:r>
              <a:rPr lang="nl-NL" dirty="0" err="1">
                <a:latin typeface="Sans sarif"/>
              </a:rPr>
              <a:t>much</a:t>
            </a:r>
            <a:r>
              <a:rPr lang="nl-NL" dirty="0">
                <a:latin typeface="Sans sarif"/>
              </a:rPr>
              <a:t> </a:t>
            </a:r>
            <a:r>
              <a:rPr lang="nl-NL" dirty="0" err="1">
                <a:latin typeface="Sans sarif"/>
              </a:rPr>
              <a:t>fun</a:t>
            </a:r>
            <a:r>
              <a:rPr lang="nl-NL" dirty="0">
                <a:latin typeface="Sans sarif"/>
              </a:rPr>
              <a:t> </a:t>
            </a:r>
            <a:r>
              <a:rPr lang="nl-NL" dirty="0" err="1">
                <a:latin typeface="Sans sarif"/>
              </a:rPr>
              <a:t>this</a:t>
            </a:r>
            <a:r>
              <a:rPr lang="nl-NL" dirty="0">
                <a:latin typeface="Sans sarif"/>
              </a:rPr>
              <a:t> weekend.</a:t>
            </a:r>
          </a:p>
          <a:p>
            <a:r>
              <a:rPr lang="nl-NL" dirty="0">
                <a:latin typeface="Sans sarif"/>
              </a:rPr>
              <a:t>He </a:t>
            </a:r>
            <a:r>
              <a:rPr lang="nl-NL" dirty="0" err="1">
                <a:latin typeface="Sans sarif"/>
              </a:rPr>
              <a:t>didn’t</a:t>
            </a:r>
            <a:r>
              <a:rPr lang="nl-NL" dirty="0">
                <a:latin typeface="Sans sarif"/>
              </a:rPr>
              <a:t> </a:t>
            </a:r>
            <a:r>
              <a:rPr lang="nl-NL" dirty="0" err="1">
                <a:latin typeface="Sans sarif"/>
              </a:rPr>
              <a:t>study</a:t>
            </a:r>
            <a:r>
              <a:rPr lang="nl-NL" dirty="0">
                <a:latin typeface="Sans sarif"/>
              </a:rPr>
              <a:t>. </a:t>
            </a:r>
            <a:r>
              <a:rPr lang="nl-NL" dirty="0" err="1">
                <a:latin typeface="Sans sarif"/>
              </a:rPr>
              <a:t>He</a:t>
            </a:r>
            <a:r>
              <a:rPr lang="nl-NL" b="1" dirty="0" err="1">
                <a:latin typeface="Sans sarif"/>
              </a:rPr>
              <a:t>’s</a:t>
            </a:r>
            <a:r>
              <a:rPr lang="nl-NL" b="1" dirty="0">
                <a:latin typeface="Sans sarif"/>
              </a:rPr>
              <a:t> </a:t>
            </a:r>
            <a:r>
              <a:rPr lang="nl-NL" b="1" dirty="0" err="1">
                <a:latin typeface="Sans sarif"/>
              </a:rPr>
              <a:t>going</a:t>
            </a:r>
            <a:r>
              <a:rPr lang="nl-NL" b="1" dirty="0">
                <a:latin typeface="Sans sarif"/>
              </a:rPr>
              <a:t> to </a:t>
            </a:r>
            <a:r>
              <a:rPr lang="nl-NL" b="1" dirty="0" err="1">
                <a:latin typeface="Sans sarif"/>
              </a:rPr>
              <a:t>fail</a:t>
            </a:r>
            <a:r>
              <a:rPr lang="nl-NL" dirty="0">
                <a:latin typeface="Sans sarif"/>
              </a:rPr>
              <a:t>.</a:t>
            </a:r>
            <a:endParaRPr lang="en-US" dirty="0">
              <a:latin typeface="Sans sarif"/>
            </a:endParaRPr>
          </a:p>
        </p:txBody>
      </p:sp>
      <p:sp>
        <p:nvSpPr>
          <p:cNvPr id="2" name="Titel 3">
            <a:extLst>
              <a:ext uri="{FF2B5EF4-FFF2-40B4-BE49-F238E27FC236}">
                <a16:creationId xmlns:a16="http://schemas.microsoft.com/office/drawing/2014/main" id="{D6F18E7D-F78D-BD81-CACC-4DEE9F75B4B0}"/>
              </a:ext>
            </a:extLst>
          </p:cNvPr>
          <p:cNvSpPr txBox="1">
            <a:spLocks/>
          </p:cNvSpPr>
          <p:nvPr/>
        </p:nvSpPr>
        <p:spPr bwMode="auto">
          <a:xfrm>
            <a:off x="609600" y="261458"/>
            <a:ext cx="8153400" cy="869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w Cen MT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w Cen MT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w Cen MT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w Cen MT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w Cen MT" pitchFamily="34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w Cen MT" pitchFamily="34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w Cen MT" pitchFamily="34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w Cen MT" pitchFamily="34" charset="0"/>
              </a:defRPr>
            </a:lvl9pPr>
          </a:lstStyle>
          <a:p>
            <a:r>
              <a:rPr lang="nl-NL" sz="3600" dirty="0" err="1">
                <a:latin typeface="Sans sarif"/>
              </a:rPr>
              <a:t>FutureTenses</a:t>
            </a:r>
            <a:r>
              <a:rPr lang="nl-NL" sz="3600" dirty="0">
                <a:latin typeface="Sans sarif"/>
              </a:rPr>
              <a:t> </a:t>
            </a:r>
            <a:r>
              <a:rPr lang="nl-NL" sz="3600" dirty="0" err="1">
                <a:latin typeface="Sans sarif"/>
              </a:rPr>
              <a:t>Compared</a:t>
            </a:r>
            <a:br>
              <a:rPr lang="nl-NL" sz="3600" dirty="0">
                <a:latin typeface="Sans sarif"/>
              </a:rPr>
            </a:br>
            <a:r>
              <a:rPr lang="nl-NL" dirty="0" err="1">
                <a:solidFill>
                  <a:schemeClr val="accent3"/>
                </a:solidFill>
                <a:latin typeface="Sans sarif"/>
              </a:rPr>
              <a:t>What</a:t>
            </a:r>
            <a:r>
              <a:rPr lang="nl-NL" dirty="0">
                <a:solidFill>
                  <a:schemeClr val="accent3"/>
                </a:solidFill>
                <a:latin typeface="Sans sarif"/>
              </a:rPr>
              <a:t> is </a:t>
            </a:r>
            <a:r>
              <a:rPr lang="nl-NL" dirty="0" err="1">
                <a:solidFill>
                  <a:schemeClr val="accent3"/>
                </a:solidFill>
                <a:latin typeface="Sans sarif"/>
              </a:rPr>
              <a:t>the</a:t>
            </a:r>
            <a:r>
              <a:rPr lang="nl-NL" dirty="0">
                <a:solidFill>
                  <a:schemeClr val="accent3"/>
                </a:solidFill>
                <a:latin typeface="Sans sarif"/>
              </a:rPr>
              <a:t> </a:t>
            </a:r>
            <a:r>
              <a:rPr lang="nl-NL" dirty="0" err="1">
                <a:solidFill>
                  <a:schemeClr val="accent3"/>
                </a:solidFill>
                <a:latin typeface="Sans sarif"/>
              </a:rPr>
              <a:t>difference</a:t>
            </a:r>
            <a:r>
              <a:rPr lang="nl-NL" dirty="0">
                <a:solidFill>
                  <a:schemeClr val="accent3"/>
                </a:solidFill>
                <a:latin typeface="Sans sarif"/>
              </a:rPr>
              <a:t> in </a:t>
            </a:r>
            <a:r>
              <a:rPr lang="nl-NL" dirty="0" err="1">
                <a:solidFill>
                  <a:schemeClr val="accent3"/>
                </a:solidFill>
                <a:latin typeface="Sans sarif"/>
              </a:rPr>
              <a:t>meaning</a:t>
            </a:r>
            <a:r>
              <a:rPr lang="nl-NL" dirty="0">
                <a:solidFill>
                  <a:schemeClr val="accent3"/>
                </a:solidFill>
                <a:latin typeface="Sans sarif"/>
              </a:rPr>
              <a:t>?</a:t>
            </a:r>
            <a:endParaRPr lang="nl-NL" sz="3600" dirty="0">
              <a:latin typeface="Sans sarif"/>
            </a:endParaRPr>
          </a:p>
        </p:txBody>
      </p:sp>
    </p:spTree>
    <p:extLst>
      <p:ext uri="{BB962C8B-B14F-4D97-AF65-F5344CB8AC3E}">
        <p14:creationId xmlns:p14="http://schemas.microsoft.com/office/powerpoint/2010/main" val="8843730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sz="4000" dirty="0">
                <a:latin typeface="Sans sarif"/>
              </a:rPr>
              <a:t>Present </a:t>
            </a:r>
            <a:r>
              <a:rPr lang="nl-NL" sz="4000" dirty="0" err="1">
                <a:latin typeface="Sans sarif"/>
              </a:rPr>
              <a:t>forms</a:t>
            </a:r>
            <a:r>
              <a:rPr lang="nl-NL" sz="4000" dirty="0">
                <a:latin typeface="Sans sarif"/>
              </a:rPr>
              <a:t> to talk </a:t>
            </a:r>
            <a:r>
              <a:rPr lang="nl-NL" sz="4000" dirty="0" err="1">
                <a:latin typeface="Sans sarif"/>
              </a:rPr>
              <a:t>about</a:t>
            </a:r>
            <a:r>
              <a:rPr lang="nl-NL" sz="4000" dirty="0">
                <a:latin typeface="Sans sarif"/>
              </a:rPr>
              <a:t> the </a:t>
            </a:r>
            <a:r>
              <a:rPr lang="nl-NL" sz="4000" dirty="0" err="1">
                <a:latin typeface="Sans sarif"/>
              </a:rPr>
              <a:t>future</a:t>
            </a:r>
            <a:endParaRPr lang="en-US" sz="4000" dirty="0">
              <a:latin typeface="Sans sarif"/>
            </a:endParaRPr>
          </a:p>
        </p:txBody>
      </p:sp>
      <p:sp>
        <p:nvSpPr>
          <p:cNvPr id="3" name="Tijdelijke aanduiding voor inhoud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nl-NL" sz="2800" dirty="0">
                <a:latin typeface="Sans sarif"/>
              </a:rPr>
              <a:t>In </a:t>
            </a:r>
            <a:r>
              <a:rPr lang="nl-NL" sz="2800" dirty="0" err="1">
                <a:latin typeface="Sans sarif"/>
              </a:rPr>
              <a:t>some</a:t>
            </a:r>
            <a:r>
              <a:rPr lang="nl-NL" sz="2800" dirty="0">
                <a:latin typeface="Sans sarif"/>
              </a:rPr>
              <a:t> cases </a:t>
            </a:r>
            <a:r>
              <a:rPr lang="nl-NL" sz="2800" dirty="0" err="1">
                <a:latin typeface="Sans sarif"/>
              </a:rPr>
              <a:t>you</a:t>
            </a:r>
            <a:r>
              <a:rPr lang="nl-NL" sz="2800" dirty="0">
                <a:latin typeface="Sans sarif"/>
              </a:rPr>
              <a:t> </a:t>
            </a:r>
            <a:r>
              <a:rPr lang="nl-NL" sz="2800" dirty="0" err="1">
                <a:latin typeface="Sans sarif"/>
              </a:rPr>
              <a:t>can</a:t>
            </a:r>
            <a:r>
              <a:rPr lang="nl-NL" sz="2800" dirty="0">
                <a:latin typeface="Sans sarif"/>
              </a:rPr>
              <a:t> </a:t>
            </a:r>
            <a:r>
              <a:rPr lang="nl-NL" sz="2800" dirty="0" err="1">
                <a:latin typeface="Sans sarif"/>
              </a:rPr>
              <a:t>use</a:t>
            </a:r>
            <a:r>
              <a:rPr lang="nl-NL" sz="2800" dirty="0">
                <a:latin typeface="Sans sarif"/>
              </a:rPr>
              <a:t> a present </a:t>
            </a:r>
            <a:r>
              <a:rPr lang="nl-NL" sz="2800" dirty="0" err="1">
                <a:latin typeface="Sans sarif"/>
              </a:rPr>
              <a:t>form</a:t>
            </a:r>
            <a:r>
              <a:rPr lang="nl-NL" sz="2800" dirty="0">
                <a:latin typeface="Sans sarif"/>
              </a:rPr>
              <a:t> to talk </a:t>
            </a:r>
            <a:r>
              <a:rPr lang="nl-NL" sz="2800" dirty="0" err="1">
                <a:latin typeface="Sans sarif"/>
              </a:rPr>
              <a:t>about</a:t>
            </a:r>
            <a:r>
              <a:rPr lang="nl-NL" sz="2800" dirty="0">
                <a:latin typeface="Sans sarif"/>
              </a:rPr>
              <a:t> the </a:t>
            </a:r>
            <a:r>
              <a:rPr lang="nl-NL" sz="2800" dirty="0" err="1">
                <a:latin typeface="Sans sarif"/>
              </a:rPr>
              <a:t>future</a:t>
            </a:r>
            <a:endParaRPr lang="nl-NL" sz="2800" dirty="0">
              <a:latin typeface="Sans sarif"/>
            </a:endParaRPr>
          </a:p>
          <a:p>
            <a:r>
              <a:rPr lang="nl-NL" sz="2800" dirty="0" err="1">
                <a:latin typeface="Sans sarif"/>
              </a:rPr>
              <a:t>Instead</a:t>
            </a:r>
            <a:r>
              <a:rPr lang="nl-NL" sz="2800" dirty="0">
                <a:latin typeface="Sans sarif"/>
              </a:rPr>
              <a:t> </a:t>
            </a:r>
            <a:r>
              <a:rPr lang="nl-NL" sz="2800">
                <a:latin typeface="Sans sarif"/>
              </a:rPr>
              <a:t>of I</a:t>
            </a:r>
            <a:r>
              <a:rPr lang="nl-NL" sz="2800" b="1">
                <a:latin typeface="Sans sarif"/>
              </a:rPr>
              <a:t>’m </a:t>
            </a:r>
            <a:r>
              <a:rPr lang="nl-NL" sz="2800" b="1" dirty="0" err="1">
                <a:latin typeface="Sans sarif"/>
              </a:rPr>
              <a:t>going</a:t>
            </a:r>
            <a:r>
              <a:rPr lang="nl-NL" sz="2800" b="1" dirty="0">
                <a:latin typeface="Sans sarif"/>
              </a:rPr>
              <a:t> </a:t>
            </a:r>
            <a:r>
              <a:rPr lang="nl-NL" sz="2800" b="1">
                <a:latin typeface="Sans sarif"/>
              </a:rPr>
              <a:t>to do</a:t>
            </a:r>
            <a:r>
              <a:rPr lang="nl-NL" sz="2800">
                <a:latin typeface="Sans sarif"/>
              </a:rPr>
              <a:t>,</a:t>
            </a:r>
            <a:r>
              <a:rPr lang="nl-NL" sz="2800" b="1">
                <a:latin typeface="Sans sarif"/>
              </a:rPr>
              <a:t> </a:t>
            </a:r>
            <a:r>
              <a:rPr lang="nl-NL" sz="2800" dirty="0" err="1">
                <a:latin typeface="Sans sarif"/>
              </a:rPr>
              <a:t>you</a:t>
            </a:r>
            <a:r>
              <a:rPr lang="nl-NL" sz="2800" dirty="0">
                <a:latin typeface="Sans sarif"/>
              </a:rPr>
              <a:t> </a:t>
            </a:r>
            <a:r>
              <a:rPr lang="nl-NL" sz="2800" dirty="0" err="1">
                <a:latin typeface="Sans sarif"/>
              </a:rPr>
              <a:t>can</a:t>
            </a:r>
            <a:r>
              <a:rPr lang="nl-NL" sz="2800" dirty="0">
                <a:latin typeface="Sans sarif"/>
              </a:rPr>
              <a:t> </a:t>
            </a:r>
            <a:r>
              <a:rPr lang="nl-NL" sz="2800" dirty="0" err="1">
                <a:latin typeface="Sans sarif"/>
              </a:rPr>
              <a:t>also</a:t>
            </a:r>
            <a:r>
              <a:rPr lang="nl-NL" sz="2800" dirty="0">
                <a:latin typeface="Sans sarif"/>
              </a:rPr>
              <a:t> </a:t>
            </a:r>
            <a:r>
              <a:rPr lang="nl-NL" sz="2800" dirty="0" err="1">
                <a:latin typeface="Sans sarif"/>
              </a:rPr>
              <a:t>use</a:t>
            </a:r>
            <a:r>
              <a:rPr lang="nl-NL" sz="2800" dirty="0">
                <a:latin typeface="Sans sarif"/>
              </a:rPr>
              <a:t> I </a:t>
            </a:r>
            <a:r>
              <a:rPr lang="nl-NL" sz="2800" b="1" dirty="0" err="1">
                <a:latin typeface="Sans sarif"/>
              </a:rPr>
              <a:t>am</a:t>
            </a:r>
            <a:r>
              <a:rPr lang="nl-NL" sz="2800" b="1" dirty="0">
                <a:latin typeface="Sans sarif"/>
              </a:rPr>
              <a:t> </a:t>
            </a:r>
            <a:r>
              <a:rPr lang="nl-NL" sz="2800" b="1" dirty="0" err="1">
                <a:latin typeface="Sans sarif"/>
              </a:rPr>
              <a:t>doing</a:t>
            </a:r>
            <a:r>
              <a:rPr lang="nl-NL" sz="2800" b="1" dirty="0">
                <a:latin typeface="Sans sarif"/>
              </a:rPr>
              <a:t> </a:t>
            </a:r>
            <a:r>
              <a:rPr lang="nl-NL" sz="2800" dirty="0" err="1">
                <a:latin typeface="Sans sarif"/>
              </a:rPr>
              <a:t>when</a:t>
            </a:r>
            <a:r>
              <a:rPr lang="nl-NL" sz="2800" dirty="0">
                <a:latin typeface="Sans sarif"/>
              </a:rPr>
              <a:t> </a:t>
            </a:r>
            <a:r>
              <a:rPr lang="nl-NL" sz="2800" dirty="0" err="1">
                <a:latin typeface="Sans sarif"/>
              </a:rPr>
              <a:t>talking</a:t>
            </a:r>
            <a:r>
              <a:rPr lang="nl-NL" sz="2800" dirty="0">
                <a:latin typeface="Sans sarif"/>
              </a:rPr>
              <a:t> </a:t>
            </a:r>
            <a:r>
              <a:rPr lang="nl-NL" sz="2800" dirty="0" err="1">
                <a:latin typeface="Sans sarif"/>
              </a:rPr>
              <a:t>about</a:t>
            </a:r>
            <a:r>
              <a:rPr lang="nl-NL" sz="2800" dirty="0">
                <a:latin typeface="Sans sarif"/>
              </a:rPr>
              <a:t> plans and </a:t>
            </a:r>
            <a:r>
              <a:rPr lang="nl-NL" sz="2800" dirty="0" err="1">
                <a:latin typeface="Sans sarif"/>
              </a:rPr>
              <a:t>intentions</a:t>
            </a:r>
            <a:endParaRPr lang="nl-NL" sz="2800" dirty="0">
              <a:latin typeface="Sans sarif"/>
            </a:endParaRPr>
          </a:p>
          <a:p>
            <a:r>
              <a:rPr lang="nl-NL" sz="2800" dirty="0" err="1">
                <a:latin typeface="Sans sarif"/>
              </a:rPr>
              <a:t>Especially</a:t>
            </a:r>
            <a:r>
              <a:rPr lang="nl-NL" sz="2800" dirty="0">
                <a:latin typeface="Sans sarif"/>
              </a:rPr>
              <a:t> </a:t>
            </a:r>
            <a:r>
              <a:rPr lang="nl-NL" sz="2800" dirty="0" err="1">
                <a:latin typeface="Sans sarif"/>
              </a:rPr>
              <a:t>if</a:t>
            </a:r>
            <a:r>
              <a:rPr lang="nl-NL" sz="2800" dirty="0">
                <a:latin typeface="Sans sarif"/>
              </a:rPr>
              <a:t> </a:t>
            </a:r>
            <a:r>
              <a:rPr lang="nl-NL" sz="2800" dirty="0" err="1">
                <a:latin typeface="Sans sarif"/>
              </a:rPr>
              <a:t>you</a:t>
            </a:r>
            <a:r>
              <a:rPr lang="nl-NL" sz="2800" dirty="0">
                <a:latin typeface="Sans sarif"/>
              </a:rPr>
              <a:t> have </a:t>
            </a:r>
            <a:r>
              <a:rPr lang="nl-NL" sz="2800" dirty="0" err="1">
                <a:latin typeface="Sans sarif"/>
              </a:rPr>
              <a:t>already</a:t>
            </a:r>
            <a:r>
              <a:rPr lang="nl-NL" sz="2800" dirty="0">
                <a:latin typeface="Sans sarif"/>
              </a:rPr>
              <a:t> made the </a:t>
            </a:r>
            <a:r>
              <a:rPr lang="nl-NL" sz="2800" dirty="0" err="1">
                <a:latin typeface="Sans sarif"/>
              </a:rPr>
              <a:t>arrangements</a:t>
            </a:r>
            <a:endParaRPr lang="nl-NL" sz="2800" dirty="0">
              <a:latin typeface="Sans sarif"/>
            </a:endParaRPr>
          </a:p>
          <a:p>
            <a:pPr lvl="1"/>
            <a:r>
              <a:rPr lang="nl-NL" sz="2400" dirty="0">
                <a:latin typeface="Sans sarif"/>
              </a:rPr>
              <a:t>We </a:t>
            </a:r>
            <a:r>
              <a:rPr lang="nl-NL" sz="2400" b="1" dirty="0">
                <a:latin typeface="Sans sarif"/>
              </a:rPr>
              <a:t>are </a:t>
            </a:r>
            <a:r>
              <a:rPr lang="nl-NL" sz="2400" b="1" dirty="0" err="1">
                <a:latin typeface="Sans sarif"/>
              </a:rPr>
              <a:t>flying</a:t>
            </a:r>
            <a:r>
              <a:rPr lang="nl-NL" sz="2400" dirty="0">
                <a:latin typeface="Sans sarif"/>
              </a:rPr>
              <a:t> to Australia </a:t>
            </a:r>
            <a:r>
              <a:rPr lang="nl-NL" sz="2400" dirty="0" err="1">
                <a:latin typeface="Sans sarif"/>
              </a:rPr>
              <a:t>tomorrow</a:t>
            </a:r>
            <a:r>
              <a:rPr lang="nl-NL" sz="2400" dirty="0">
                <a:latin typeface="Sans sarif"/>
              </a:rPr>
              <a:t>.</a:t>
            </a:r>
          </a:p>
          <a:p>
            <a:pPr lvl="1"/>
            <a:r>
              <a:rPr lang="nl-NL" sz="2400" dirty="0">
                <a:latin typeface="Sans sarif"/>
              </a:rPr>
              <a:t>I </a:t>
            </a:r>
            <a:r>
              <a:rPr lang="nl-NL" sz="2400" b="1" dirty="0" err="1">
                <a:latin typeface="Sans sarif"/>
              </a:rPr>
              <a:t>am</a:t>
            </a:r>
            <a:r>
              <a:rPr lang="nl-NL" sz="2400" b="1" dirty="0">
                <a:latin typeface="Sans sarif"/>
              </a:rPr>
              <a:t> </a:t>
            </a:r>
            <a:r>
              <a:rPr lang="nl-NL" sz="2400" b="1" dirty="0" err="1">
                <a:latin typeface="Sans sarif"/>
              </a:rPr>
              <a:t>seeing</a:t>
            </a:r>
            <a:r>
              <a:rPr lang="nl-NL" sz="2400" dirty="0">
                <a:latin typeface="Sans sarif"/>
              </a:rPr>
              <a:t> </a:t>
            </a:r>
            <a:r>
              <a:rPr lang="nl-NL" sz="2400" dirty="0" err="1">
                <a:latin typeface="Sans sarif"/>
              </a:rPr>
              <a:t>my</a:t>
            </a:r>
            <a:r>
              <a:rPr lang="nl-NL" sz="2400" dirty="0">
                <a:latin typeface="Sans sarif"/>
              </a:rPr>
              <a:t> dentist </a:t>
            </a:r>
            <a:r>
              <a:rPr lang="nl-NL" sz="2400" dirty="0" err="1">
                <a:latin typeface="Sans sarif"/>
              </a:rPr>
              <a:t>next</a:t>
            </a:r>
            <a:r>
              <a:rPr lang="nl-NL" sz="2400" dirty="0">
                <a:latin typeface="Sans sarif"/>
              </a:rPr>
              <a:t> </a:t>
            </a:r>
            <a:r>
              <a:rPr lang="nl-NL" sz="2400" dirty="0" err="1">
                <a:latin typeface="Sans sarif"/>
              </a:rPr>
              <a:t>Tuesday</a:t>
            </a:r>
            <a:endParaRPr lang="nl-NL" sz="2400" dirty="0">
              <a:latin typeface="Sans sarif"/>
            </a:endParaRPr>
          </a:p>
          <a:p>
            <a:r>
              <a:rPr lang="nl-NL" sz="2800" dirty="0" err="1">
                <a:latin typeface="Sans sarif"/>
              </a:rPr>
              <a:t>Make</a:t>
            </a:r>
            <a:r>
              <a:rPr lang="nl-NL" sz="2800" dirty="0">
                <a:latin typeface="Sans sarif"/>
              </a:rPr>
              <a:t> </a:t>
            </a:r>
            <a:r>
              <a:rPr lang="nl-NL" sz="2800" dirty="0" err="1">
                <a:latin typeface="Sans sarif"/>
              </a:rPr>
              <a:t>sure</a:t>
            </a:r>
            <a:r>
              <a:rPr lang="nl-NL" sz="2800" dirty="0">
                <a:latin typeface="Sans sarif"/>
              </a:rPr>
              <a:t> to </a:t>
            </a:r>
            <a:r>
              <a:rPr lang="nl-NL" sz="2800" dirty="0" err="1">
                <a:latin typeface="Sans sarif"/>
              </a:rPr>
              <a:t>add</a:t>
            </a:r>
            <a:r>
              <a:rPr lang="nl-NL" sz="2800" dirty="0">
                <a:latin typeface="Sans sarif"/>
              </a:rPr>
              <a:t> a </a:t>
            </a:r>
            <a:r>
              <a:rPr lang="nl-NL" sz="2800" dirty="0" err="1">
                <a:latin typeface="Sans sarif"/>
              </a:rPr>
              <a:t>reference</a:t>
            </a:r>
            <a:r>
              <a:rPr lang="nl-NL" sz="2800" dirty="0">
                <a:latin typeface="Sans sarif"/>
              </a:rPr>
              <a:t> to the </a:t>
            </a:r>
            <a:r>
              <a:rPr lang="nl-NL" sz="2800" dirty="0" err="1">
                <a:latin typeface="Sans sarif"/>
              </a:rPr>
              <a:t>future</a:t>
            </a:r>
            <a:r>
              <a:rPr lang="nl-NL" sz="2800" dirty="0">
                <a:latin typeface="Sans sarif"/>
              </a:rPr>
              <a:t> (</a:t>
            </a:r>
            <a:r>
              <a:rPr lang="nl-NL" sz="2800" dirty="0" err="1">
                <a:latin typeface="Sans sarif"/>
              </a:rPr>
              <a:t>tomorrow</a:t>
            </a:r>
            <a:r>
              <a:rPr lang="nl-NL" sz="2800" dirty="0">
                <a:latin typeface="Sans sarif"/>
              </a:rPr>
              <a:t>, </a:t>
            </a:r>
            <a:r>
              <a:rPr lang="nl-NL" sz="2800" dirty="0" err="1">
                <a:latin typeface="Sans sarif"/>
              </a:rPr>
              <a:t>next</a:t>
            </a:r>
            <a:r>
              <a:rPr lang="nl-NL" sz="2800" dirty="0">
                <a:latin typeface="Sans sarif"/>
              </a:rPr>
              <a:t> …, etc.) to </a:t>
            </a:r>
            <a:r>
              <a:rPr lang="nl-NL" sz="2800" dirty="0" err="1">
                <a:latin typeface="Sans sarif"/>
              </a:rPr>
              <a:t>avoid</a:t>
            </a:r>
            <a:r>
              <a:rPr lang="nl-NL" sz="2800" dirty="0">
                <a:latin typeface="Sans sarif"/>
              </a:rPr>
              <a:t> </a:t>
            </a:r>
            <a:r>
              <a:rPr lang="nl-NL" sz="2800" dirty="0" err="1">
                <a:latin typeface="Sans sarif"/>
              </a:rPr>
              <a:t>confusion</a:t>
            </a:r>
            <a:endParaRPr lang="nl-NL" sz="2800" dirty="0">
              <a:latin typeface="Sans sarif"/>
            </a:endParaRPr>
          </a:p>
          <a:p>
            <a:endParaRPr lang="nl-NL" sz="2800" dirty="0">
              <a:latin typeface="Sans sarif"/>
            </a:endParaRPr>
          </a:p>
          <a:p>
            <a:endParaRPr lang="nl-NL" sz="2800" dirty="0">
              <a:latin typeface="Sans sarif"/>
            </a:endParaRPr>
          </a:p>
        </p:txBody>
      </p:sp>
    </p:spTree>
    <p:extLst>
      <p:ext uri="{BB962C8B-B14F-4D97-AF65-F5344CB8AC3E}">
        <p14:creationId xmlns:p14="http://schemas.microsoft.com/office/powerpoint/2010/main" val="15248112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sz="4000" dirty="0">
                <a:latin typeface="Sans sarif"/>
              </a:rPr>
              <a:t>Present </a:t>
            </a:r>
            <a:r>
              <a:rPr lang="nl-NL" sz="4000" dirty="0" err="1">
                <a:latin typeface="Sans sarif"/>
              </a:rPr>
              <a:t>forms</a:t>
            </a:r>
            <a:r>
              <a:rPr lang="nl-NL" sz="4000" dirty="0">
                <a:latin typeface="Sans sarif"/>
              </a:rPr>
              <a:t> to talk </a:t>
            </a:r>
            <a:r>
              <a:rPr lang="nl-NL" sz="4000" dirty="0" err="1">
                <a:latin typeface="Sans sarif"/>
              </a:rPr>
              <a:t>about</a:t>
            </a:r>
            <a:r>
              <a:rPr lang="nl-NL" sz="4000" dirty="0">
                <a:latin typeface="Sans sarif"/>
              </a:rPr>
              <a:t> the </a:t>
            </a:r>
            <a:r>
              <a:rPr lang="nl-NL" sz="4000" dirty="0" err="1">
                <a:latin typeface="Sans sarif"/>
              </a:rPr>
              <a:t>future</a:t>
            </a:r>
            <a:endParaRPr lang="en-US" sz="4000" dirty="0">
              <a:latin typeface="Sans sarif"/>
            </a:endParaRPr>
          </a:p>
        </p:txBody>
      </p:sp>
      <p:sp>
        <p:nvSpPr>
          <p:cNvPr id="3" name="Tijdelijke aanduiding voor inhoud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nl-NL" dirty="0">
                <a:latin typeface="Sans sarif"/>
              </a:rPr>
              <a:t>The present </a:t>
            </a:r>
            <a:r>
              <a:rPr lang="nl-NL" dirty="0" err="1">
                <a:latin typeface="Sans sarif"/>
              </a:rPr>
              <a:t>form</a:t>
            </a:r>
            <a:r>
              <a:rPr lang="nl-NL" dirty="0">
                <a:latin typeface="Sans sarif"/>
              </a:rPr>
              <a:t> without -</a:t>
            </a:r>
            <a:r>
              <a:rPr lang="nl-NL" dirty="0" err="1">
                <a:latin typeface="Sans sarif"/>
              </a:rPr>
              <a:t>ing</a:t>
            </a:r>
            <a:r>
              <a:rPr lang="nl-NL" dirty="0">
                <a:latin typeface="Sans sarif"/>
              </a:rPr>
              <a:t> (I </a:t>
            </a:r>
            <a:r>
              <a:rPr lang="nl-NL" dirty="0" err="1">
                <a:latin typeface="Sans sarif"/>
              </a:rPr>
              <a:t>work</a:t>
            </a:r>
            <a:r>
              <a:rPr lang="nl-NL" dirty="0">
                <a:latin typeface="Sans sarif"/>
              </a:rPr>
              <a:t>) is </a:t>
            </a:r>
            <a:r>
              <a:rPr lang="nl-NL" dirty="0" err="1">
                <a:latin typeface="Sans sarif"/>
              </a:rPr>
              <a:t>not</a:t>
            </a:r>
            <a:r>
              <a:rPr lang="nl-NL" dirty="0">
                <a:latin typeface="Sans sarif"/>
              </a:rPr>
              <a:t> </a:t>
            </a:r>
            <a:r>
              <a:rPr lang="nl-NL" dirty="0" err="1">
                <a:latin typeface="Sans sarif"/>
              </a:rPr>
              <a:t>used</a:t>
            </a:r>
            <a:r>
              <a:rPr lang="nl-NL" dirty="0">
                <a:latin typeface="Sans sarif"/>
              </a:rPr>
              <a:t> </a:t>
            </a:r>
            <a:r>
              <a:rPr lang="nl-NL" dirty="0" err="1">
                <a:latin typeface="Sans sarif"/>
              </a:rPr>
              <a:t>often</a:t>
            </a:r>
            <a:r>
              <a:rPr lang="nl-NL" dirty="0">
                <a:latin typeface="Sans sarif"/>
              </a:rPr>
              <a:t> to talk </a:t>
            </a:r>
            <a:r>
              <a:rPr lang="nl-NL" dirty="0" err="1">
                <a:latin typeface="Sans sarif"/>
              </a:rPr>
              <a:t>about</a:t>
            </a:r>
            <a:r>
              <a:rPr lang="nl-NL" dirty="0">
                <a:latin typeface="Sans sarif"/>
              </a:rPr>
              <a:t> the </a:t>
            </a:r>
            <a:r>
              <a:rPr lang="nl-NL" dirty="0" err="1">
                <a:latin typeface="Sans sarif"/>
              </a:rPr>
              <a:t>future</a:t>
            </a:r>
            <a:endParaRPr lang="nl-NL" dirty="0">
              <a:latin typeface="Sans sarif"/>
            </a:endParaRPr>
          </a:p>
          <a:p>
            <a:r>
              <a:rPr lang="nl-NL" dirty="0" err="1">
                <a:latin typeface="Sans sarif"/>
              </a:rPr>
              <a:t>It</a:t>
            </a:r>
            <a:r>
              <a:rPr lang="nl-NL" dirty="0">
                <a:latin typeface="Sans sarif"/>
              </a:rPr>
              <a:t> is </a:t>
            </a:r>
            <a:r>
              <a:rPr lang="nl-NL" dirty="0" err="1">
                <a:latin typeface="Sans sarif"/>
              </a:rPr>
              <a:t>used</a:t>
            </a:r>
            <a:r>
              <a:rPr lang="nl-NL" dirty="0">
                <a:latin typeface="Sans sarif"/>
              </a:rPr>
              <a:t> </a:t>
            </a:r>
            <a:r>
              <a:rPr lang="nl-NL" dirty="0" err="1">
                <a:latin typeface="Sans sarif"/>
              </a:rPr>
              <a:t>when</a:t>
            </a:r>
            <a:r>
              <a:rPr lang="nl-NL" dirty="0">
                <a:latin typeface="Sans sarif"/>
              </a:rPr>
              <a:t> </a:t>
            </a:r>
            <a:r>
              <a:rPr lang="nl-NL" dirty="0" err="1">
                <a:latin typeface="Sans sarif"/>
              </a:rPr>
              <a:t>talking</a:t>
            </a:r>
            <a:r>
              <a:rPr lang="nl-NL" dirty="0">
                <a:latin typeface="Sans sarif"/>
              </a:rPr>
              <a:t> </a:t>
            </a:r>
            <a:r>
              <a:rPr lang="nl-NL" dirty="0" err="1">
                <a:latin typeface="Sans sarif"/>
              </a:rPr>
              <a:t>about</a:t>
            </a:r>
            <a:r>
              <a:rPr lang="nl-NL" dirty="0">
                <a:latin typeface="Sans sarif"/>
              </a:rPr>
              <a:t> </a:t>
            </a:r>
            <a:r>
              <a:rPr lang="nl-NL" dirty="0" err="1">
                <a:latin typeface="Sans sarif"/>
              </a:rPr>
              <a:t>things</a:t>
            </a:r>
            <a:r>
              <a:rPr lang="nl-NL" dirty="0">
                <a:latin typeface="Sans sarif"/>
              </a:rPr>
              <a:t> </a:t>
            </a:r>
            <a:r>
              <a:rPr lang="nl-NL" dirty="0" err="1">
                <a:latin typeface="Sans sarif"/>
              </a:rPr>
              <a:t>that</a:t>
            </a:r>
            <a:r>
              <a:rPr lang="nl-NL" dirty="0">
                <a:latin typeface="Sans sarif"/>
              </a:rPr>
              <a:t> are </a:t>
            </a:r>
            <a:r>
              <a:rPr lang="nl-NL" dirty="0" err="1">
                <a:latin typeface="Sans sarif"/>
              </a:rPr>
              <a:t>fixed</a:t>
            </a:r>
            <a:r>
              <a:rPr lang="nl-NL" dirty="0">
                <a:latin typeface="Sans sarif"/>
              </a:rPr>
              <a:t> in a </a:t>
            </a:r>
            <a:r>
              <a:rPr lang="nl-NL" dirty="0" err="1">
                <a:latin typeface="Sans sarif"/>
              </a:rPr>
              <a:t>schedule</a:t>
            </a:r>
            <a:r>
              <a:rPr lang="nl-NL" dirty="0">
                <a:latin typeface="Sans sarif"/>
              </a:rPr>
              <a:t> </a:t>
            </a:r>
            <a:r>
              <a:rPr lang="nl-NL" dirty="0" err="1">
                <a:latin typeface="Sans sarif"/>
              </a:rPr>
              <a:t>or</a:t>
            </a:r>
            <a:r>
              <a:rPr lang="nl-NL" dirty="0">
                <a:latin typeface="Sans sarif"/>
              </a:rPr>
              <a:t> </a:t>
            </a:r>
            <a:r>
              <a:rPr lang="nl-NL" dirty="0" err="1">
                <a:latin typeface="Sans sarif"/>
              </a:rPr>
              <a:t>timetable</a:t>
            </a:r>
            <a:endParaRPr lang="nl-NL" dirty="0">
              <a:latin typeface="Sans sarif"/>
            </a:endParaRPr>
          </a:p>
          <a:p>
            <a:pPr lvl="1"/>
            <a:r>
              <a:rPr lang="nl-NL" dirty="0">
                <a:latin typeface="Sans sarif"/>
              </a:rPr>
              <a:t>The </a:t>
            </a:r>
            <a:r>
              <a:rPr lang="nl-NL" dirty="0" err="1">
                <a:latin typeface="Sans sarif"/>
              </a:rPr>
              <a:t>autumn</a:t>
            </a:r>
            <a:r>
              <a:rPr lang="nl-NL" dirty="0">
                <a:latin typeface="Sans sarif"/>
              </a:rPr>
              <a:t> break </a:t>
            </a:r>
            <a:r>
              <a:rPr lang="nl-NL" b="1" dirty="0">
                <a:latin typeface="Sans sarif"/>
              </a:rPr>
              <a:t>starts</a:t>
            </a:r>
            <a:r>
              <a:rPr lang="nl-NL" dirty="0">
                <a:latin typeface="Sans sarif"/>
              </a:rPr>
              <a:t> on </a:t>
            </a:r>
            <a:r>
              <a:rPr lang="nl-NL" dirty="0" err="1">
                <a:latin typeface="Sans sarif"/>
              </a:rPr>
              <a:t>October</a:t>
            </a:r>
            <a:r>
              <a:rPr lang="nl-NL" dirty="0">
                <a:latin typeface="Sans sarif"/>
              </a:rPr>
              <a:t> 20th.</a:t>
            </a:r>
          </a:p>
          <a:p>
            <a:pPr lvl="1"/>
            <a:r>
              <a:rPr lang="nl-NL" dirty="0" err="1">
                <a:latin typeface="Sans sarif"/>
              </a:rPr>
              <a:t>Their</a:t>
            </a:r>
            <a:r>
              <a:rPr lang="nl-NL" dirty="0">
                <a:latin typeface="Sans sarif"/>
              </a:rPr>
              <a:t> </a:t>
            </a:r>
            <a:r>
              <a:rPr lang="nl-NL" dirty="0" err="1">
                <a:latin typeface="Sans sarif"/>
              </a:rPr>
              <a:t>plane</a:t>
            </a:r>
            <a:r>
              <a:rPr lang="nl-NL" dirty="0">
                <a:latin typeface="Sans sarif"/>
              </a:rPr>
              <a:t> </a:t>
            </a:r>
            <a:r>
              <a:rPr lang="nl-NL" b="1" dirty="0" err="1">
                <a:latin typeface="Sans sarif"/>
              </a:rPr>
              <a:t>arrives</a:t>
            </a:r>
            <a:r>
              <a:rPr lang="nl-NL" dirty="0">
                <a:latin typeface="Sans sarif"/>
              </a:rPr>
              <a:t> at 10:15</a:t>
            </a:r>
            <a:endParaRPr lang="en-US" dirty="0">
              <a:latin typeface="Sans sarif"/>
            </a:endParaRPr>
          </a:p>
        </p:txBody>
      </p:sp>
    </p:spTree>
    <p:extLst>
      <p:ext uri="{BB962C8B-B14F-4D97-AF65-F5344CB8AC3E}">
        <p14:creationId xmlns:p14="http://schemas.microsoft.com/office/powerpoint/2010/main" val="2465758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>
                <a:latin typeface="Arial" panose="020B0604020202020204" pitchFamily="34" charset="0"/>
                <a:cs typeface="Arial" panose="020B0604020202020204" pitchFamily="34" charset="0"/>
              </a:rPr>
              <a:t>Grammatical</a:t>
            </a:r>
            <a:r>
              <a:rPr lang="nl-NL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nl-NL" dirty="0" err="1">
                <a:latin typeface="Arial" panose="020B0604020202020204" pitchFamily="34" charset="0"/>
                <a:cs typeface="Arial" panose="020B0604020202020204" pitchFamily="34" charset="0"/>
              </a:rPr>
              <a:t>Tenses</a:t>
            </a:r>
            <a:r>
              <a:rPr lang="nl-NL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nl-NL" dirty="0" err="1">
                <a:latin typeface="Arial" panose="020B0604020202020204" pitchFamily="34" charset="0"/>
                <a:cs typeface="Arial" panose="020B0604020202020204" pitchFamily="34" charset="0"/>
              </a:rPr>
              <a:t>Recap</a:t>
            </a:r>
            <a:endParaRPr lang="nl-NL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ijdelijke aanduiding voor inhoud 2"/>
          <p:cNvSpPr>
            <a:spLocks noGrp="1"/>
          </p:cNvSpPr>
          <p:nvPr>
            <p:ph sz="quarter" idx="1"/>
          </p:nvPr>
        </p:nvSpPr>
        <p:spPr>
          <a:xfrm>
            <a:off x="251520" y="1412776"/>
            <a:ext cx="8514528" cy="4495800"/>
          </a:xfrm>
        </p:spPr>
        <p:txBody>
          <a:bodyPr/>
          <a:lstStyle/>
          <a:p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What have you remembered about tenses? </a:t>
            </a:r>
          </a:p>
          <a:p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Imagine the following story and try and fill in the correct tenses, if it helps imagine yourself explaining this to </a:t>
            </a:r>
            <a:r>
              <a:rPr lang="en-GB" sz="2000">
                <a:latin typeface="Arial" panose="020B0604020202020204" pitchFamily="34" charset="0"/>
                <a:cs typeface="Arial" panose="020B0604020202020204" pitchFamily="34" charset="0"/>
              </a:rPr>
              <a:t>someone…</a:t>
            </a:r>
          </a:p>
          <a:p>
            <a:pPr marL="0" indent="0">
              <a:buNone/>
            </a:pPr>
            <a:r>
              <a:rPr lang="en-GB" sz="2000" b="1" i="1">
                <a:latin typeface="Arial" panose="020B0604020202020204" pitchFamily="34" charset="0"/>
                <a:cs typeface="Arial" panose="020B0604020202020204" pitchFamily="34" charset="0"/>
              </a:rPr>
              <a:t>You can do this on a handout </a:t>
            </a:r>
            <a:endParaRPr lang="en-GB" sz="2000" b="1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GB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GB" sz="17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Next month I (move) …. </a:t>
            </a:r>
            <a:r>
              <a:rPr lang="en-GB" sz="170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to a </a:t>
            </a:r>
            <a:r>
              <a:rPr lang="en-GB" sz="17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new flat and I (already/buy) … the furniture. I can’t wait! Let me tell you more about the flat: there are two big rooms, a kitchenette and a small bathroom. Last weekend I  (get) … a very nice lamp for the living room, but unfortunately I (break) … it when I (clean) … the flat. How clumsy of me! Luckily it </a:t>
            </a:r>
            <a:r>
              <a:rPr lang="en-GB" sz="170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(not/cost) … </a:t>
            </a:r>
            <a:r>
              <a:rPr lang="en-GB" sz="17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much, I </a:t>
            </a:r>
            <a:r>
              <a:rPr lang="en-GB" sz="170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(probably/buy</a:t>
            </a:r>
            <a:r>
              <a:rPr lang="en-GB" sz="17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) … another one next Saturday. </a:t>
            </a:r>
            <a:endParaRPr lang="nl-NL" sz="17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GB" sz="17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By the way, I have some news to tell you:  While  I (look) … for the flat, I (meet) … a very nice estate agent: his name is Jamie. </a:t>
            </a:r>
            <a:r>
              <a:rPr lang="en-GB" sz="170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We (</a:t>
            </a:r>
            <a:r>
              <a:rPr lang="en-GB" sz="170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go</a:t>
            </a:r>
            <a:r>
              <a:rPr lang="en-GB" sz="170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)… </a:t>
            </a:r>
            <a:r>
              <a:rPr lang="en-GB" sz="17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out for dinner twice and tomorrow we (have) … lunch together.  He (work) … near here.</a:t>
            </a:r>
            <a:endParaRPr lang="nl-NL" sz="17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GB" sz="17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Now I (wait) … for my sister. We (go) …to a party together later and I </a:t>
            </a:r>
            <a:r>
              <a:rPr lang="en-GB" sz="170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(not/know</a:t>
            </a:r>
            <a:r>
              <a:rPr lang="en-GB" sz="17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) … what to wear: my old flat is full of boxes and I can’t find a nice dress.</a:t>
            </a:r>
            <a:endParaRPr lang="nl-NL" sz="17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872563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E4B1DA75-9C56-8B43-C1AC-F1C1CC234B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Answers: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2D548B-E8DA-3611-186D-5FB4F6811B26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nl-NL"/>
              <a:t>1. am moving, have already bought</a:t>
            </a:r>
          </a:p>
          <a:p>
            <a:pPr marL="0" indent="0">
              <a:buNone/>
            </a:pPr>
            <a:r>
              <a:rPr lang="nl-NL"/>
              <a:t>2. got, broke, was cleaning</a:t>
            </a:r>
          </a:p>
          <a:p>
            <a:pPr marL="0" indent="0">
              <a:buNone/>
            </a:pPr>
            <a:r>
              <a:rPr lang="nl-NL"/>
              <a:t>3. didn’t cost, will probably buy</a:t>
            </a:r>
          </a:p>
          <a:p>
            <a:pPr marL="0" indent="0">
              <a:buNone/>
            </a:pPr>
            <a:r>
              <a:rPr lang="nl-NL"/>
              <a:t>4. was looking, met</a:t>
            </a:r>
          </a:p>
          <a:p>
            <a:pPr marL="0" indent="0">
              <a:buNone/>
            </a:pPr>
            <a:r>
              <a:rPr lang="nl-NL"/>
              <a:t>5. went, are having, works</a:t>
            </a:r>
          </a:p>
          <a:p>
            <a:pPr marL="0" indent="0">
              <a:buNone/>
            </a:pPr>
            <a:r>
              <a:rPr lang="nl-NL"/>
              <a:t>6. am waiting, are going, do not know</a:t>
            </a:r>
          </a:p>
          <a:p>
            <a:pPr marL="0" indent="0">
              <a:buNone/>
            </a:pPr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3143557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jdelijke aanduiding voor tekst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tel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>
                <a:latin typeface="Arial" panose="020B0604020202020204" pitchFamily="34" charset="0"/>
                <a:cs typeface="Arial" panose="020B0604020202020204" pitchFamily="34" charset="0"/>
              </a:rPr>
              <a:t>Questions</a:t>
            </a:r>
            <a:r>
              <a:rPr lang="nl-NL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nl-NL" dirty="0" err="1">
                <a:latin typeface="Arial" panose="020B0604020202020204" pitchFamily="34" charset="0"/>
                <a:cs typeface="Arial" panose="020B0604020202020204" pitchFamily="34" charset="0"/>
              </a:rPr>
              <a:t>and</a:t>
            </a:r>
            <a:r>
              <a:rPr lang="nl-NL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nl-NL" dirty="0" err="1">
                <a:latin typeface="Arial" panose="020B0604020202020204" pitchFamily="34" charset="0"/>
                <a:cs typeface="Arial" panose="020B0604020202020204" pitchFamily="34" charset="0"/>
              </a:rPr>
              <a:t>Negations</a:t>
            </a:r>
            <a:endParaRPr lang="nl-NL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09170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xplosie 1 8"/>
          <p:cNvSpPr/>
          <p:nvPr/>
        </p:nvSpPr>
        <p:spPr>
          <a:xfrm>
            <a:off x="5284386" y="3160926"/>
            <a:ext cx="3752110" cy="3697073"/>
          </a:xfrm>
          <a:prstGeom prst="irregularSeal1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4" name="Titel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>
                <a:latin typeface="Arial" panose="020B0604020202020204" pitchFamily="34" charset="0"/>
                <a:cs typeface="Arial" panose="020B0604020202020204" pitchFamily="34" charset="0"/>
              </a:rPr>
              <a:t>Questions</a:t>
            </a:r>
            <a:r>
              <a:rPr lang="nl-NL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nl-NL" dirty="0" err="1">
                <a:latin typeface="Arial" panose="020B0604020202020204" pitchFamily="34" charset="0"/>
                <a:cs typeface="Arial" panose="020B0604020202020204" pitchFamily="34" charset="0"/>
              </a:rPr>
              <a:t>and</a:t>
            </a:r>
            <a:r>
              <a:rPr lang="nl-NL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nl-NL" dirty="0" err="1">
                <a:latin typeface="Arial" panose="020B0604020202020204" pitchFamily="34" charset="0"/>
                <a:cs typeface="Arial" panose="020B0604020202020204" pitchFamily="34" charset="0"/>
              </a:rPr>
              <a:t>Negations</a:t>
            </a:r>
            <a:endParaRPr lang="nl-NL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ijdelijke aanduiding voor inhoud 4"/>
          <p:cNvSpPr>
            <a:spLocks noGrp="1"/>
          </p:cNvSpPr>
          <p:nvPr>
            <p:ph sz="quarter" idx="1"/>
          </p:nvPr>
        </p:nvSpPr>
        <p:spPr>
          <a:xfrm>
            <a:off x="395536" y="1604086"/>
            <a:ext cx="8370512" cy="4495800"/>
          </a:xfrm>
        </p:spPr>
        <p:txBody>
          <a:bodyPr/>
          <a:lstStyle/>
          <a:p>
            <a:r>
              <a:rPr lang="nl-NL" dirty="0" err="1">
                <a:latin typeface="Arial" panose="020B0604020202020204" pitchFamily="34" charset="0"/>
                <a:cs typeface="Arial" panose="020B0604020202020204" pitchFamily="34" charset="0"/>
              </a:rPr>
              <a:t>Tenses</a:t>
            </a:r>
            <a:r>
              <a:rPr lang="nl-NL" dirty="0">
                <a:latin typeface="Arial" panose="020B0604020202020204" pitchFamily="34" charset="0"/>
                <a:cs typeface="Arial" panose="020B0604020202020204" pitchFamily="34" charset="0"/>
              </a:rPr>
              <a:t> – </a:t>
            </a:r>
            <a:r>
              <a:rPr lang="nl-NL" dirty="0" err="1">
                <a:latin typeface="Arial" panose="020B0604020202020204" pitchFamily="34" charset="0"/>
                <a:cs typeface="Arial" panose="020B0604020202020204" pitchFamily="34" charset="0"/>
              </a:rPr>
              <a:t>describe</a:t>
            </a:r>
            <a:r>
              <a:rPr lang="nl-NL" dirty="0">
                <a:latin typeface="Arial" panose="020B0604020202020204" pitchFamily="34" charset="0"/>
                <a:cs typeface="Arial" panose="020B0604020202020204" pitchFamily="34" charset="0"/>
              </a:rPr>
              <a:t> actions</a:t>
            </a:r>
          </a:p>
          <a:p>
            <a:r>
              <a:rPr lang="nl-NL" dirty="0">
                <a:latin typeface="Arial" panose="020B0604020202020204" pitchFamily="34" charset="0"/>
                <a:cs typeface="Arial" panose="020B0604020202020204" pitchFamily="34" charset="0"/>
              </a:rPr>
              <a:t>But </a:t>
            </a:r>
            <a:r>
              <a:rPr lang="nl-NL" dirty="0" err="1">
                <a:latin typeface="Arial" panose="020B0604020202020204" pitchFamily="34" charset="0"/>
                <a:cs typeface="Arial" panose="020B0604020202020204" pitchFamily="34" charset="0"/>
              </a:rPr>
              <a:t>language</a:t>
            </a:r>
            <a:r>
              <a:rPr lang="nl-NL" dirty="0"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nl-NL" dirty="0" err="1">
                <a:latin typeface="Arial" panose="020B0604020202020204" pitchFamily="34" charset="0"/>
                <a:cs typeface="Arial" panose="020B0604020202020204" pitchFamily="34" charset="0"/>
              </a:rPr>
              <a:t>speaking</a:t>
            </a:r>
            <a:r>
              <a:rPr lang="nl-NL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nl-NL" dirty="0" err="1">
                <a:latin typeface="Arial" panose="020B0604020202020204" pitchFamily="34" charset="0"/>
                <a:cs typeface="Arial" panose="020B0604020202020204" pitchFamily="34" charset="0"/>
              </a:rPr>
              <a:t>requires</a:t>
            </a:r>
            <a:r>
              <a:rPr lang="nl-NL" dirty="0">
                <a:latin typeface="Arial" panose="020B0604020202020204" pitchFamily="34" charset="0"/>
                <a:cs typeface="Arial" panose="020B0604020202020204" pitchFamily="34" charset="0"/>
              </a:rPr>
              <a:t> more </a:t>
            </a:r>
            <a:r>
              <a:rPr lang="nl-NL" dirty="0" err="1">
                <a:latin typeface="Arial" panose="020B0604020202020204" pitchFamily="34" charset="0"/>
                <a:cs typeface="Arial" panose="020B0604020202020204" pitchFamily="34" charset="0"/>
              </a:rPr>
              <a:t>than</a:t>
            </a:r>
            <a:r>
              <a:rPr lang="nl-NL" dirty="0">
                <a:latin typeface="Arial" panose="020B0604020202020204" pitchFamily="34" charset="0"/>
                <a:cs typeface="Arial" panose="020B0604020202020204" pitchFamily="34" charset="0"/>
              </a:rPr>
              <a:t> 1 person, </a:t>
            </a:r>
            <a:r>
              <a:rPr lang="nl-NL" dirty="0" err="1">
                <a:latin typeface="Arial" panose="020B0604020202020204" pitchFamily="34" charset="0"/>
                <a:cs typeface="Arial" panose="020B0604020202020204" pitchFamily="34" charset="0"/>
              </a:rPr>
              <a:t>so</a:t>
            </a:r>
            <a:r>
              <a:rPr lang="nl-NL" dirty="0">
                <a:latin typeface="Arial" panose="020B0604020202020204" pitchFamily="34" charset="0"/>
                <a:cs typeface="Arial" panose="020B0604020202020204" pitchFamily="34" charset="0"/>
              </a:rPr>
              <a:t> we </a:t>
            </a:r>
            <a:r>
              <a:rPr lang="nl-NL" dirty="0" err="1">
                <a:latin typeface="Arial" panose="020B0604020202020204" pitchFamily="34" charset="0"/>
                <a:cs typeface="Arial" panose="020B0604020202020204" pitchFamily="34" charset="0"/>
              </a:rPr>
              <a:t>also</a:t>
            </a:r>
            <a:r>
              <a:rPr lang="nl-NL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nl-NL" dirty="0" err="1">
                <a:latin typeface="Arial" panose="020B0604020202020204" pitchFamily="34" charset="0"/>
                <a:cs typeface="Arial" panose="020B0604020202020204" pitchFamily="34" charset="0"/>
              </a:rPr>
              <a:t>need</a:t>
            </a:r>
            <a:r>
              <a:rPr lang="nl-NL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nl-NL" dirty="0" err="1">
                <a:latin typeface="Arial" panose="020B0604020202020204" pitchFamily="34" charset="0"/>
                <a:cs typeface="Arial" panose="020B0604020202020204" pitchFamily="34" charset="0"/>
              </a:rPr>
              <a:t>to</a:t>
            </a:r>
            <a:r>
              <a:rPr lang="nl-NL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nl-NL" dirty="0" err="1">
                <a:latin typeface="Arial" panose="020B0604020202020204" pitchFamily="34" charset="0"/>
                <a:cs typeface="Arial" panose="020B0604020202020204" pitchFamily="34" charset="0"/>
              </a:rPr>
              <a:t>be</a:t>
            </a:r>
            <a:r>
              <a:rPr lang="nl-NL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nl-NL" dirty="0" err="1">
                <a:latin typeface="Arial" panose="020B0604020202020204" pitchFamily="34" charset="0"/>
                <a:cs typeface="Arial" panose="020B0604020202020204" pitchFamily="34" charset="0"/>
              </a:rPr>
              <a:t>able</a:t>
            </a:r>
            <a:r>
              <a:rPr lang="nl-NL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nl-NL" dirty="0" err="1">
                <a:latin typeface="Arial" panose="020B0604020202020204" pitchFamily="34" charset="0"/>
                <a:cs typeface="Arial" panose="020B0604020202020204" pitchFamily="34" charset="0"/>
              </a:rPr>
              <a:t>to</a:t>
            </a:r>
            <a:r>
              <a:rPr lang="nl-NL" dirty="0">
                <a:latin typeface="Arial" panose="020B0604020202020204" pitchFamily="34" charset="0"/>
                <a:cs typeface="Arial" panose="020B0604020202020204" pitchFamily="34" charset="0"/>
              </a:rPr>
              <a:t> INFORM ABOUT or DENY </a:t>
            </a:r>
            <a:r>
              <a:rPr lang="nl-NL" dirty="0" err="1">
                <a:latin typeface="Arial" panose="020B0604020202020204" pitchFamily="34" charset="0"/>
                <a:cs typeface="Arial" panose="020B0604020202020204" pitchFamily="34" charset="0"/>
              </a:rPr>
              <a:t>an</a:t>
            </a:r>
            <a:r>
              <a:rPr lang="nl-NL" dirty="0">
                <a:latin typeface="Arial" panose="020B0604020202020204" pitchFamily="34" charset="0"/>
                <a:cs typeface="Arial" panose="020B0604020202020204" pitchFamily="34" charset="0"/>
              </a:rPr>
              <a:t> action.</a:t>
            </a:r>
          </a:p>
        </p:txBody>
      </p:sp>
      <p:pic>
        <p:nvPicPr>
          <p:cNvPr id="6" name="Afbeelding 5" descr="Two dogs. One skinny with an empty bowl asks &quot;did you eat my food?&quot; The other dog looks full but answers &quot;oh no, i didn't eat your food!&quot;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2441" y="3758324"/>
            <a:ext cx="3933825" cy="2686050"/>
          </a:xfrm>
          <a:prstGeom prst="rect">
            <a:avLst/>
          </a:prstGeom>
        </p:spPr>
      </p:pic>
      <p:sp>
        <p:nvSpPr>
          <p:cNvPr id="8" name="Tekstvak 7"/>
          <p:cNvSpPr txBox="1"/>
          <p:nvPr/>
        </p:nvSpPr>
        <p:spPr>
          <a:xfrm>
            <a:off x="6012160" y="4132299"/>
            <a:ext cx="252028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Sentence needs </a:t>
            </a:r>
            <a:r>
              <a:rPr lang="en-US" b="1" i="1" dirty="0">
                <a:solidFill>
                  <a:srgbClr val="FFFF00"/>
                </a:solidFill>
              </a:rPr>
              <a:t>restructuring</a:t>
            </a:r>
            <a:r>
              <a:rPr lang="en-US" i="1" dirty="0"/>
              <a:t> for questions!</a:t>
            </a:r>
          </a:p>
          <a:p>
            <a:r>
              <a:rPr lang="en-US" i="1" dirty="0"/>
              <a:t>Sentence needs </a:t>
            </a:r>
            <a:r>
              <a:rPr lang="en-US" b="1" i="1" dirty="0">
                <a:solidFill>
                  <a:srgbClr val="FFFF00"/>
                </a:solidFill>
              </a:rPr>
              <a:t>adding</a:t>
            </a:r>
            <a:r>
              <a:rPr lang="en-US" i="1" dirty="0"/>
              <a:t> for negations!</a:t>
            </a:r>
          </a:p>
          <a:p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9230897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5CF593-45FA-37E8-9353-0AC2A674B8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Attention: this exercise tests your knowledge of the info that follows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195CB9-0395-3EE9-65ED-776420EA7062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531352" cy="4495800"/>
          </a:xfrm>
        </p:spPr>
        <p:txBody>
          <a:bodyPr/>
          <a:lstStyle/>
          <a:p>
            <a:pPr marL="0" indent="0">
              <a:buNone/>
            </a:pPr>
            <a:r>
              <a:rPr lang="nl-NL" sz="2300"/>
              <a:t>Change these statements into </a:t>
            </a:r>
            <a:r>
              <a:rPr lang="nl-NL" sz="2300" b="1" u="sng"/>
              <a:t>questions</a:t>
            </a:r>
            <a:r>
              <a:rPr lang="nl-NL" sz="2300"/>
              <a:t>. Think about adding the verb “do” and about word order.)</a:t>
            </a:r>
          </a:p>
          <a:p>
            <a:r>
              <a:rPr lang="nl-NL" sz="2300"/>
              <a:t>1. You need to do this. </a:t>
            </a:r>
          </a:p>
          <a:p>
            <a:r>
              <a:rPr lang="nl-NL" sz="2300"/>
              <a:t>2. I know you. </a:t>
            </a:r>
          </a:p>
          <a:p>
            <a:r>
              <a:rPr lang="nl-NL" sz="2300"/>
              <a:t>3. You were not responsible </a:t>
            </a:r>
          </a:p>
          <a:p>
            <a:r>
              <a:rPr lang="nl-NL" sz="2300"/>
              <a:t>4. You will be able to leave later</a:t>
            </a:r>
          </a:p>
          <a:p>
            <a:r>
              <a:rPr lang="nl-NL" sz="2300"/>
              <a:t>5. Sally has not requested a meeting with me.</a:t>
            </a:r>
          </a:p>
          <a:p>
            <a:r>
              <a:rPr lang="nl-NL" sz="2300"/>
              <a:t>6. You would have loved to have a second chance.</a:t>
            </a:r>
          </a:p>
          <a:p>
            <a:r>
              <a:rPr lang="nl-NL" sz="2300"/>
              <a:t>7. Tim was hoping we would understand.</a:t>
            </a:r>
          </a:p>
          <a:p>
            <a:r>
              <a:rPr lang="nl-NL" sz="2300"/>
              <a:t>8. He can’t see it clearly.</a:t>
            </a:r>
          </a:p>
          <a:p>
            <a:r>
              <a:rPr lang="nl-NL" sz="2300"/>
              <a:t>9. Ingrid plays in the orchestra</a:t>
            </a:r>
          </a:p>
          <a:p>
            <a:r>
              <a:rPr lang="nl-NL" sz="2300"/>
              <a:t>10. The new rules are not here to stay</a:t>
            </a:r>
          </a:p>
          <a:p>
            <a:pPr marL="0" indent="0">
              <a:buNone/>
            </a:pPr>
            <a:endParaRPr lang="nl-NL" sz="2400"/>
          </a:p>
          <a:p>
            <a:endParaRPr lang="nl-NL" sz="2400"/>
          </a:p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74808920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D2FCFF-4CDF-30AD-70E8-E066962507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7043A8-70E1-5BA0-1962-21EDA22BB5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Answers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745F9E-65D8-519E-453B-22AFEE5171A4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nl-NL" sz="2400"/>
              <a:t>Change these statements into </a:t>
            </a:r>
            <a:r>
              <a:rPr lang="nl-NL" sz="2400" b="1" u="sng"/>
              <a:t>questions</a:t>
            </a:r>
          </a:p>
          <a:p>
            <a:r>
              <a:rPr lang="nl-NL" sz="2400"/>
              <a:t>1. Do you need to do this? </a:t>
            </a:r>
          </a:p>
          <a:p>
            <a:r>
              <a:rPr lang="nl-NL" sz="2400"/>
              <a:t>2. Do I know you? </a:t>
            </a:r>
          </a:p>
          <a:p>
            <a:r>
              <a:rPr lang="nl-NL" sz="2400"/>
              <a:t>3. Weren’t you responsible? </a:t>
            </a:r>
          </a:p>
          <a:p>
            <a:r>
              <a:rPr lang="nl-NL" sz="2400"/>
              <a:t>4. Will you be able to leave later?</a:t>
            </a:r>
          </a:p>
          <a:p>
            <a:r>
              <a:rPr lang="nl-NL" sz="2400"/>
              <a:t>5. Hasn’t Sally requested a meeting with me?</a:t>
            </a:r>
          </a:p>
          <a:p>
            <a:r>
              <a:rPr lang="nl-NL" sz="2400"/>
              <a:t>6. Would you have loved to have a second chance?</a:t>
            </a:r>
          </a:p>
          <a:p>
            <a:r>
              <a:rPr lang="nl-NL" sz="2400"/>
              <a:t>7. Was Tim hoping we would understand.</a:t>
            </a:r>
          </a:p>
          <a:p>
            <a:r>
              <a:rPr lang="nl-NL" sz="2400"/>
              <a:t>8. Can’t he see it clearly?</a:t>
            </a:r>
          </a:p>
          <a:p>
            <a:r>
              <a:rPr lang="nl-NL" sz="2400"/>
              <a:t>9. Does Ingrid play in the orchestra?</a:t>
            </a:r>
          </a:p>
          <a:p>
            <a:r>
              <a:rPr lang="nl-NL" sz="2400"/>
              <a:t>10. Aren’t the new rules here to stay?</a:t>
            </a:r>
          </a:p>
          <a:p>
            <a:pPr marL="0" indent="0">
              <a:buNone/>
            </a:pPr>
            <a:endParaRPr lang="nl-NL" sz="2400"/>
          </a:p>
          <a:p>
            <a:endParaRPr lang="nl-NL" sz="2400"/>
          </a:p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15426487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81A799F-8711-4B1F-4B8E-40307D0087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/>
              <a:t>There may not be classtime for the following slides, but if you found this exercise different, they will explain the concepts. 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07EAD10-8A88-C104-8522-9889C6A444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4368032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>
                <a:latin typeface="Arial" panose="020B0604020202020204" pitchFamily="34" charset="0"/>
                <a:cs typeface="Arial" panose="020B0604020202020204" pitchFamily="34" charset="0"/>
              </a:rPr>
              <a:t>Asking</a:t>
            </a:r>
            <a:r>
              <a:rPr lang="nl-NL" dirty="0">
                <a:latin typeface="Arial" panose="020B0604020202020204" pitchFamily="34" charset="0"/>
                <a:cs typeface="Arial" panose="020B0604020202020204" pitchFamily="34" charset="0"/>
              </a:rPr>
              <a:t> yes/no </a:t>
            </a:r>
            <a:r>
              <a:rPr lang="nl-NL" dirty="0" err="1">
                <a:latin typeface="Arial" panose="020B0604020202020204" pitchFamily="34" charset="0"/>
                <a:cs typeface="Arial" panose="020B0604020202020204" pitchFamily="34" charset="0"/>
              </a:rPr>
              <a:t>questions</a:t>
            </a:r>
            <a:endParaRPr lang="nl-NL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267" name="Tijdelijke aanduiding voor inhoud 2"/>
          <p:cNvSpPr>
            <a:spLocks noGrp="1"/>
          </p:cNvSpPr>
          <p:nvPr>
            <p:ph sz="quarter" idx="1"/>
          </p:nvPr>
        </p:nvSpPr>
        <p:spPr>
          <a:xfrm>
            <a:off x="683568" y="1589567"/>
            <a:ext cx="3886200" cy="4572000"/>
          </a:xfrm>
        </p:spPr>
        <p:txBody>
          <a:bodyPr/>
          <a:lstStyle/>
          <a:p>
            <a:r>
              <a:rPr lang="nl-NL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Is</a:t>
            </a:r>
            <a:r>
              <a:rPr lang="nl-NL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nl-NL" dirty="0">
                <a:latin typeface="Arial" panose="020B0604020202020204" pitchFamily="34" charset="0"/>
                <a:cs typeface="Arial" panose="020B0604020202020204" pitchFamily="34" charset="0"/>
              </a:rPr>
              <a:t>he American?</a:t>
            </a:r>
          </a:p>
          <a:p>
            <a:r>
              <a:rPr lang="nl-NL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Are</a:t>
            </a:r>
            <a:r>
              <a:rPr lang="nl-NL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nl-NL" dirty="0" err="1">
                <a:latin typeface="Arial" panose="020B0604020202020204" pitchFamily="34" charset="0"/>
                <a:cs typeface="Arial" panose="020B0604020202020204" pitchFamily="34" charset="0"/>
              </a:rPr>
              <a:t>you</a:t>
            </a:r>
            <a:r>
              <a:rPr lang="nl-NL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nl-NL" dirty="0" err="1">
                <a:latin typeface="Arial" panose="020B0604020202020204" pitchFamily="34" charset="0"/>
                <a:cs typeface="Arial" panose="020B0604020202020204" pitchFamily="34" charset="0"/>
              </a:rPr>
              <a:t>from</a:t>
            </a:r>
            <a:r>
              <a:rPr lang="nl-NL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nl-NL" dirty="0" err="1">
                <a:latin typeface="Arial" panose="020B0604020202020204" pitchFamily="34" charset="0"/>
                <a:cs typeface="Arial" panose="020B0604020202020204" pitchFamily="34" charset="0"/>
              </a:rPr>
              <a:t>around</a:t>
            </a:r>
            <a:r>
              <a:rPr lang="nl-NL" dirty="0">
                <a:latin typeface="Arial" panose="020B0604020202020204" pitchFamily="34" charset="0"/>
                <a:cs typeface="Arial" panose="020B0604020202020204" pitchFamily="34" charset="0"/>
              </a:rPr>
              <a:t> here?</a:t>
            </a:r>
          </a:p>
          <a:p>
            <a:pPr marL="0" indent="0">
              <a:buNone/>
            </a:pPr>
            <a:endParaRPr lang="nl-NL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nl-NL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nl-NL" b="1" u="sng" dirty="0">
                <a:latin typeface="Arial" panose="020B0604020202020204" pitchFamily="34" charset="0"/>
                <a:cs typeface="Arial" panose="020B0604020202020204" pitchFamily="34" charset="0"/>
              </a:rPr>
              <a:t>Has</a:t>
            </a:r>
            <a:r>
              <a:rPr lang="nl-NL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nl-NL" dirty="0" err="1">
                <a:latin typeface="Arial" panose="020B0604020202020204" pitchFamily="34" charset="0"/>
                <a:cs typeface="Arial" panose="020B0604020202020204" pitchFamily="34" charset="0"/>
              </a:rPr>
              <a:t>he</a:t>
            </a:r>
            <a:r>
              <a:rPr lang="nl-NL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nl-NL" b="1" u="sng" dirty="0">
                <a:latin typeface="Arial" panose="020B0604020202020204" pitchFamily="34" charset="0"/>
                <a:cs typeface="Arial" panose="020B0604020202020204" pitchFamily="34" charset="0"/>
              </a:rPr>
              <a:t>been</a:t>
            </a:r>
            <a:r>
              <a:rPr lang="nl-NL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nl-NL" dirty="0" err="1">
                <a:latin typeface="Arial" panose="020B0604020202020204" pitchFamily="34" charset="0"/>
                <a:cs typeface="Arial" panose="020B0604020202020204" pitchFamily="34" charset="0"/>
              </a:rPr>
              <a:t>on</a:t>
            </a:r>
            <a:r>
              <a:rPr lang="nl-NL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nl-NL" dirty="0" err="1">
                <a:latin typeface="Arial" panose="020B0604020202020204" pitchFamily="34" charset="0"/>
                <a:cs typeface="Arial" panose="020B0604020202020204" pitchFamily="34" charset="0"/>
              </a:rPr>
              <a:t>television</a:t>
            </a:r>
            <a:r>
              <a:rPr lang="nl-NL" dirty="0">
                <a:latin typeface="Arial" panose="020B0604020202020204" pitchFamily="34" charset="0"/>
                <a:cs typeface="Arial" panose="020B0604020202020204" pitchFamily="34" charset="0"/>
              </a:rPr>
              <a:t>?</a:t>
            </a:r>
            <a:endParaRPr lang="nl-NL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nl-NL" b="1" u="sng" dirty="0">
                <a:latin typeface="Arial" panose="020B0604020202020204" pitchFamily="34" charset="0"/>
                <a:cs typeface="Arial" panose="020B0604020202020204" pitchFamily="34" charset="0"/>
              </a:rPr>
              <a:t>Is</a:t>
            </a:r>
            <a:r>
              <a:rPr lang="nl-NL" dirty="0">
                <a:latin typeface="Arial" panose="020B0604020202020204" pitchFamily="34" charset="0"/>
                <a:cs typeface="Arial" panose="020B0604020202020204" pitchFamily="34" charset="0"/>
              </a:rPr>
              <a:t> he </a:t>
            </a:r>
            <a:r>
              <a:rPr lang="nl-NL" b="1" u="sng" dirty="0" err="1">
                <a:latin typeface="Arial" panose="020B0604020202020204" pitchFamily="34" charset="0"/>
                <a:cs typeface="Arial" panose="020B0604020202020204" pitchFamily="34" charset="0"/>
              </a:rPr>
              <a:t>playing</a:t>
            </a:r>
            <a:r>
              <a:rPr lang="nl-NL" u="sng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nl-NL" dirty="0" err="1">
                <a:latin typeface="Arial" panose="020B0604020202020204" pitchFamily="34" charset="0"/>
                <a:cs typeface="Arial" panose="020B0604020202020204" pitchFamily="34" charset="0"/>
              </a:rPr>
              <a:t>football</a:t>
            </a:r>
            <a:r>
              <a:rPr lang="nl-NL" dirty="0">
                <a:latin typeface="Arial" panose="020B0604020202020204" pitchFamily="34" charset="0"/>
                <a:cs typeface="Arial" panose="020B0604020202020204" pitchFamily="34" charset="0"/>
              </a:rPr>
              <a:t>?</a:t>
            </a:r>
          </a:p>
          <a:p>
            <a:pPr>
              <a:buFont typeface="Wingdings" pitchFamily="2" charset="2"/>
              <a:buNone/>
            </a:pPr>
            <a:endParaRPr lang="nl-NL" b="1" dirty="0"/>
          </a:p>
        </p:txBody>
      </p:sp>
      <p:sp>
        <p:nvSpPr>
          <p:cNvPr id="2" name="Tijdelijke aanduiding voor inhoud 1"/>
          <p:cNvSpPr>
            <a:spLocks noGrp="1"/>
          </p:cNvSpPr>
          <p:nvPr>
            <p:ph sz="quarter" idx="2"/>
          </p:nvPr>
        </p:nvSpPr>
        <p:spPr/>
        <p:txBody>
          <a:bodyPr/>
          <a:lstStyle/>
          <a:p>
            <a:r>
              <a:rPr lang="nl-NL" dirty="0" err="1">
                <a:latin typeface="Arial" panose="020B0604020202020204" pitchFamily="34" charset="0"/>
                <a:cs typeface="Arial" panose="020B0604020202020204" pitchFamily="34" charset="0"/>
              </a:rPr>
              <a:t>With</a:t>
            </a:r>
            <a:r>
              <a:rPr lang="nl-NL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nl-NL" dirty="0" err="1">
                <a:latin typeface="Arial" panose="020B0604020202020204" pitchFamily="34" charset="0"/>
                <a:cs typeface="Arial" panose="020B0604020202020204" pitchFamily="34" charset="0"/>
              </a:rPr>
              <a:t>forms</a:t>
            </a:r>
            <a:r>
              <a:rPr lang="nl-NL" dirty="0">
                <a:latin typeface="Arial" panose="020B0604020202020204" pitchFamily="34" charset="0"/>
                <a:cs typeface="Arial" panose="020B0604020202020204" pitchFamily="34" charset="0"/>
              </a:rPr>
              <a:t> of </a:t>
            </a:r>
            <a:r>
              <a:rPr lang="nl-NL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</a:t>
            </a:r>
            <a:r>
              <a:rPr lang="nl-NL" dirty="0">
                <a:latin typeface="Arial" panose="020B0604020202020204" pitchFamily="34" charset="0"/>
                <a:cs typeface="Arial" panose="020B0604020202020204" pitchFamily="34" charset="0"/>
              </a:rPr>
              <a:t> (is, </a:t>
            </a:r>
            <a:r>
              <a:rPr lang="nl-NL" dirty="0" err="1">
                <a:latin typeface="Arial" panose="020B0604020202020204" pitchFamily="34" charset="0"/>
                <a:cs typeface="Arial" panose="020B0604020202020204" pitchFamily="34" charset="0"/>
              </a:rPr>
              <a:t>am</a:t>
            </a:r>
            <a:r>
              <a:rPr lang="nl-NL" dirty="0">
                <a:latin typeface="Arial" panose="020B0604020202020204" pitchFamily="34" charset="0"/>
                <a:cs typeface="Arial" panose="020B0604020202020204" pitchFamily="34" charset="0"/>
              </a:rPr>
              <a:t>, are, </a:t>
            </a:r>
            <a:r>
              <a:rPr lang="nl-NL" dirty="0" err="1">
                <a:latin typeface="Arial" panose="020B0604020202020204" pitchFamily="34" charset="0"/>
                <a:cs typeface="Arial" panose="020B0604020202020204" pitchFamily="34" charset="0"/>
              </a:rPr>
              <a:t>were</a:t>
            </a:r>
            <a:r>
              <a:rPr lang="nl-NL" dirty="0">
                <a:latin typeface="Arial" panose="020B0604020202020204" pitchFamily="34" charset="0"/>
                <a:cs typeface="Arial" panose="020B0604020202020204" pitchFamily="34" charset="0"/>
              </a:rPr>
              <a:t>): move </a:t>
            </a:r>
            <a:r>
              <a:rPr lang="nl-NL" dirty="0" err="1">
                <a:latin typeface="Arial" panose="020B0604020202020204" pitchFamily="34" charset="0"/>
                <a:cs typeface="Arial" panose="020B0604020202020204" pitchFamily="34" charset="0"/>
              </a:rPr>
              <a:t>it</a:t>
            </a:r>
            <a:r>
              <a:rPr lang="nl-NL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nl-NL" dirty="0" err="1">
                <a:latin typeface="Arial" panose="020B0604020202020204" pitchFamily="34" charset="0"/>
                <a:cs typeface="Arial" panose="020B0604020202020204" pitchFamily="34" charset="0"/>
              </a:rPr>
              <a:t>to</a:t>
            </a:r>
            <a:r>
              <a:rPr lang="nl-NL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nl-NL" dirty="0" err="1"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lang="nl-NL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nl-NL" dirty="0" err="1">
                <a:latin typeface="Arial" panose="020B0604020202020204" pitchFamily="34" charset="0"/>
                <a:cs typeface="Arial" panose="020B0604020202020204" pitchFamily="34" charset="0"/>
              </a:rPr>
              <a:t>beginning</a:t>
            </a:r>
            <a:r>
              <a:rPr lang="nl-NL" dirty="0">
                <a:latin typeface="Arial" panose="020B0604020202020204" pitchFamily="34" charset="0"/>
                <a:cs typeface="Arial" panose="020B0604020202020204" pitchFamily="34" charset="0"/>
              </a:rPr>
              <a:t> of </a:t>
            </a:r>
            <a:r>
              <a:rPr lang="nl-NL" dirty="0" err="1"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lang="nl-NL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nl-NL" dirty="0" err="1">
                <a:latin typeface="Arial" panose="020B0604020202020204" pitchFamily="34" charset="0"/>
                <a:cs typeface="Arial" panose="020B0604020202020204" pitchFamily="34" charset="0"/>
              </a:rPr>
              <a:t>sentence</a:t>
            </a:r>
            <a:endParaRPr lang="nl-NL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nl-NL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nl-NL" dirty="0" err="1">
                <a:latin typeface="Arial" panose="020B0604020202020204" pitchFamily="34" charset="0"/>
                <a:cs typeface="Arial" panose="020B0604020202020204" pitchFamily="34" charset="0"/>
              </a:rPr>
              <a:t>When</a:t>
            </a:r>
            <a:r>
              <a:rPr lang="nl-NL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nl-NL" dirty="0" err="1">
                <a:latin typeface="Arial" panose="020B0604020202020204" pitchFamily="34" charset="0"/>
                <a:cs typeface="Arial" panose="020B0604020202020204" pitchFamily="34" charset="0"/>
              </a:rPr>
              <a:t>there</a:t>
            </a:r>
            <a:r>
              <a:rPr lang="nl-NL" dirty="0">
                <a:latin typeface="Arial" panose="020B0604020202020204" pitchFamily="34" charset="0"/>
                <a:cs typeface="Arial" panose="020B0604020202020204" pitchFamily="34" charset="0"/>
              </a:rPr>
              <a:t> is </a:t>
            </a:r>
            <a:r>
              <a:rPr lang="nl-NL" i="1" u="sng" dirty="0">
                <a:latin typeface="Arial" panose="020B0604020202020204" pitchFamily="34" charset="0"/>
                <a:cs typeface="Arial" panose="020B0604020202020204" pitchFamily="34" charset="0"/>
              </a:rPr>
              <a:t>more </a:t>
            </a:r>
            <a:r>
              <a:rPr lang="nl-NL" i="1" u="sng" dirty="0" err="1">
                <a:latin typeface="Arial" panose="020B0604020202020204" pitchFamily="34" charset="0"/>
                <a:cs typeface="Arial" panose="020B0604020202020204" pitchFamily="34" charset="0"/>
              </a:rPr>
              <a:t>than</a:t>
            </a:r>
            <a:r>
              <a:rPr lang="nl-NL" i="1" u="sng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nl-NL" i="1" u="sng" dirty="0" err="1">
                <a:latin typeface="Arial" panose="020B0604020202020204" pitchFamily="34" charset="0"/>
                <a:cs typeface="Arial" panose="020B0604020202020204" pitchFamily="34" charset="0"/>
              </a:rPr>
              <a:t>one</a:t>
            </a:r>
            <a:r>
              <a:rPr lang="nl-NL" i="1" u="sng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nl-NL" i="1" u="sng" dirty="0" err="1">
                <a:latin typeface="Arial" panose="020B0604020202020204" pitchFamily="34" charset="0"/>
                <a:cs typeface="Arial" panose="020B0604020202020204" pitchFamily="34" charset="0"/>
              </a:rPr>
              <a:t>verb</a:t>
            </a:r>
            <a:r>
              <a:rPr lang="nl-NL" dirty="0">
                <a:latin typeface="Arial" panose="020B0604020202020204" pitchFamily="34" charset="0"/>
                <a:cs typeface="Arial" panose="020B0604020202020204" pitchFamily="34" charset="0"/>
              </a:rPr>
              <a:t>: move </a:t>
            </a:r>
            <a:r>
              <a:rPr lang="nl-NL" dirty="0" err="1"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lang="nl-NL" dirty="0">
                <a:latin typeface="Arial" panose="020B0604020202020204" pitchFamily="34" charset="0"/>
                <a:cs typeface="Arial" panose="020B0604020202020204" pitchFamily="34" charset="0"/>
              </a:rPr>
              <a:t> first </a:t>
            </a:r>
            <a:r>
              <a:rPr lang="nl-NL" dirty="0" err="1">
                <a:latin typeface="Arial" panose="020B0604020202020204" pitchFamily="34" charset="0"/>
                <a:cs typeface="Arial" panose="020B0604020202020204" pitchFamily="34" charset="0"/>
              </a:rPr>
              <a:t>one</a:t>
            </a:r>
            <a:r>
              <a:rPr lang="nl-NL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nl-NL" dirty="0" err="1">
                <a:latin typeface="Arial" panose="020B0604020202020204" pitchFamily="34" charset="0"/>
                <a:cs typeface="Arial" panose="020B0604020202020204" pitchFamily="34" charset="0"/>
              </a:rPr>
              <a:t>to</a:t>
            </a:r>
            <a:r>
              <a:rPr lang="nl-NL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nl-NL" dirty="0" err="1"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lang="nl-NL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nl-NL" dirty="0" err="1">
                <a:latin typeface="Arial" panose="020B0604020202020204" pitchFamily="34" charset="0"/>
                <a:cs typeface="Arial" panose="020B0604020202020204" pitchFamily="34" charset="0"/>
              </a:rPr>
              <a:t>beginning</a:t>
            </a:r>
            <a:r>
              <a:rPr lang="nl-NL" dirty="0">
                <a:latin typeface="Arial" panose="020B0604020202020204" pitchFamily="34" charset="0"/>
                <a:cs typeface="Arial" panose="020B0604020202020204" pitchFamily="34" charset="0"/>
              </a:rPr>
              <a:t> of </a:t>
            </a:r>
            <a:r>
              <a:rPr lang="nl-NL" dirty="0" err="1"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lang="nl-NL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nl-NL" dirty="0" err="1">
                <a:latin typeface="Arial" panose="020B0604020202020204" pitchFamily="34" charset="0"/>
                <a:cs typeface="Arial" panose="020B0604020202020204" pitchFamily="34" charset="0"/>
              </a:rPr>
              <a:t>sentence</a:t>
            </a:r>
            <a:endParaRPr lang="nl-NL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nl-NL" dirty="0"/>
              <a:t>	</a:t>
            </a:r>
          </a:p>
          <a:p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6198292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el 1"/>
          <p:cNvSpPr>
            <a:spLocks noGrp="1"/>
          </p:cNvSpPr>
          <p:nvPr>
            <p:ph type="title"/>
          </p:nvPr>
        </p:nvSpPr>
        <p:spPr>
          <a:xfrm>
            <a:off x="612775" y="228600"/>
            <a:ext cx="8153400" cy="990600"/>
          </a:xfrm>
        </p:spPr>
        <p:txBody>
          <a:bodyPr/>
          <a:lstStyle/>
          <a:p>
            <a:r>
              <a:rPr lang="nl-NL">
                <a:latin typeface="Arial" panose="020B0604020202020204" pitchFamily="34" charset="0"/>
                <a:cs typeface="Arial" panose="020B0604020202020204" pitchFamily="34" charset="0"/>
              </a:rPr>
              <a:t>“Do”-support</a:t>
            </a:r>
            <a:br>
              <a:rPr lang="nl-NL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nl-NL">
                <a:latin typeface="Arial" panose="020B0604020202020204" pitchFamily="34" charset="0"/>
                <a:cs typeface="Arial" panose="020B0604020202020204" pitchFamily="34" charset="0"/>
              </a:rPr>
              <a:t>Asking </a:t>
            </a:r>
            <a:r>
              <a:rPr lang="nl-NL" dirty="0">
                <a:latin typeface="Arial" panose="020B0604020202020204" pitchFamily="34" charset="0"/>
                <a:cs typeface="Arial" panose="020B0604020202020204" pitchFamily="34" charset="0"/>
              </a:rPr>
              <a:t>yes/</a:t>
            </a:r>
            <a:r>
              <a:rPr lang="nl-NL">
                <a:latin typeface="Arial" panose="020B0604020202020204" pitchFamily="34" charset="0"/>
                <a:cs typeface="Arial" panose="020B0604020202020204" pitchFamily="34" charset="0"/>
              </a:rPr>
              <a:t>no questions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291" name="Tijdelijke aanduiding voor inhoud 2"/>
          <p:cNvSpPr>
            <a:spLocks noGrp="1"/>
          </p:cNvSpPr>
          <p:nvPr>
            <p:ph sz="quarter" idx="1"/>
          </p:nvPr>
        </p:nvSpPr>
        <p:spPr>
          <a:xfrm>
            <a:off x="612775" y="1600200"/>
            <a:ext cx="8153400" cy="4495800"/>
          </a:xfrm>
        </p:spPr>
        <p:txBody>
          <a:bodyPr/>
          <a:lstStyle/>
          <a:p>
            <a:r>
              <a:rPr lang="nl-NL" dirty="0" err="1">
                <a:latin typeface="Arial" panose="020B0604020202020204" pitchFamily="34" charset="0"/>
                <a:cs typeface="Arial" panose="020B0604020202020204" pitchFamily="34" charset="0"/>
              </a:rPr>
              <a:t>If</a:t>
            </a:r>
            <a:r>
              <a:rPr lang="nl-NL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nl-NL" dirty="0" err="1">
                <a:latin typeface="Arial" panose="020B0604020202020204" pitchFamily="34" charset="0"/>
                <a:cs typeface="Arial" panose="020B0604020202020204" pitchFamily="34" charset="0"/>
              </a:rPr>
              <a:t>there</a:t>
            </a:r>
            <a:r>
              <a:rPr lang="nl-NL" dirty="0">
                <a:latin typeface="Arial" panose="020B0604020202020204" pitchFamily="34" charset="0"/>
                <a:cs typeface="Arial" panose="020B0604020202020204" pitchFamily="34" charset="0"/>
              </a:rPr>
              <a:t> is </a:t>
            </a:r>
            <a:r>
              <a:rPr lang="nl-NL" dirty="0" err="1">
                <a:latin typeface="Arial" panose="020B0604020202020204" pitchFamily="34" charset="0"/>
                <a:cs typeface="Arial" panose="020B0604020202020204" pitchFamily="34" charset="0"/>
              </a:rPr>
              <a:t>only</a:t>
            </a:r>
            <a:r>
              <a:rPr lang="nl-NL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nl-NL" dirty="0" err="1">
                <a:latin typeface="Arial" panose="020B0604020202020204" pitchFamily="34" charset="0"/>
                <a:cs typeface="Arial" panose="020B0604020202020204" pitchFamily="34" charset="0"/>
              </a:rPr>
              <a:t>one</a:t>
            </a:r>
            <a:r>
              <a:rPr lang="nl-NL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nl-NL" dirty="0" err="1">
                <a:latin typeface="Arial" panose="020B0604020202020204" pitchFamily="34" charset="0"/>
                <a:cs typeface="Arial" panose="020B0604020202020204" pitchFamily="34" charset="0"/>
              </a:rPr>
              <a:t>verb</a:t>
            </a:r>
            <a:r>
              <a:rPr lang="nl-NL" dirty="0">
                <a:latin typeface="Arial" panose="020B0604020202020204" pitchFamily="34" charset="0"/>
                <a:cs typeface="Arial" panose="020B0604020202020204" pitchFamily="34" charset="0"/>
              </a:rPr>
              <a:t> in the </a:t>
            </a:r>
            <a:r>
              <a:rPr lang="nl-NL" dirty="0" err="1">
                <a:latin typeface="Arial" panose="020B0604020202020204" pitchFamily="34" charset="0"/>
                <a:cs typeface="Arial" panose="020B0604020202020204" pitchFamily="34" charset="0"/>
              </a:rPr>
              <a:t>sentence</a:t>
            </a:r>
            <a:endParaRPr lang="nl-NL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nl-NL">
                <a:latin typeface="Arial" panose="020B0604020202020204" pitchFamily="34" charset="0"/>
                <a:cs typeface="Arial" panose="020B0604020202020204" pitchFamily="34" charset="0"/>
              </a:rPr>
              <a:t>She </a:t>
            </a:r>
            <a:r>
              <a:rPr lang="nl-NL" u="sng">
                <a:latin typeface="Arial" panose="020B0604020202020204" pitchFamily="34" charset="0"/>
                <a:cs typeface="Arial" panose="020B0604020202020204" pitchFamily="34" charset="0"/>
              </a:rPr>
              <a:t>plays</a:t>
            </a:r>
            <a:r>
              <a:rPr lang="nl-NL">
                <a:latin typeface="Arial" panose="020B0604020202020204" pitchFamily="34" charset="0"/>
                <a:cs typeface="Arial" panose="020B0604020202020204" pitchFamily="34" charset="0"/>
              </a:rPr>
              <a:t> football</a:t>
            </a:r>
            <a:endParaRPr lang="nl-NL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nl-NL" dirty="0" err="1">
                <a:latin typeface="Arial" panose="020B0604020202020204" pitchFamily="34" charset="0"/>
                <a:cs typeface="Arial" panose="020B0604020202020204" pitchFamily="34" charset="0"/>
              </a:rPr>
              <a:t>Add</a:t>
            </a:r>
            <a:r>
              <a:rPr lang="nl-NL" dirty="0">
                <a:latin typeface="Arial" panose="020B0604020202020204" pitchFamily="34" charset="0"/>
                <a:cs typeface="Arial" panose="020B0604020202020204" pitchFamily="34" charset="0"/>
              </a:rPr>
              <a:t> ‘do’ to the </a:t>
            </a:r>
            <a:r>
              <a:rPr lang="nl-NL" dirty="0" err="1">
                <a:latin typeface="Arial" panose="020B0604020202020204" pitchFamily="34" charset="0"/>
                <a:cs typeface="Arial" panose="020B0604020202020204" pitchFamily="34" charset="0"/>
              </a:rPr>
              <a:t>beginning</a:t>
            </a:r>
            <a:r>
              <a:rPr lang="nl-NL" dirty="0">
                <a:latin typeface="Arial" panose="020B0604020202020204" pitchFamily="34" charset="0"/>
                <a:cs typeface="Arial" panose="020B0604020202020204" pitchFamily="34" charset="0"/>
              </a:rPr>
              <a:t> of the </a:t>
            </a:r>
            <a:r>
              <a:rPr lang="nl-NL" dirty="0" err="1">
                <a:latin typeface="Arial" panose="020B0604020202020204" pitchFamily="34" charset="0"/>
                <a:cs typeface="Arial" panose="020B0604020202020204" pitchFamily="34" charset="0"/>
              </a:rPr>
              <a:t>sentence</a:t>
            </a:r>
            <a:endParaRPr lang="nl-NL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nl-NL" u="sng">
                <a:latin typeface="Arial" panose="020B0604020202020204" pitchFamily="34" charset="0"/>
                <a:cs typeface="Arial" panose="020B0604020202020204" pitchFamily="34" charset="0"/>
              </a:rPr>
              <a:t>Does</a:t>
            </a:r>
            <a:r>
              <a:rPr lang="nl-NL">
                <a:latin typeface="Arial" panose="020B0604020202020204" pitchFamily="34" charset="0"/>
                <a:cs typeface="Arial" panose="020B0604020202020204" pitchFamily="34" charset="0"/>
              </a:rPr>
              <a:t> she </a:t>
            </a:r>
            <a:r>
              <a:rPr lang="nl-NL" u="sng" dirty="0" err="1">
                <a:latin typeface="Arial" panose="020B0604020202020204" pitchFamily="34" charset="0"/>
                <a:cs typeface="Arial" panose="020B0604020202020204" pitchFamily="34" charset="0"/>
              </a:rPr>
              <a:t>play</a:t>
            </a:r>
            <a:r>
              <a:rPr lang="nl-NL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nl-NL" dirty="0" err="1">
                <a:latin typeface="Arial" panose="020B0604020202020204" pitchFamily="34" charset="0"/>
                <a:cs typeface="Arial" panose="020B0604020202020204" pitchFamily="34" charset="0"/>
              </a:rPr>
              <a:t>football</a:t>
            </a:r>
            <a:r>
              <a:rPr lang="nl-NL" dirty="0">
                <a:latin typeface="Arial" panose="020B0604020202020204" pitchFamily="34" charset="0"/>
                <a:cs typeface="Arial" panose="020B0604020202020204" pitchFamily="34" charset="0"/>
              </a:rPr>
              <a:t>?</a:t>
            </a:r>
          </a:p>
          <a:p>
            <a:r>
              <a:rPr lang="nl-NL" dirty="0">
                <a:latin typeface="Arial" panose="020B0604020202020204" pitchFamily="34" charset="0"/>
                <a:cs typeface="Arial" panose="020B0604020202020204" pitchFamily="34" charset="0"/>
              </a:rPr>
              <a:t>As </a:t>
            </a:r>
            <a:r>
              <a:rPr lang="nl-NL" dirty="0" err="1">
                <a:latin typeface="Arial" panose="020B0604020202020204" pitchFamily="34" charset="0"/>
                <a:cs typeface="Arial" panose="020B0604020202020204" pitchFamily="34" charset="0"/>
              </a:rPr>
              <a:t>always</a:t>
            </a:r>
            <a:r>
              <a:rPr lang="nl-NL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nl-NL" dirty="0" err="1">
                <a:latin typeface="Arial" panose="020B0604020202020204" pitchFamily="34" charset="0"/>
                <a:cs typeface="Arial" panose="020B0604020202020204" pitchFamily="34" charset="0"/>
              </a:rPr>
              <a:t>add</a:t>
            </a:r>
            <a:r>
              <a:rPr lang="nl-NL" dirty="0">
                <a:latin typeface="Arial" panose="020B0604020202020204" pitchFamily="34" charset="0"/>
                <a:cs typeface="Arial" panose="020B0604020202020204" pitchFamily="34" charset="0"/>
              </a:rPr>
              <a:t> -es, </a:t>
            </a:r>
            <a:r>
              <a:rPr lang="nl-NL" dirty="0" err="1">
                <a:latin typeface="Arial" panose="020B0604020202020204" pitchFamily="34" charset="0"/>
                <a:cs typeface="Arial" panose="020B0604020202020204" pitchFamily="34" charset="0"/>
              </a:rPr>
              <a:t>for</a:t>
            </a:r>
            <a:r>
              <a:rPr lang="nl-NL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nl-NL" dirty="0" err="1">
                <a:latin typeface="Arial" panose="020B0604020202020204" pitchFamily="34" charset="0"/>
                <a:cs typeface="Arial" panose="020B0604020202020204" pitchFamily="34" charset="0"/>
              </a:rPr>
              <a:t>he</a:t>
            </a:r>
            <a:r>
              <a:rPr lang="nl-NL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nl-NL" dirty="0" err="1">
                <a:latin typeface="Arial" panose="020B0604020202020204" pitchFamily="34" charset="0"/>
                <a:cs typeface="Arial" panose="020B0604020202020204" pitchFamily="34" charset="0"/>
              </a:rPr>
              <a:t>she</a:t>
            </a:r>
            <a:r>
              <a:rPr lang="nl-NL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nl-NL" dirty="0" err="1">
                <a:latin typeface="Arial" panose="020B0604020202020204" pitchFamily="34" charset="0"/>
                <a:cs typeface="Arial" panose="020B0604020202020204" pitchFamily="34" charset="0"/>
              </a:rPr>
              <a:t>it</a:t>
            </a:r>
            <a:endParaRPr lang="nl-NL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nl-NL" dirty="0">
                <a:latin typeface="Arial" panose="020B0604020202020204" pitchFamily="34" charset="0"/>
                <a:cs typeface="Arial" panose="020B0604020202020204" pitchFamily="34" charset="0"/>
              </a:rPr>
              <a:t>Does </a:t>
            </a:r>
            <a:r>
              <a:rPr lang="nl-NL" dirty="0" err="1">
                <a:latin typeface="Arial" panose="020B0604020202020204" pitchFamily="34" charset="0"/>
                <a:cs typeface="Arial" panose="020B0604020202020204" pitchFamily="34" charset="0"/>
              </a:rPr>
              <a:t>he</a:t>
            </a:r>
            <a:r>
              <a:rPr lang="nl-NL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nl-NL" dirty="0" err="1">
                <a:latin typeface="Arial" panose="020B0604020202020204" pitchFamily="34" charset="0"/>
                <a:cs typeface="Arial" panose="020B0604020202020204" pitchFamily="34" charset="0"/>
              </a:rPr>
              <a:t>play</a:t>
            </a:r>
            <a:r>
              <a:rPr lang="nl-NL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nl-NL" dirty="0" err="1">
                <a:latin typeface="Arial" panose="020B0604020202020204" pitchFamily="34" charset="0"/>
                <a:cs typeface="Arial" panose="020B0604020202020204" pitchFamily="34" charset="0"/>
              </a:rPr>
              <a:t>football</a:t>
            </a:r>
            <a:r>
              <a:rPr lang="nl-NL" dirty="0">
                <a:latin typeface="Arial" panose="020B0604020202020204" pitchFamily="34" charset="0"/>
                <a:cs typeface="Arial" panose="020B0604020202020204" pitchFamily="34" charset="0"/>
              </a:rPr>
              <a:t>?</a:t>
            </a:r>
          </a:p>
          <a:p>
            <a:endParaRPr lang="nl-NL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nl-NL" dirty="0" err="1">
                <a:latin typeface="Arial" panose="020B0604020202020204" pitchFamily="34" charset="0"/>
                <a:cs typeface="Arial" panose="020B0604020202020204" pitchFamily="34" charset="0"/>
              </a:rPr>
              <a:t>Note</a:t>
            </a:r>
            <a:r>
              <a:rPr lang="nl-NL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nl-NL" dirty="0" err="1">
                <a:latin typeface="Arial" panose="020B0604020202020204" pitchFamily="34" charset="0"/>
                <a:cs typeface="Arial" panose="020B0604020202020204" pitchFamily="34" charset="0"/>
              </a:rPr>
              <a:t>that</a:t>
            </a:r>
            <a:r>
              <a:rPr lang="nl-NL" dirty="0">
                <a:latin typeface="Arial" panose="020B0604020202020204" pitchFamily="34" charset="0"/>
                <a:cs typeface="Arial" panose="020B0604020202020204" pitchFamily="34" charset="0"/>
              </a:rPr>
              <a:t> the -s is </a:t>
            </a:r>
            <a:r>
              <a:rPr lang="nl-NL" dirty="0" err="1">
                <a:latin typeface="Arial" panose="020B0604020202020204" pitchFamily="34" charset="0"/>
                <a:cs typeface="Arial" panose="020B0604020202020204" pitchFamily="34" charset="0"/>
              </a:rPr>
              <a:t>added</a:t>
            </a:r>
            <a:r>
              <a:rPr lang="nl-NL" dirty="0">
                <a:latin typeface="Arial" panose="020B0604020202020204" pitchFamily="34" charset="0"/>
                <a:cs typeface="Arial" panose="020B0604020202020204" pitchFamily="34" charset="0"/>
              </a:rPr>
              <a:t> to ‘do’, </a:t>
            </a:r>
            <a:r>
              <a:rPr lang="nl-NL" dirty="0" err="1">
                <a:latin typeface="Arial" panose="020B0604020202020204" pitchFamily="34" charset="0"/>
                <a:cs typeface="Arial" panose="020B0604020202020204" pitchFamily="34" charset="0"/>
              </a:rPr>
              <a:t>not</a:t>
            </a:r>
            <a:r>
              <a:rPr lang="nl-NL" dirty="0">
                <a:latin typeface="Arial" panose="020B0604020202020204" pitchFamily="34" charset="0"/>
                <a:cs typeface="Arial" panose="020B0604020202020204" pitchFamily="34" charset="0"/>
              </a:rPr>
              <a:t> to ‘</a:t>
            </a:r>
            <a:r>
              <a:rPr lang="nl-NL" dirty="0" err="1">
                <a:latin typeface="Arial" panose="020B0604020202020204" pitchFamily="34" charset="0"/>
                <a:cs typeface="Arial" panose="020B0604020202020204" pitchFamily="34" charset="0"/>
              </a:rPr>
              <a:t>play</a:t>
            </a:r>
            <a:r>
              <a:rPr lang="nl-NL" dirty="0">
                <a:latin typeface="Arial" panose="020B0604020202020204" pitchFamily="34" charset="0"/>
                <a:cs typeface="Arial" panose="020B0604020202020204" pitchFamily="34" charset="0"/>
              </a:rPr>
              <a:t>’</a:t>
            </a:r>
          </a:p>
          <a:p>
            <a:pPr lvl="1"/>
            <a:r>
              <a:rPr lang="nl-NL" strike="sngStrike">
                <a:latin typeface="Arial" panose="020B0604020202020204" pitchFamily="34" charset="0"/>
                <a:cs typeface="Arial" panose="020B0604020202020204" pitchFamily="34" charset="0"/>
              </a:rPr>
              <a:t>Do</a:t>
            </a:r>
            <a:r>
              <a:rPr lang="nl-NL" u="sng" strike="sngStrike">
                <a:latin typeface="Arial" panose="020B0604020202020204" pitchFamily="34" charset="0"/>
                <a:cs typeface="Arial" panose="020B0604020202020204" pitchFamily="34" charset="0"/>
              </a:rPr>
              <a:t>es</a:t>
            </a:r>
            <a:r>
              <a:rPr lang="nl-NL" strike="sngStrike">
                <a:latin typeface="Arial" panose="020B0604020202020204" pitchFamily="34" charset="0"/>
                <a:cs typeface="Arial" panose="020B0604020202020204" pitchFamily="34" charset="0"/>
              </a:rPr>
              <a:t> she </a:t>
            </a:r>
            <a:r>
              <a:rPr lang="nl-NL" strike="sngStrike" dirty="0" err="1">
                <a:latin typeface="Arial" panose="020B0604020202020204" pitchFamily="34" charset="0"/>
                <a:cs typeface="Arial" panose="020B0604020202020204" pitchFamily="34" charset="0"/>
              </a:rPr>
              <a:t>play</a:t>
            </a:r>
            <a:r>
              <a:rPr lang="nl-NL" strike="sngStrike" dirty="0" err="1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nl-NL" strike="sngStrike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nl-NL" strike="sngStrike" dirty="0" err="1">
                <a:latin typeface="Arial" panose="020B0604020202020204" pitchFamily="34" charset="0"/>
                <a:cs typeface="Arial" panose="020B0604020202020204" pitchFamily="34" charset="0"/>
              </a:rPr>
              <a:t>football</a:t>
            </a:r>
            <a:r>
              <a:rPr lang="nl-NL" strike="sngStrike" dirty="0">
                <a:latin typeface="Arial" panose="020B0604020202020204" pitchFamily="34" charset="0"/>
                <a:cs typeface="Arial" panose="020B0604020202020204" pitchFamily="34" charset="0"/>
              </a:rPr>
              <a:t>?</a:t>
            </a:r>
          </a:p>
          <a:p>
            <a:pPr lvl="1"/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1380485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el 1"/>
          <p:cNvSpPr>
            <a:spLocks noGrp="1"/>
          </p:cNvSpPr>
          <p:nvPr>
            <p:ph type="title"/>
          </p:nvPr>
        </p:nvSpPr>
        <p:spPr>
          <a:xfrm>
            <a:off x="467544" y="332656"/>
            <a:ext cx="8766175" cy="990600"/>
          </a:xfrm>
        </p:spPr>
        <p:txBody>
          <a:bodyPr/>
          <a:lstStyle/>
          <a:p>
            <a:r>
              <a:rPr lang="nl-NL" sz="4000" dirty="0" err="1"/>
              <a:t>Asking</a:t>
            </a:r>
            <a:r>
              <a:rPr lang="nl-NL" sz="4000" dirty="0"/>
              <a:t> </a:t>
            </a:r>
            <a:r>
              <a:rPr lang="nl-NL" sz="4000" dirty="0" err="1"/>
              <a:t>yes</a:t>
            </a:r>
            <a:r>
              <a:rPr lang="nl-NL" sz="4000" dirty="0"/>
              <a:t>/</a:t>
            </a:r>
            <a:r>
              <a:rPr lang="nl-NL" sz="4000" dirty="0" err="1"/>
              <a:t>no</a:t>
            </a:r>
            <a:r>
              <a:rPr lang="nl-NL" sz="4000" dirty="0"/>
              <a:t> </a:t>
            </a:r>
            <a:r>
              <a:rPr lang="nl-NL" sz="4000" dirty="0" err="1"/>
              <a:t>questions</a:t>
            </a:r>
            <a:r>
              <a:rPr lang="nl-NL" sz="4000" dirty="0"/>
              <a:t> </a:t>
            </a:r>
            <a:r>
              <a:rPr lang="nl-NL" sz="4000" dirty="0" err="1"/>
              <a:t>about</a:t>
            </a:r>
            <a:r>
              <a:rPr lang="nl-NL" sz="4000" dirty="0"/>
              <a:t> the past</a:t>
            </a:r>
            <a:endParaRPr lang="en-US" sz="4000" dirty="0"/>
          </a:p>
        </p:txBody>
      </p:sp>
      <p:sp>
        <p:nvSpPr>
          <p:cNvPr id="12291" name="Tijdelijke aanduiding voor inhoud 2"/>
          <p:cNvSpPr>
            <a:spLocks noGrp="1"/>
          </p:cNvSpPr>
          <p:nvPr>
            <p:ph sz="quarter" idx="1"/>
          </p:nvPr>
        </p:nvSpPr>
        <p:spPr>
          <a:xfrm>
            <a:off x="612775" y="1600200"/>
            <a:ext cx="8153400" cy="4495800"/>
          </a:xfrm>
        </p:spPr>
        <p:txBody>
          <a:bodyPr/>
          <a:lstStyle/>
          <a:p>
            <a:r>
              <a:rPr lang="nl-NL" dirty="0" err="1"/>
              <a:t>If</a:t>
            </a:r>
            <a:r>
              <a:rPr lang="nl-NL" dirty="0"/>
              <a:t> </a:t>
            </a:r>
            <a:r>
              <a:rPr lang="nl-NL" dirty="0" err="1"/>
              <a:t>there</a:t>
            </a:r>
            <a:r>
              <a:rPr lang="nl-NL" dirty="0"/>
              <a:t> is </a:t>
            </a:r>
            <a:r>
              <a:rPr lang="nl-NL" dirty="0" err="1"/>
              <a:t>only</a:t>
            </a:r>
            <a:r>
              <a:rPr lang="nl-NL" dirty="0"/>
              <a:t> </a:t>
            </a:r>
            <a:r>
              <a:rPr lang="nl-NL" u="sng" dirty="0" err="1"/>
              <a:t>one</a:t>
            </a:r>
            <a:r>
              <a:rPr lang="nl-NL" u="sng" dirty="0"/>
              <a:t> </a:t>
            </a:r>
            <a:r>
              <a:rPr lang="nl-NL" u="sng" dirty="0" err="1"/>
              <a:t>verb</a:t>
            </a:r>
            <a:r>
              <a:rPr lang="nl-NL" u="sng" dirty="0"/>
              <a:t> </a:t>
            </a:r>
            <a:r>
              <a:rPr lang="nl-NL" dirty="0"/>
              <a:t>in the </a:t>
            </a:r>
            <a:r>
              <a:rPr lang="nl-NL" dirty="0" err="1"/>
              <a:t>sentence</a:t>
            </a:r>
            <a:endParaRPr lang="nl-NL" dirty="0"/>
          </a:p>
          <a:p>
            <a:pPr lvl="1"/>
            <a:r>
              <a:rPr lang="nl-NL" dirty="0"/>
              <a:t>I </a:t>
            </a:r>
            <a:r>
              <a:rPr lang="nl-NL" u="sng" dirty="0" err="1"/>
              <a:t>played</a:t>
            </a:r>
            <a:r>
              <a:rPr lang="nl-NL" dirty="0"/>
              <a:t> </a:t>
            </a:r>
            <a:r>
              <a:rPr lang="nl-NL" dirty="0" err="1"/>
              <a:t>football</a:t>
            </a:r>
            <a:endParaRPr lang="nl-NL" dirty="0"/>
          </a:p>
          <a:p>
            <a:pPr marL="366713" lvl="1" indent="0">
              <a:buNone/>
            </a:pPr>
            <a:endParaRPr lang="nl-NL" dirty="0"/>
          </a:p>
          <a:p>
            <a:r>
              <a:rPr lang="nl-NL" dirty="0" err="1"/>
              <a:t>Add</a:t>
            </a:r>
            <a:r>
              <a:rPr lang="nl-NL" dirty="0"/>
              <a:t> ‘</a:t>
            </a:r>
            <a:r>
              <a:rPr lang="nl-NL" dirty="0" err="1">
                <a:solidFill>
                  <a:srgbClr val="FF0000"/>
                </a:solidFill>
              </a:rPr>
              <a:t>did</a:t>
            </a:r>
            <a:r>
              <a:rPr lang="nl-NL" dirty="0"/>
              <a:t>’ to the </a:t>
            </a:r>
            <a:r>
              <a:rPr lang="nl-NL" dirty="0" err="1"/>
              <a:t>beginning</a:t>
            </a:r>
            <a:r>
              <a:rPr lang="nl-NL" dirty="0"/>
              <a:t> of the </a:t>
            </a:r>
            <a:r>
              <a:rPr lang="nl-NL" dirty="0" err="1"/>
              <a:t>sentence</a:t>
            </a:r>
            <a:r>
              <a:rPr lang="nl-NL" dirty="0"/>
              <a:t>, and </a:t>
            </a:r>
            <a:r>
              <a:rPr lang="nl-NL" dirty="0" err="1"/>
              <a:t>use</a:t>
            </a:r>
            <a:r>
              <a:rPr lang="nl-NL" dirty="0"/>
              <a:t> the </a:t>
            </a:r>
            <a:r>
              <a:rPr lang="nl-NL" dirty="0" err="1"/>
              <a:t>normal</a:t>
            </a:r>
            <a:r>
              <a:rPr lang="nl-NL" dirty="0"/>
              <a:t> </a:t>
            </a:r>
            <a:r>
              <a:rPr lang="nl-NL" dirty="0" err="1"/>
              <a:t>form</a:t>
            </a:r>
            <a:r>
              <a:rPr lang="nl-NL" dirty="0"/>
              <a:t> of the </a:t>
            </a:r>
            <a:r>
              <a:rPr lang="nl-NL" dirty="0" err="1"/>
              <a:t>verb</a:t>
            </a:r>
            <a:r>
              <a:rPr lang="nl-NL" dirty="0"/>
              <a:t> (</a:t>
            </a:r>
            <a:r>
              <a:rPr lang="nl-NL" u="sng" dirty="0"/>
              <a:t>without -</a:t>
            </a:r>
            <a:r>
              <a:rPr lang="nl-NL" u="sng" dirty="0" err="1"/>
              <a:t>ed</a:t>
            </a:r>
            <a:r>
              <a:rPr lang="nl-NL" dirty="0"/>
              <a:t>)</a:t>
            </a:r>
          </a:p>
          <a:p>
            <a:pPr lvl="1"/>
            <a:r>
              <a:rPr lang="nl-NL" dirty="0" err="1">
                <a:solidFill>
                  <a:srgbClr val="FF0000"/>
                </a:solidFill>
              </a:rPr>
              <a:t>Did</a:t>
            </a:r>
            <a:r>
              <a:rPr lang="nl-NL" dirty="0"/>
              <a:t> I </a:t>
            </a:r>
            <a:r>
              <a:rPr lang="nl-NL" u="sng" dirty="0" err="1"/>
              <a:t>play</a:t>
            </a:r>
            <a:r>
              <a:rPr lang="nl-NL" dirty="0"/>
              <a:t> </a:t>
            </a:r>
            <a:r>
              <a:rPr lang="nl-NL" dirty="0" err="1"/>
              <a:t>football</a:t>
            </a:r>
            <a:r>
              <a:rPr lang="nl-NL" dirty="0"/>
              <a:t>?</a:t>
            </a:r>
          </a:p>
          <a:p>
            <a:r>
              <a:rPr lang="nl-NL" dirty="0" err="1"/>
              <a:t>This</a:t>
            </a:r>
            <a:r>
              <a:rPr lang="nl-NL" dirty="0"/>
              <a:t> </a:t>
            </a:r>
            <a:r>
              <a:rPr lang="nl-NL" dirty="0" err="1"/>
              <a:t>form</a:t>
            </a:r>
            <a:r>
              <a:rPr lang="nl-NL" dirty="0"/>
              <a:t> is the </a:t>
            </a:r>
            <a:r>
              <a:rPr lang="nl-NL" dirty="0" err="1"/>
              <a:t>same</a:t>
            </a:r>
            <a:r>
              <a:rPr lang="nl-NL" dirty="0"/>
              <a:t> </a:t>
            </a:r>
            <a:r>
              <a:rPr lang="nl-NL" dirty="0" err="1"/>
              <a:t>for</a:t>
            </a:r>
            <a:r>
              <a:rPr lang="nl-NL" dirty="0"/>
              <a:t> </a:t>
            </a:r>
            <a:r>
              <a:rPr lang="nl-NL" dirty="0" err="1"/>
              <a:t>you</a:t>
            </a:r>
            <a:r>
              <a:rPr lang="nl-NL" dirty="0"/>
              <a:t>, we, </a:t>
            </a:r>
            <a:r>
              <a:rPr lang="nl-NL" dirty="0" err="1"/>
              <a:t>he</a:t>
            </a:r>
            <a:r>
              <a:rPr lang="nl-NL" dirty="0"/>
              <a:t>, </a:t>
            </a:r>
            <a:r>
              <a:rPr lang="nl-NL" dirty="0" err="1"/>
              <a:t>she</a:t>
            </a:r>
            <a:r>
              <a:rPr lang="nl-NL" dirty="0"/>
              <a:t> etc.</a:t>
            </a:r>
          </a:p>
          <a:p>
            <a:endParaRPr lang="nl-NL" dirty="0"/>
          </a:p>
          <a:p>
            <a:r>
              <a:rPr lang="nl-NL" dirty="0" err="1"/>
              <a:t>Note</a:t>
            </a:r>
            <a:r>
              <a:rPr lang="nl-NL" dirty="0"/>
              <a:t> </a:t>
            </a:r>
            <a:r>
              <a:rPr lang="nl-NL" dirty="0" err="1"/>
              <a:t>that</a:t>
            </a:r>
            <a:r>
              <a:rPr lang="nl-NL" dirty="0"/>
              <a:t> </a:t>
            </a:r>
            <a:r>
              <a:rPr lang="nl-NL" dirty="0" err="1"/>
              <a:t>only</a:t>
            </a:r>
            <a:r>
              <a:rPr lang="nl-NL" dirty="0"/>
              <a:t> ‘</a:t>
            </a:r>
            <a:r>
              <a:rPr lang="nl-NL" dirty="0" err="1"/>
              <a:t>did</a:t>
            </a:r>
            <a:r>
              <a:rPr lang="nl-NL" dirty="0"/>
              <a:t>’ is the past </a:t>
            </a:r>
            <a:r>
              <a:rPr lang="nl-NL" dirty="0" err="1"/>
              <a:t>form</a:t>
            </a:r>
            <a:r>
              <a:rPr lang="nl-NL" dirty="0"/>
              <a:t>, </a:t>
            </a:r>
            <a:r>
              <a:rPr lang="nl-NL" dirty="0" err="1"/>
              <a:t>not</a:t>
            </a:r>
            <a:r>
              <a:rPr lang="nl-NL" dirty="0"/>
              <a:t> ‘</a:t>
            </a:r>
            <a:r>
              <a:rPr lang="nl-NL" dirty="0" err="1"/>
              <a:t>play</a:t>
            </a:r>
            <a:r>
              <a:rPr lang="nl-NL" dirty="0"/>
              <a:t>’</a:t>
            </a:r>
          </a:p>
          <a:p>
            <a:pPr lvl="1"/>
            <a:r>
              <a:rPr lang="nl-NL" strike="sngStrike" dirty="0" err="1"/>
              <a:t>Did</a:t>
            </a:r>
            <a:r>
              <a:rPr lang="nl-NL" strike="sngStrike" dirty="0"/>
              <a:t> </a:t>
            </a:r>
            <a:r>
              <a:rPr lang="nl-NL" strike="sngStrike" dirty="0" err="1"/>
              <a:t>he</a:t>
            </a:r>
            <a:r>
              <a:rPr lang="nl-NL" strike="sngStrike" dirty="0"/>
              <a:t> </a:t>
            </a:r>
            <a:r>
              <a:rPr lang="nl-NL" strike="sngStrike" dirty="0" err="1"/>
              <a:t>played</a:t>
            </a:r>
            <a:r>
              <a:rPr lang="nl-NL" strike="sngStrike" dirty="0"/>
              <a:t> </a:t>
            </a:r>
            <a:r>
              <a:rPr lang="nl-NL" strike="sngStrike" dirty="0" err="1"/>
              <a:t>football</a:t>
            </a:r>
            <a:r>
              <a:rPr lang="nl-NL" strike="sngStrike" dirty="0"/>
              <a:t>?</a:t>
            </a:r>
          </a:p>
          <a:p>
            <a:pPr lvl="1"/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3008737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el 1"/>
          <p:cNvSpPr>
            <a:spLocks noGrp="1"/>
          </p:cNvSpPr>
          <p:nvPr>
            <p:ph type="title"/>
          </p:nvPr>
        </p:nvSpPr>
        <p:spPr>
          <a:xfrm>
            <a:off x="612775" y="228600"/>
            <a:ext cx="8153400" cy="990600"/>
          </a:xfrm>
        </p:spPr>
        <p:txBody>
          <a:bodyPr/>
          <a:lstStyle/>
          <a:p>
            <a:r>
              <a:rPr lang="nl-NL"/>
              <a:t>Asking yes/no questions</a:t>
            </a:r>
            <a:endParaRPr lang="en-US"/>
          </a:p>
        </p:txBody>
      </p:sp>
      <p:sp>
        <p:nvSpPr>
          <p:cNvPr id="12291" name="Tijdelijke aanduiding voor inhoud 2"/>
          <p:cNvSpPr>
            <a:spLocks noGrp="1"/>
          </p:cNvSpPr>
          <p:nvPr>
            <p:ph sz="quarter" idx="1"/>
          </p:nvPr>
        </p:nvSpPr>
        <p:spPr>
          <a:xfrm>
            <a:off x="612775" y="1600200"/>
            <a:ext cx="8153400" cy="4495800"/>
          </a:xfrm>
        </p:spPr>
        <p:txBody>
          <a:bodyPr/>
          <a:lstStyle/>
          <a:p>
            <a:r>
              <a:rPr lang="nl-NL" dirty="0" err="1"/>
              <a:t>Whenever</a:t>
            </a:r>
            <a:r>
              <a:rPr lang="nl-NL" dirty="0"/>
              <a:t> </a:t>
            </a:r>
            <a:r>
              <a:rPr lang="nl-NL" err="1"/>
              <a:t>there</a:t>
            </a:r>
            <a:r>
              <a:rPr lang="nl-NL"/>
              <a:t> a helping or modal verb, don’t add “do”-support. Just </a:t>
            </a:r>
            <a:r>
              <a:rPr lang="nl-NL" dirty="0" err="1"/>
              <a:t>change</a:t>
            </a:r>
            <a:r>
              <a:rPr lang="nl-NL" dirty="0"/>
              <a:t> the </a:t>
            </a:r>
            <a:r>
              <a:rPr lang="nl-NL"/>
              <a:t>word order.</a:t>
            </a:r>
            <a:endParaRPr lang="nl-NL" dirty="0"/>
          </a:p>
          <a:p>
            <a:pPr lvl="1"/>
            <a:r>
              <a:rPr lang="nl-NL" dirty="0" err="1"/>
              <a:t>You</a:t>
            </a:r>
            <a:r>
              <a:rPr lang="nl-NL" dirty="0"/>
              <a:t> are </a:t>
            </a:r>
            <a:r>
              <a:rPr lang="nl-NL" dirty="0" err="1"/>
              <a:t>going</a:t>
            </a:r>
            <a:r>
              <a:rPr lang="nl-NL" dirty="0"/>
              <a:t> </a:t>
            </a:r>
            <a:r>
              <a:rPr lang="nl-NL" dirty="0">
                <a:sym typeface="Wingdings" pitchFamily="2" charset="2"/>
              </a:rPr>
              <a:t> </a:t>
            </a:r>
            <a:r>
              <a:rPr lang="nl-NL" u="sng" dirty="0">
                <a:sym typeface="Wingdings" pitchFamily="2" charset="2"/>
              </a:rPr>
              <a:t>Are </a:t>
            </a:r>
            <a:r>
              <a:rPr lang="nl-NL" dirty="0" err="1">
                <a:sym typeface="Wingdings" pitchFamily="2" charset="2"/>
              </a:rPr>
              <a:t>you</a:t>
            </a:r>
            <a:r>
              <a:rPr lang="nl-NL" dirty="0">
                <a:sym typeface="Wingdings" pitchFamily="2" charset="2"/>
              </a:rPr>
              <a:t> </a:t>
            </a:r>
            <a:r>
              <a:rPr lang="nl-NL" u="sng" dirty="0" err="1">
                <a:sym typeface="Wingdings" pitchFamily="2" charset="2"/>
              </a:rPr>
              <a:t>going</a:t>
            </a:r>
            <a:r>
              <a:rPr lang="nl-NL" dirty="0">
                <a:sym typeface="Wingdings" pitchFamily="2" charset="2"/>
              </a:rPr>
              <a:t>?</a:t>
            </a:r>
          </a:p>
          <a:p>
            <a:pPr lvl="1"/>
            <a:r>
              <a:rPr lang="nl-NL" dirty="0" err="1">
                <a:sym typeface="Wingdings" pitchFamily="2" charset="2"/>
              </a:rPr>
              <a:t>She</a:t>
            </a:r>
            <a:r>
              <a:rPr lang="nl-NL" dirty="0">
                <a:sym typeface="Wingdings" pitchFamily="2" charset="2"/>
              </a:rPr>
              <a:t> has </a:t>
            </a:r>
            <a:r>
              <a:rPr lang="nl-NL" dirty="0" err="1">
                <a:sym typeface="Wingdings" pitchFamily="2" charset="2"/>
              </a:rPr>
              <a:t>seen</a:t>
            </a:r>
            <a:r>
              <a:rPr lang="nl-NL" dirty="0">
                <a:sym typeface="Wingdings" pitchFamily="2" charset="2"/>
              </a:rPr>
              <a:t>  </a:t>
            </a:r>
            <a:r>
              <a:rPr lang="nl-NL" u="sng" dirty="0">
                <a:sym typeface="Wingdings" pitchFamily="2" charset="2"/>
              </a:rPr>
              <a:t>Has</a:t>
            </a:r>
            <a:r>
              <a:rPr lang="nl-NL" dirty="0">
                <a:sym typeface="Wingdings" pitchFamily="2" charset="2"/>
              </a:rPr>
              <a:t> </a:t>
            </a:r>
            <a:r>
              <a:rPr lang="nl-NL" dirty="0" err="1">
                <a:sym typeface="Wingdings" pitchFamily="2" charset="2"/>
              </a:rPr>
              <a:t>she</a:t>
            </a:r>
            <a:r>
              <a:rPr lang="nl-NL" dirty="0">
                <a:sym typeface="Wingdings" pitchFamily="2" charset="2"/>
              </a:rPr>
              <a:t> </a:t>
            </a:r>
            <a:r>
              <a:rPr lang="nl-NL" u="sng" err="1">
                <a:sym typeface="Wingdings" pitchFamily="2" charset="2"/>
              </a:rPr>
              <a:t>seen</a:t>
            </a:r>
            <a:r>
              <a:rPr lang="nl-NL">
                <a:sym typeface="Wingdings" pitchFamily="2" charset="2"/>
              </a:rPr>
              <a:t>?</a:t>
            </a:r>
          </a:p>
          <a:p>
            <a:pPr lvl="1"/>
            <a:r>
              <a:rPr lang="nl-NL">
                <a:sym typeface="Wingdings" pitchFamily="2" charset="2"/>
              </a:rPr>
              <a:t>He doesn’t care  </a:t>
            </a:r>
            <a:r>
              <a:rPr lang="nl-NL" u="sng">
                <a:sym typeface="Wingdings" pitchFamily="2" charset="2"/>
              </a:rPr>
              <a:t>Doesn’t</a:t>
            </a:r>
            <a:r>
              <a:rPr lang="nl-NL">
                <a:sym typeface="Wingdings" pitchFamily="2" charset="2"/>
              </a:rPr>
              <a:t> he </a:t>
            </a:r>
            <a:r>
              <a:rPr lang="nl-NL" u="sng">
                <a:sym typeface="Wingdings" pitchFamily="2" charset="2"/>
              </a:rPr>
              <a:t>care</a:t>
            </a:r>
            <a:r>
              <a:rPr lang="nl-NL">
                <a:sym typeface="Wingdings" pitchFamily="2" charset="2"/>
              </a:rPr>
              <a:t>?</a:t>
            </a:r>
          </a:p>
          <a:p>
            <a:pPr lvl="1"/>
            <a:r>
              <a:rPr lang="nl-NL">
                <a:sym typeface="Wingdings" pitchFamily="2" charset="2"/>
              </a:rPr>
              <a:t>He will go  </a:t>
            </a:r>
            <a:r>
              <a:rPr lang="nl-NL" u="sng">
                <a:sym typeface="Wingdings" pitchFamily="2" charset="2"/>
              </a:rPr>
              <a:t>Will</a:t>
            </a:r>
            <a:r>
              <a:rPr lang="nl-NL">
                <a:sym typeface="Wingdings" pitchFamily="2" charset="2"/>
              </a:rPr>
              <a:t> he </a:t>
            </a:r>
            <a:r>
              <a:rPr lang="nl-NL" u="sng">
                <a:sym typeface="Wingdings" pitchFamily="2" charset="2"/>
              </a:rPr>
              <a:t>go</a:t>
            </a:r>
            <a:r>
              <a:rPr lang="nl-NL">
                <a:sym typeface="Wingdings" pitchFamily="2" charset="2"/>
              </a:rPr>
              <a:t>?</a:t>
            </a:r>
          </a:p>
          <a:p>
            <a:pPr lvl="1"/>
            <a:r>
              <a:rPr lang="nl-NL">
                <a:sym typeface="Wingdings" pitchFamily="2" charset="2"/>
              </a:rPr>
              <a:t>She can speak  </a:t>
            </a:r>
            <a:r>
              <a:rPr lang="nl-NL" u="sng">
                <a:sym typeface="Wingdings" pitchFamily="2" charset="2"/>
              </a:rPr>
              <a:t>Can</a:t>
            </a:r>
            <a:r>
              <a:rPr lang="nl-NL">
                <a:sym typeface="Wingdings" pitchFamily="2" charset="2"/>
              </a:rPr>
              <a:t> she </a:t>
            </a:r>
            <a:r>
              <a:rPr lang="nl-NL" u="sng">
                <a:sym typeface="Wingdings" pitchFamily="2" charset="2"/>
              </a:rPr>
              <a:t>speak</a:t>
            </a:r>
            <a:r>
              <a:rPr lang="nl-NL">
                <a:sym typeface="Wingdings" pitchFamily="2" charset="2"/>
              </a:rPr>
              <a:t>?</a:t>
            </a:r>
          </a:p>
          <a:p>
            <a:pPr lvl="1"/>
            <a:r>
              <a:rPr lang="nl-NL">
                <a:sym typeface="Wingdings" pitchFamily="2" charset="2"/>
              </a:rPr>
              <a:t>It could work  </a:t>
            </a:r>
            <a:r>
              <a:rPr lang="nl-NL" u="sng">
                <a:sym typeface="Wingdings" pitchFamily="2" charset="2"/>
              </a:rPr>
              <a:t>Could</a:t>
            </a:r>
            <a:r>
              <a:rPr lang="nl-NL">
                <a:sym typeface="Wingdings" pitchFamily="2" charset="2"/>
              </a:rPr>
              <a:t> it </a:t>
            </a:r>
            <a:r>
              <a:rPr lang="nl-NL" u="sng">
                <a:sym typeface="Wingdings" pitchFamily="2" charset="2"/>
              </a:rPr>
              <a:t>work</a:t>
            </a:r>
            <a:r>
              <a:rPr lang="nl-NL">
                <a:sym typeface="Wingdings" pitchFamily="2" charset="2"/>
              </a:rPr>
              <a:t>?</a:t>
            </a:r>
          </a:p>
          <a:p>
            <a:pPr lvl="1"/>
            <a:r>
              <a:rPr lang="nl-NL">
                <a:sym typeface="Wingdings" pitchFamily="2" charset="2"/>
              </a:rPr>
              <a:t>You would like  </a:t>
            </a:r>
            <a:r>
              <a:rPr lang="nl-NL" u="sng">
                <a:sym typeface="Wingdings" pitchFamily="2" charset="2"/>
              </a:rPr>
              <a:t>Would</a:t>
            </a:r>
            <a:r>
              <a:rPr lang="nl-NL">
                <a:sym typeface="Wingdings" pitchFamily="2" charset="2"/>
              </a:rPr>
              <a:t> you </a:t>
            </a:r>
            <a:r>
              <a:rPr lang="nl-NL" u="sng">
                <a:sym typeface="Wingdings" pitchFamily="2" charset="2"/>
              </a:rPr>
              <a:t>like</a:t>
            </a:r>
            <a:r>
              <a:rPr lang="nl-NL">
                <a:sym typeface="Wingdings" pitchFamily="2" charset="2"/>
              </a:rPr>
              <a:t>?</a:t>
            </a:r>
            <a:endParaRPr lang="nl-NL" dirty="0">
              <a:sym typeface="Wingdings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283614463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el 1"/>
          <p:cNvSpPr>
            <a:spLocks noGrp="1"/>
          </p:cNvSpPr>
          <p:nvPr>
            <p:ph type="title"/>
          </p:nvPr>
        </p:nvSpPr>
        <p:spPr>
          <a:xfrm>
            <a:off x="612775" y="228600"/>
            <a:ext cx="8153400" cy="990600"/>
          </a:xfrm>
        </p:spPr>
        <p:txBody>
          <a:bodyPr/>
          <a:lstStyle/>
          <a:p>
            <a:r>
              <a:rPr lang="nl-NL"/>
              <a:t>“Do”-support </a:t>
            </a:r>
            <a:br>
              <a:rPr lang="nl-NL"/>
            </a:br>
            <a:r>
              <a:rPr lang="nl-NL"/>
              <a:t>Wh-questions</a:t>
            </a:r>
            <a:endParaRPr lang="en-US" dirty="0"/>
          </a:p>
        </p:txBody>
      </p:sp>
      <p:sp>
        <p:nvSpPr>
          <p:cNvPr id="16387" name="Tijdelijke aanduiding voor inhoud 2"/>
          <p:cNvSpPr>
            <a:spLocks noGrp="1"/>
          </p:cNvSpPr>
          <p:nvPr>
            <p:ph sz="quarter" idx="1"/>
          </p:nvPr>
        </p:nvSpPr>
        <p:spPr>
          <a:xfrm>
            <a:off x="612775" y="1600200"/>
            <a:ext cx="8153400" cy="4495800"/>
          </a:xfrm>
        </p:spPr>
        <p:txBody>
          <a:bodyPr/>
          <a:lstStyle/>
          <a:p>
            <a:r>
              <a:rPr lang="nl-NL" dirty="0" err="1"/>
              <a:t>You</a:t>
            </a:r>
            <a:r>
              <a:rPr lang="nl-NL" dirty="0"/>
              <a:t> </a:t>
            </a:r>
            <a:r>
              <a:rPr lang="nl-NL" dirty="0" err="1"/>
              <a:t>can</a:t>
            </a:r>
            <a:r>
              <a:rPr lang="nl-NL" dirty="0"/>
              <a:t> </a:t>
            </a:r>
            <a:r>
              <a:rPr lang="nl-NL" dirty="0" err="1"/>
              <a:t>add</a:t>
            </a:r>
            <a:r>
              <a:rPr lang="nl-NL" dirty="0"/>
              <a:t> Wh-</a:t>
            </a:r>
            <a:r>
              <a:rPr lang="nl-NL" dirty="0" err="1"/>
              <a:t>words</a:t>
            </a:r>
            <a:r>
              <a:rPr lang="nl-NL" dirty="0"/>
              <a:t> </a:t>
            </a:r>
          </a:p>
          <a:p>
            <a:pPr lvl="1"/>
            <a:r>
              <a:rPr lang="nl-NL" dirty="0" err="1"/>
              <a:t>who</a:t>
            </a:r>
            <a:r>
              <a:rPr lang="nl-NL" dirty="0"/>
              <a:t>, </a:t>
            </a:r>
            <a:r>
              <a:rPr lang="nl-NL" dirty="0" err="1"/>
              <a:t>what</a:t>
            </a:r>
            <a:r>
              <a:rPr lang="nl-NL" dirty="0"/>
              <a:t>, </a:t>
            </a:r>
            <a:r>
              <a:rPr lang="nl-NL" dirty="0" err="1"/>
              <a:t>why</a:t>
            </a:r>
            <a:r>
              <a:rPr lang="nl-NL" dirty="0"/>
              <a:t>, </a:t>
            </a:r>
            <a:r>
              <a:rPr lang="nl-NL" dirty="0" err="1"/>
              <a:t>where</a:t>
            </a:r>
            <a:r>
              <a:rPr lang="nl-NL" dirty="0"/>
              <a:t>, </a:t>
            </a:r>
            <a:r>
              <a:rPr lang="nl-NL" dirty="0" err="1"/>
              <a:t>which</a:t>
            </a:r>
            <a:r>
              <a:rPr lang="nl-NL" dirty="0"/>
              <a:t>, </a:t>
            </a:r>
            <a:r>
              <a:rPr lang="nl-NL" dirty="0" err="1"/>
              <a:t>when</a:t>
            </a:r>
            <a:r>
              <a:rPr lang="nl-NL" dirty="0"/>
              <a:t>, </a:t>
            </a:r>
            <a:r>
              <a:rPr lang="nl-NL" dirty="0" err="1"/>
              <a:t>how</a:t>
            </a:r>
            <a:endParaRPr lang="nl-NL" dirty="0"/>
          </a:p>
          <a:p>
            <a:pPr lvl="1"/>
            <a:r>
              <a:rPr lang="nl-NL" dirty="0"/>
              <a:t>at the </a:t>
            </a:r>
            <a:r>
              <a:rPr lang="nl-NL" dirty="0" err="1"/>
              <a:t>beginning</a:t>
            </a:r>
            <a:r>
              <a:rPr lang="nl-NL" dirty="0"/>
              <a:t> of a question to make </a:t>
            </a:r>
            <a:r>
              <a:rPr lang="nl-NL" dirty="0" err="1"/>
              <a:t>another</a:t>
            </a:r>
            <a:r>
              <a:rPr lang="nl-NL" dirty="0"/>
              <a:t> type of question</a:t>
            </a:r>
          </a:p>
          <a:p>
            <a:pPr lvl="3"/>
            <a:r>
              <a:rPr lang="nl-NL" b="1" dirty="0" err="1"/>
              <a:t>How</a:t>
            </a:r>
            <a:r>
              <a:rPr lang="nl-NL" b="1" dirty="0"/>
              <a:t> </a:t>
            </a:r>
            <a:r>
              <a:rPr lang="nl-NL" dirty="0"/>
              <a:t>does </a:t>
            </a:r>
            <a:r>
              <a:rPr lang="nl-NL" dirty="0" err="1"/>
              <a:t>he</a:t>
            </a:r>
            <a:r>
              <a:rPr lang="nl-NL" dirty="0"/>
              <a:t> travel to school </a:t>
            </a:r>
            <a:r>
              <a:rPr lang="nl-NL" dirty="0" err="1"/>
              <a:t>every</a:t>
            </a:r>
            <a:r>
              <a:rPr lang="nl-NL" dirty="0"/>
              <a:t> </a:t>
            </a:r>
            <a:r>
              <a:rPr lang="nl-NL" dirty="0" err="1"/>
              <a:t>day</a:t>
            </a:r>
            <a:r>
              <a:rPr lang="nl-NL" dirty="0"/>
              <a:t>?</a:t>
            </a:r>
            <a:endParaRPr lang="en-US" b="1" dirty="0"/>
          </a:p>
          <a:p>
            <a:pPr lvl="3"/>
            <a:r>
              <a:rPr lang="nl-NL" b="1" dirty="0" err="1"/>
              <a:t>Why</a:t>
            </a:r>
            <a:r>
              <a:rPr lang="nl-NL" b="1" dirty="0"/>
              <a:t> </a:t>
            </a:r>
            <a:r>
              <a:rPr lang="nl-NL" dirty="0"/>
              <a:t>are we </a:t>
            </a:r>
            <a:r>
              <a:rPr lang="nl-NL" dirty="0" err="1"/>
              <a:t>going</a:t>
            </a:r>
            <a:r>
              <a:rPr lang="nl-NL" dirty="0"/>
              <a:t> to school right </a:t>
            </a:r>
            <a:r>
              <a:rPr lang="nl-NL" dirty="0" err="1"/>
              <a:t>now</a:t>
            </a:r>
            <a:r>
              <a:rPr lang="nl-NL" dirty="0"/>
              <a:t>?</a:t>
            </a:r>
          </a:p>
          <a:p>
            <a:pPr lvl="3"/>
            <a:r>
              <a:rPr lang="nl-NL" b="1" dirty="0" err="1"/>
              <a:t>When</a:t>
            </a:r>
            <a:r>
              <a:rPr lang="nl-NL" b="1" dirty="0"/>
              <a:t> </a:t>
            </a:r>
            <a:r>
              <a:rPr lang="nl-NL" dirty="0" err="1"/>
              <a:t>did</a:t>
            </a:r>
            <a:r>
              <a:rPr lang="nl-NL" dirty="0"/>
              <a:t> we go to school?</a:t>
            </a:r>
          </a:p>
          <a:p>
            <a:pPr lvl="3"/>
            <a:r>
              <a:rPr lang="nl-NL" b="1" dirty="0" err="1"/>
              <a:t>How</a:t>
            </a:r>
            <a:r>
              <a:rPr lang="nl-NL" b="1" dirty="0"/>
              <a:t> long </a:t>
            </a:r>
            <a:r>
              <a:rPr lang="nl-NL" dirty="0"/>
              <a:t>have </a:t>
            </a:r>
            <a:r>
              <a:rPr lang="nl-NL" dirty="0" err="1"/>
              <a:t>you</a:t>
            </a:r>
            <a:r>
              <a:rPr lang="nl-NL" dirty="0"/>
              <a:t> </a:t>
            </a:r>
            <a:r>
              <a:rPr lang="nl-NL" dirty="0" err="1"/>
              <a:t>worked</a:t>
            </a:r>
            <a:r>
              <a:rPr lang="nl-NL" dirty="0"/>
              <a:t> </a:t>
            </a:r>
            <a:r>
              <a:rPr lang="nl-NL" dirty="0" err="1"/>
              <a:t>there</a:t>
            </a:r>
            <a:r>
              <a:rPr lang="nl-NL" dirty="0"/>
              <a:t>?</a:t>
            </a:r>
            <a:endParaRPr lang="nl-NL" b="1" dirty="0"/>
          </a:p>
        </p:txBody>
      </p:sp>
    </p:spTree>
    <p:extLst>
      <p:ext uri="{BB962C8B-B14F-4D97-AF65-F5344CB8AC3E}">
        <p14:creationId xmlns:p14="http://schemas.microsoft.com/office/powerpoint/2010/main" val="40113972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Wh-questions</a:t>
            </a:r>
            <a:endParaRPr lang="en-US" dirty="0"/>
          </a:p>
        </p:txBody>
      </p:sp>
      <p:sp>
        <p:nvSpPr>
          <p:cNvPr id="3" name="Tijdelijke aanduiding voor inhoud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nl-NL" sz="2800" dirty="0" err="1"/>
              <a:t>Sometimes</a:t>
            </a:r>
            <a:r>
              <a:rPr lang="nl-NL" sz="2800" dirty="0"/>
              <a:t> </a:t>
            </a:r>
            <a:r>
              <a:rPr lang="nl-NL" sz="2800" dirty="0" err="1"/>
              <a:t>who</a:t>
            </a:r>
            <a:r>
              <a:rPr lang="nl-NL" sz="2800" dirty="0"/>
              <a:t>, </a:t>
            </a:r>
            <a:r>
              <a:rPr lang="nl-NL" sz="2800" dirty="0" err="1"/>
              <a:t>what</a:t>
            </a:r>
            <a:r>
              <a:rPr lang="nl-NL" sz="2800" dirty="0"/>
              <a:t>, </a:t>
            </a:r>
            <a:r>
              <a:rPr lang="nl-NL" sz="2800" dirty="0" err="1"/>
              <a:t>or</a:t>
            </a:r>
            <a:r>
              <a:rPr lang="nl-NL" sz="2800" dirty="0"/>
              <a:t> </a:t>
            </a:r>
            <a:r>
              <a:rPr lang="nl-NL" sz="2800" dirty="0" err="1"/>
              <a:t>which</a:t>
            </a:r>
            <a:r>
              <a:rPr lang="nl-NL" sz="2800" dirty="0"/>
              <a:t> is the subject of the </a:t>
            </a:r>
            <a:r>
              <a:rPr lang="nl-NL" sz="2800" dirty="0" err="1"/>
              <a:t>sentence</a:t>
            </a:r>
            <a:r>
              <a:rPr lang="en-US" sz="2800" dirty="0"/>
              <a:t>. </a:t>
            </a:r>
          </a:p>
          <a:p>
            <a:r>
              <a:rPr lang="en-US" sz="2800" dirty="0"/>
              <a:t>In that case you just use that word to replace the subject of a normal sentence (you don’t use do, does or did)</a:t>
            </a:r>
          </a:p>
          <a:p>
            <a:pPr lvl="2"/>
            <a:r>
              <a:rPr lang="nl-NL" sz="2100" dirty="0"/>
              <a:t>John </a:t>
            </a:r>
            <a:r>
              <a:rPr lang="nl-NL" sz="2100" dirty="0" err="1"/>
              <a:t>called</a:t>
            </a:r>
            <a:r>
              <a:rPr lang="nl-NL" sz="2100" dirty="0"/>
              <a:t> Emma </a:t>
            </a:r>
            <a:r>
              <a:rPr lang="nl-NL" sz="2100" dirty="0">
                <a:sym typeface="Wingdings" pitchFamily="2" charset="2"/>
              </a:rPr>
              <a:t> </a:t>
            </a:r>
            <a:r>
              <a:rPr lang="nl-NL" sz="2100" dirty="0" err="1">
                <a:solidFill>
                  <a:srgbClr val="FF0000"/>
                </a:solidFill>
                <a:sym typeface="Wingdings" pitchFamily="2" charset="2"/>
              </a:rPr>
              <a:t>Who</a:t>
            </a:r>
            <a:r>
              <a:rPr lang="nl-NL" sz="2100" dirty="0">
                <a:sym typeface="Wingdings" pitchFamily="2" charset="2"/>
              </a:rPr>
              <a:t> </a:t>
            </a:r>
            <a:r>
              <a:rPr lang="nl-NL" sz="2100" dirty="0" err="1">
                <a:sym typeface="Wingdings" pitchFamily="2" charset="2"/>
              </a:rPr>
              <a:t>called</a:t>
            </a:r>
            <a:r>
              <a:rPr lang="nl-NL" sz="2100" dirty="0">
                <a:sym typeface="Wingdings" pitchFamily="2" charset="2"/>
              </a:rPr>
              <a:t> Emma?</a:t>
            </a:r>
          </a:p>
          <a:p>
            <a:pPr lvl="2"/>
            <a:r>
              <a:rPr lang="nl-NL" sz="2100" dirty="0">
                <a:sym typeface="Wingdings" pitchFamily="2" charset="2"/>
              </a:rPr>
              <a:t>Amsterdam is the </a:t>
            </a:r>
            <a:r>
              <a:rPr lang="nl-NL" sz="2100" dirty="0" err="1">
                <a:sym typeface="Wingdings" pitchFamily="2" charset="2"/>
              </a:rPr>
              <a:t>capital</a:t>
            </a:r>
            <a:r>
              <a:rPr lang="nl-NL" sz="2100" dirty="0">
                <a:sym typeface="Wingdings" pitchFamily="2" charset="2"/>
              </a:rPr>
              <a:t> of the Netherlands  </a:t>
            </a:r>
            <a:r>
              <a:rPr lang="nl-NL" sz="2100" dirty="0" err="1">
                <a:solidFill>
                  <a:srgbClr val="FF0000"/>
                </a:solidFill>
                <a:sym typeface="Wingdings" pitchFamily="2" charset="2"/>
              </a:rPr>
              <a:t>What</a:t>
            </a:r>
            <a:r>
              <a:rPr lang="nl-NL" sz="2100" dirty="0">
                <a:solidFill>
                  <a:srgbClr val="FF0000"/>
                </a:solidFill>
                <a:sym typeface="Wingdings" pitchFamily="2" charset="2"/>
              </a:rPr>
              <a:t> </a:t>
            </a:r>
            <a:r>
              <a:rPr lang="nl-NL" sz="2100" dirty="0">
                <a:sym typeface="Wingdings" pitchFamily="2" charset="2"/>
              </a:rPr>
              <a:t>is the </a:t>
            </a:r>
            <a:r>
              <a:rPr lang="nl-NL" sz="2100" dirty="0" err="1">
                <a:sym typeface="Wingdings" pitchFamily="2" charset="2"/>
              </a:rPr>
              <a:t>capital</a:t>
            </a:r>
            <a:r>
              <a:rPr lang="nl-NL" sz="2100" dirty="0">
                <a:sym typeface="Wingdings" pitchFamily="2" charset="2"/>
              </a:rPr>
              <a:t> of the Netherlands?</a:t>
            </a:r>
          </a:p>
          <a:p>
            <a:r>
              <a:rPr lang="nl-NL" sz="2800" dirty="0" err="1">
                <a:sym typeface="Wingdings" pitchFamily="2" charset="2"/>
              </a:rPr>
              <a:t>But</a:t>
            </a:r>
            <a:r>
              <a:rPr lang="nl-NL" sz="2800" dirty="0">
                <a:sym typeface="Wingdings" pitchFamily="2" charset="2"/>
              </a:rPr>
              <a:t> </a:t>
            </a:r>
            <a:r>
              <a:rPr lang="nl-NL" sz="2800" dirty="0" err="1">
                <a:sym typeface="Wingdings" pitchFamily="2" charset="2"/>
              </a:rPr>
              <a:t>if</a:t>
            </a:r>
            <a:r>
              <a:rPr lang="nl-NL" sz="2800" dirty="0">
                <a:sym typeface="Wingdings" pitchFamily="2" charset="2"/>
              </a:rPr>
              <a:t> </a:t>
            </a:r>
            <a:r>
              <a:rPr lang="nl-NL" sz="2800" dirty="0" err="1">
                <a:sym typeface="Wingdings" pitchFamily="2" charset="2"/>
              </a:rPr>
              <a:t>you</a:t>
            </a:r>
            <a:r>
              <a:rPr lang="nl-NL" sz="2800" dirty="0">
                <a:sym typeface="Wingdings" pitchFamily="2" charset="2"/>
              </a:rPr>
              <a:t> want to </a:t>
            </a:r>
            <a:r>
              <a:rPr lang="nl-NL" sz="2800" dirty="0" err="1">
                <a:sym typeface="Wingdings" pitchFamily="2" charset="2"/>
              </a:rPr>
              <a:t>ask</a:t>
            </a:r>
            <a:r>
              <a:rPr lang="nl-NL" sz="2800" dirty="0">
                <a:sym typeface="Wingdings" pitchFamily="2" charset="2"/>
              </a:rPr>
              <a:t> </a:t>
            </a:r>
            <a:r>
              <a:rPr lang="nl-NL" sz="2800" dirty="0" err="1">
                <a:sym typeface="Wingdings" pitchFamily="2" charset="2"/>
              </a:rPr>
              <a:t>about</a:t>
            </a:r>
            <a:r>
              <a:rPr lang="nl-NL" sz="2800" dirty="0">
                <a:sym typeface="Wingdings" pitchFamily="2" charset="2"/>
              </a:rPr>
              <a:t> the object </a:t>
            </a:r>
            <a:r>
              <a:rPr lang="nl-NL" sz="2800" dirty="0" err="1">
                <a:sym typeface="Wingdings" pitchFamily="2" charset="2"/>
              </a:rPr>
              <a:t>you</a:t>
            </a:r>
            <a:r>
              <a:rPr lang="nl-NL" sz="2800" dirty="0">
                <a:sym typeface="Wingdings" pitchFamily="2" charset="2"/>
              </a:rPr>
              <a:t> have to </a:t>
            </a:r>
            <a:r>
              <a:rPr lang="nl-NL" sz="2800" dirty="0" err="1">
                <a:sym typeface="Wingdings" pitchFamily="2" charset="2"/>
              </a:rPr>
              <a:t>use</a:t>
            </a:r>
            <a:r>
              <a:rPr lang="nl-NL" sz="2800" dirty="0">
                <a:sym typeface="Wingdings" pitchFamily="2" charset="2"/>
              </a:rPr>
              <a:t> do, does </a:t>
            </a:r>
            <a:r>
              <a:rPr lang="nl-NL" sz="2800" dirty="0" err="1">
                <a:sym typeface="Wingdings" pitchFamily="2" charset="2"/>
              </a:rPr>
              <a:t>or</a:t>
            </a:r>
            <a:r>
              <a:rPr lang="nl-NL" sz="2800" dirty="0">
                <a:sym typeface="Wingdings" pitchFamily="2" charset="2"/>
              </a:rPr>
              <a:t> </a:t>
            </a:r>
            <a:r>
              <a:rPr lang="nl-NL" sz="2800" dirty="0" err="1">
                <a:sym typeface="Wingdings" pitchFamily="2" charset="2"/>
              </a:rPr>
              <a:t>did</a:t>
            </a:r>
            <a:endParaRPr lang="nl-NL" sz="2800" dirty="0">
              <a:sym typeface="Wingdings" pitchFamily="2" charset="2"/>
            </a:endParaRPr>
          </a:p>
          <a:p>
            <a:pPr lvl="1"/>
            <a:r>
              <a:rPr lang="nl-NL" sz="2400" dirty="0">
                <a:sym typeface="Wingdings" pitchFamily="2" charset="2"/>
              </a:rPr>
              <a:t>John </a:t>
            </a:r>
            <a:r>
              <a:rPr lang="nl-NL" sz="2400" dirty="0" err="1">
                <a:sym typeface="Wingdings" pitchFamily="2" charset="2"/>
              </a:rPr>
              <a:t>called</a:t>
            </a:r>
            <a:r>
              <a:rPr lang="nl-NL" sz="2400" dirty="0">
                <a:sym typeface="Wingdings" pitchFamily="2" charset="2"/>
              </a:rPr>
              <a:t> Emma  </a:t>
            </a:r>
            <a:r>
              <a:rPr lang="nl-NL" sz="2400" dirty="0" err="1">
                <a:solidFill>
                  <a:srgbClr val="FF0000"/>
                </a:solidFill>
                <a:sym typeface="Wingdings" pitchFamily="2" charset="2"/>
              </a:rPr>
              <a:t>Who</a:t>
            </a:r>
            <a:r>
              <a:rPr lang="nl-NL" sz="2400" dirty="0">
                <a:solidFill>
                  <a:srgbClr val="FF0000"/>
                </a:solidFill>
                <a:sym typeface="Wingdings" pitchFamily="2" charset="2"/>
              </a:rPr>
              <a:t> </a:t>
            </a:r>
            <a:r>
              <a:rPr lang="nl-NL" sz="2400" dirty="0" err="1">
                <a:solidFill>
                  <a:srgbClr val="FF0000"/>
                </a:solidFill>
                <a:sym typeface="Wingdings" pitchFamily="2" charset="2"/>
              </a:rPr>
              <a:t>did</a:t>
            </a:r>
            <a:r>
              <a:rPr lang="nl-NL" sz="2400" dirty="0">
                <a:solidFill>
                  <a:srgbClr val="FF0000"/>
                </a:solidFill>
                <a:sym typeface="Wingdings" pitchFamily="2" charset="2"/>
              </a:rPr>
              <a:t> </a:t>
            </a:r>
            <a:r>
              <a:rPr lang="nl-NL" sz="2400" dirty="0">
                <a:sym typeface="Wingdings" pitchFamily="2" charset="2"/>
              </a:rPr>
              <a:t>John </a:t>
            </a:r>
            <a:r>
              <a:rPr lang="nl-NL" sz="2400" dirty="0" err="1">
                <a:sym typeface="Wingdings" pitchFamily="2" charset="2"/>
              </a:rPr>
              <a:t>call</a:t>
            </a:r>
            <a:r>
              <a:rPr lang="nl-NL" sz="2400" dirty="0">
                <a:sym typeface="Wingdings" pitchFamily="2" charset="2"/>
              </a:rPr>
              <a:t>?</a:t>
            </a:r>
            <a:endParaRPr lang="nl-NL" sz="2400" dirty="0"/>
          </a:p>
        </p:txBody>
      </p:sp>
    </p:spTree>
    <p:extLst>
      <p:ext uri="{BB962C8B-B14F-4D97-AF65-F5344CB8AC3E}">
        <p14:creationId xmlns:p14="http://schemas.microsoft.com/office/powerpoint/2010/main" val="9530568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Wh-questions</a:t>
            </a:r>
            <a:endParaRPr lang="en-US" dirty="0"/>
          </a:p>
        </p:txBody>
      </p:sp>
      <p:sp>
        <p:nvSpPr>
          <p:cNvPr id="3" name="Tijdelijke aanduiding voor inhoud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nl-NL" dirty="0" err="1"/>
              <a:t>Some</a:t>
            </a:r>
            <a:r>
              <a:rPr lang="nl-NL" dirty="0"/>
              <a:t> more </a:t>
            </a:r>
            <a:r>
              <a:rPr lang="nl-NL" dirty="0" err="1"/>
              <a:t>examples</a:t>
            </a:r>
            <a:r>
              <a:rPr lang="nl-NL" dirty="0"/>
              <a:t> </a:t>
            </a:r>
          </a:p>
          <a:p>
            <a:pPr lvl="1"/>
            <a:r>
              <a:rPr lang="nl-NL" dirty="0" err="1"/>
              <a:t>Who</a:t>
            </a:r>
            <a:r>
              <a:rPr lang="nl-NL" dirty="0"/>
              <a:t> wants </a:t>
            </a:r>
            <a:r>
              <a:rPr lang="nl-NL" dirty="0" err="1"/>
              <a:t>something</a:t>
            </a:r>
            <a:r>
              <a:rPr lang="nl-NL" dirty="0"/>
              <a:t> to </a:t>
            </a:r>
            <a:r>
              <a:rPr lang="nl-NL" dirty="0" err="1"/>
              <a:t>eat</a:t>
            </a:r>
            <a:r>
              <a:rPr lang="nl-NL" dirty="0"/>
              <a:t>?</a:t>
            </a:r>
          </a:p>
          <a:p>
            <a:pPr lvl="1"/>
            <a:r>
              <a:rPr lang="nl-NL" strike="sngStrike" dirty="0" err="1"/>
              <a:t>Who</a:t>
            </a:r>
            <a:r>
              <a:rPr lang="nl-NL" strike="sngStrike" dirty="0"/>
              <a:t> does want </a:t>
            </a:r>
            <a:r>
              <a:rPr lang="nl-NL" strike="sngStrike" dirty="0" err="1"/>
              <a:t>something</a:t>
            </a:r>
            <a:r>
              <a:rPr lang="nl-NL" strike="sngStrike" dirty="0"/>
              <a:t> to </a:t>
            </a:r>
            <a:r>
              <a:rPr lang="nl-NL" strike="sngStrike" dirty="0" err="1"/>
              <a:t>eat</a:t>
            </a:r>
            <a:r>
              <a:rPr lang="nl-NL" strike="sngStrike" dirty="0"/>
              <a:t>?</a:t>
            </a:r>
          </a:p>
          <a:p>
            <a:pPr lvl="1"/>
            <a:r>
              <a:rPr lang="nl-NL" dirty="0" err="1"/>
              <a:t>What</a:t>
            </a:r>
            <a:r>
              <a:rPr lang="nl-NL" dirty="0"/>
              <a:t> </a:t>
            </a:r>
            <a:r>
              <a:rPr lang="nl-NL" dirty="0" err="1"/>
              <a:t>happened</a:t>
            </a:r>
            <a:r>
              <a:rPr lang="nl-NL" dirty="0"/>
              <a:t> to </a:t>
            </a:r>
            <a:r>
              <a:rPr lang="nl-NL" dirty="0" err="1"/>
              <a:t>you</a:t>
            </a:r>
            <a:r>
              <a:rPr lang="nl-NL" dirty="0"/>
              <a:t> last </a:t>
            </a:r>
            <a:r>
              <a:rPr lang="nl-NL" dirty="0" err="1"/>
              <a:t>night</a:t>
            </a:r>
            <a:r>
              <a:rPr lang="nl-NL" dirty="0"/>
              <a:t>?</a:t>
            </a:r>
          </a:p>
          <a:p>
            <a:pPr lvl="1"/>
            <a:r>
              <a:rPr lang="nl-NL" strike="sngStrike" dirty="0" err="1"/>
              <a:t>What</a:t>
            </a:r>
            <a:r>
              <a:rPr lang="nl-NL" strike="sngStrike" dirty="0"/>
              <a:t> </a:t>
            </a:r>
            <a:r>
              <a:rPr lang="nl-NL" strike="sngStrike" dirty="0" err="1"/>
              <a:t>did</a:t>
            </a:r>
            <a:r>
              <a:rPr lang="nl-NL" strike="sngStrike" dirty="0"/>
              <a:t> happen to </a:t>
            </a:r>
            <a:r>
              <a:rPr lang="nl-NL" strike="sngStrike" dirty="0" err="1"/>
              <a:t>you</a:t>
            </a:r>
            <a:r>
              <a:rPr lang="nl-NL" strike="sngStrike" dirty="0"/>
              <a:t> last </a:t>
            </a:r>
            <a:r>
              <a:rPr lang="nl-NL" strike="sngStrike" dirty="0" err="1"/>
              <a:t>night</a:t>
            </a:r>
            <a:r>
              <a:rPr lang="nl-NL" strike="sngStrike" dirty="0"/>
              <a:t>?</a:t>
            </a:r>
          </a:p>
          <a:p>
            <a:pPr lvl="1">
              <a:buNone/>
            </a:pPr>
            <a:endParaRPr lang="en-US" strike="sngStrike" dirty="0"/>
          </a:p>
        </p:txBody>
      </p:sp>
    </p:spTree>
    <p:extLst>
      <p:ext uri="{BB962C8B-B14F-4D97-AF65-F5344CB8AC3E}">
        <p14:creationId xmlns:p14="http://schemas.microsoft.com/office/powerpoint/2010/main" val="16909739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el 1"/>
          <p:cNvSpPr>
            <a:spLocks noGrp="1"/>
          </p:cNvSpPr>
          <p:nvPr>
            <p:ph type="title"/>
          </p:nvPr>
        </p:nvSpPr>
        <p:spPr>
          <a:xfrm>
            <a:off x="612775" y="228600"/>
            <a:ext cx="8153400" cy="990600"/>
          </a:xfrm>
        </p:spPr>
        <p:txBody>
          <a:bodyPr/>
          <a:lstStyle/>
          <a:p>
            <a:r>
              <a:rPr lang="nl-NL"/>
              <a:t>“Do”-support</a:t>
            </a:r>
            <a:br>
              <a:rPr lang="nl-NL"/>
            </a:br>
            <a:r>
              <a:rPr lang="nl-NL"/>
              <a:t>Negative </a:t>
            </a:r>
            <a:r>
              <a:rPr lang="nl-NL" dirty="0" err="1"/>
              <a:t>sentences</a:t>
            </a:r>
            <a:endParaRPr lang="en-US" dirty="0"/>
          </a:p>
        </p:txBody>
      </p:sp>
      <p:sp>
        <p:nvSpPr>
          <p:cNvPr id="13315" name="Tijdelijke aanduiding voor inhoud 2"/>
          <p:cNvSpPr>
            <a:spLocks noGrp="1"/>
          </p:cNvSpPr>
          <p:nvPr>
            <p:ph sz="quarter" idx="1"/>
          </p:nvPr>
        </p:nvSpPr>
        <p:spPr>
          <a:xfrm>
            <a:off x="612775" y="1600200"/>
            <a:ext cx="8153400" cy="5257800"/>
          </a:xfrm>
        </p:spPr>
        <p:txBody>
          <a:bodyPr/>
          <a:lstStyle/>
          <a:p>
            <a:r>
              <a:rPr lang="nl-NL" dirty="0" err="1"/>
              <a:t>Negative</a:t>
            </a:r>
            <a:r>
              <a:rPr lang="nl-NL" dirty="0"/>
              <a:t> </a:t>
            </a:r>
            <a:r>
              <a:rPr lang="nl-NL" dirty="0" err="1"/>
              <a:t>sentences</a:t>
            </a:r>
            <a:r>
              <a:rPr lang="nl-NL" dirty="0"/>
              <a:t> are </a:t>
            </a:r>
            <a:r>
              <a:rPr lang="nl-NL" dirty="0" err="1"/>
              <a:t>very</a:t>
            </a:r>
            <a:r>
              <a:rPr lang="nl-NL" dirty="0"/>
              <a:t> </a:t>
            </a:r>
            <a:r>
              <a:rPr lang="nl-NL" dirty="0" err="1"/>
              <a:t>similar</a:t>
            </a:r>
            <a:r>
              <a:rPr lang="nl-NL" dirty="0"/>
              <a:t> to </a:t>
            </a:r>
            <a:r>
              <a:rPr lang="nl-NL" dirty="0" err="1"/>
              <a:t>questions</a:t>
            </a:r>
            <a:endParaRPr lang="nl-NL" dirty="0"/>
          </a:p>
          <a:p>
            <a:r>
              <a:rPr lang="nl-NL" dirty="0" err="1"/>
              <a:t>Whenever</a:t>
            </a:r>
            <a:r>
              <a:rPr lang="nl-NL" dirty="0"/>
              <a:t> </a:t>
            </a:r>
            <a:r>
              <a:rPr lang="nl-NL" dirty="0" err="1"/>
              <a:t>there</a:t>
            </a:r>
            <a:r>
              <a:rPr lang="nl-NL" dirty="0"/>
              <a:t> are </a:t>
            </a:r>
            <a:r>
              <a:rPr lang="nl-NL" u="sng" dirty="0" err="1"/>
              <a:t>two</a:t>
            </a:r>
            <a:r>
              <a:rPr lang="nl-NL" u="sng" dirty="0"/>
              <a:t> </a:t>
            </a:r>
            <a:r>
              <a:rPr lang="nl-NL" u="sng" err="1"/>
              <a:t>verbs</a:t>
            </a:r>
            <a:r>
              <a:rPr lang="nl-NL"/>
              <a:t>, </a:t>
            </a:r>
            <a:r>
              <a:rPr lang="nl-NL" dirty="0" err="1"/>
              <a:t>add</a:t>
            </a:r>
            <a:r>
              <a:rPr lang="nl-NL" dirty="0"/>
              <a:t> ‘</a:t>
            </a:r>
            <a:r>
              <a:rPr lang="nl-NL" dirty="0" err="1">
                <a:solidFill>
                  <a:srgbClr val="FF0000"/>
                </a:solidFill>
              </a:rPr>
              <a:t>not</a:t>
            </a:r>
            <a:r>
              <a:rPr lang="nl-NL" dirty="0"/>
              <a:t>’ </a:t>
            </a:r>
            <a:r>
              <a:rPr lang="nl-NL" dirty="0" err="1"/>
              <a:t>between</a:t>
            </a:r>
            <a:r>
              <a:rPr lang="nl-NL" dirty="0"/>
              <a:t> the </a:t>
            </a:r>
            <a:r>
              <a:rPr lang="nl-NL" err="1"/>
              <a:t>two</a:t>
            </a:r>
            <a:r>
              <a:rPr lang="nl-NL"/>
              <a:t> verbs</a:t>
            </a:r>
            <a:endParaRPr lang="nl-NL" dirty="0"/>
          </a:p>
          <a:p>
            <a:pPr lvl="1"/>
            <a:r>
              <a:rPr lang="nl-NL"/>
              <a:t>You </a:t>
            </a:r>
            <a:r>
              <a:rPr lang="nl-NL" dirty="0"/>
              <a:t>are </a:t>
            </a:r>
            <a:r>
              <a:rPr lang="nl-NL" dirty="0" err="1"/>
              <a:t>going</a:t>
            </a:r>
            <a:r>
              <a:rPr lang="nl-NL" dirty="0"/>
              <a:t> </a:t>
            </a:r>
            <a:r>
              <a:rPr lang="nl-NL" dirty="0">
                <a:sym typeface="Wingdings" pitchFamily="2" charset="2"/>
              </a:rPr>
              <a:t> </a:t>
            </a:r>
            <a:r>
              <a:rPr lang="nl-NL" dirty="0" err="1">
                <a:sym typeface="Wingdings" pitchFamily="2" charset="2"/>
              </a:rPr>
              <a:t>You</a:t>
            </a:r>
            <a:r>
              <a:rPr lang="nl-NL" dirty="0">
                <a:sym typeface="Wingdings" pitchFamily="2" charset="2"/>
              </a:rPr>
              <a:t> </a:t>
            </a:r>
            <a:r>
              <a:rPr lang="nl-NL" u="sng" dirty="0">
                <a:sym typeface="Wingdings" pitchFamily="2" charset="2"/>
              </a:rPr>
              <a:t>are </a:t>
            </a:r>
            <a:r>
              <a:rPr lang="nl-NL" u="sng" err="1">
                <a:solidFill>
                  <a:srgbClr val="FF0000"/>
                </a:solidFill>
                <a:sym typeface="Wingdings" pitchFamily="2" charset="2"/>
              </a:rPr>
              <a:t>not</a:t>
            </a:r>
            <a:r>
              <a:rPr lang="nl-NL" u="sng">
                <a:sym typeface="Wingdings" pitchFamily="2" charset="2"/>
              </a:rPr>
              <a:t> going</a:t>
            </a:r>
            <a:endParaRPr lang="nl-NL" u="sng" dirty="0">
              <a:sym typeface="Wingdings" pitchFamily="2" charset="2"/>
            </a:endParaRPr>
          </a:p>
          <a:p>
            <a:pPr lvl="1"/>
            <a:r>
              <a:rPr lang="nl-NL">
                <a:sym typeface="Wingdings" pitchFamily="2" charset="2"/>
              </a:rPr>
              <a:t>She </a:t>
            </a:r>
            <a:r>
              <a:rPr lang="nl-NL" dirty="0">
                <a:sym typeface="Wingdings" pitchFamily="2" charset="2"/>
              </a:rPr>
              <a:t>has </a:t>
            </a:r>
            <a:r>
              <a:rPr lang="nl-NL" dirty="0" err="1">
                <a:sym typeface="Wingdings" pitchFamily="2" charset="2"/>
              </a:rPr>
              <a:t>seen</a:t>
            </a:r>
            <a:r>
              <a:rPr lang="nl-NL" dirty="0">
                <a:sym typeface="Wingdings" pitchFamily="2" charset="2"/>
              </a:rPr>
              <a:t>  </a:t>
            </a:r>
            <a:r>
              <a:rPr lang="nl-NL" dirty="0" err="1">
                <a:sym typeface="Wingdings" pitchFamily="2" charset="2"/>
              </a:rPr>
              <a:t>She</a:t>
            </a:r>
            <a:r>
              <a:rPr lang="nl-NL" dirty="0">
                <a:sym typeface="Wingdings" pitchFamily="2" charset="2"/>
              </a:rPr>
              <a:t> </a:t>
            </a:r>
            <a:r>
              <a:rPr lang="nl-NL" u="sng" dirty="0">
                <a:sym typeface="Wingdings" pitchFamily="2" charset="2"/>
              </a:rPr>
              <a:t>has </a:t>
            </a:r>
            <a:r>
              <a:rPr lang="nl-NL" u="sng" err="1">
                <a:solidFill>
                  <a:srgbClr val="FF0000"/>
                </a:solidFill>
                <a:sym typeface="Wingdings" pitchFamily="2" charset="2"/>
              </a:rPr>
              <a:t>not</a:t>
            </a:r>
            <a:r>
              <a:rPr lang="nl-NL" u="sng">
                <a:solidFill>
                  <a:srgbClr val="FF0000"/>
                </a:solidFill>
                <a:sym typeface="Wingdings" pitchFamily="2" charset="2"/>
              </a:rPr>
              <a:t> </a:t>
            </a:r>
            <a:r>
              <a:rPr lang="nl-NL" u="sng">
                <a:sym typeface="Wingdings" pitchFamily="2" charset="2"/>
              </a:rPr>
              <a:t>seen</a:t>
            </a:r>
          </a:p>
          <a:p>
            <a:pPr lvl="1"/>
            <a:endParaRPr lang="nl-NL" sz="2800" dirty="0">
              <a:sym typeface="Wingdings" pitchFamily="2" charset="2"/>
            </a:endParaRPr>
          </a:p>
          <a:p>
            <a:pPr lvl="1"/>
            <a:r>
              <a:rPr lang="nl-NL" sz="2400" dirty="0">
                <a:sym typeface="Wingdings" pitchFamily="2" charset="2"/>
              </a:rPr>
              <a:t>He </a:t>
            </a:r>
            <a:r>
              <a:rPr lang="nl-NL" sz="2400" dirty="0" err="1">
                <a:sym typeface="Wingdings" pitchFamily="2" charset="2"/>
              </a:rPr>
              <a:t>will</a:t>
            </a:r>
            <a:r>
              <a:rPr lang="nl-NL" sz="2400" dirty="0">
                <a:sym typeface="Wingdings" pitchFamily="2" charset="2"/>
              </a:rPr>
              <a:t> go  He </a:t>
            </a:r>
            <a:r>
              <a:rPr lang="nl-NL" sz="2400" u="sng" dirty="0" err="1">
                <a:sym typeface="Wingdings" pitchFamily="2" charset="2"/>
              </a:rPr>
              <a:t>will</a:t>
            </a:r>
            <a:r>
              <a:rPr lang="nl-NL" sz="2400" u="sng" dirty="0">
                <a:sym typeface="Wingdings" pitchFamily="2" charset="2"/>
              </a:rPr>
              <a:t> </a:t>
            </a:r>
            <a:r>
              <a:rPr lang="nl-NL" sz="2400" u="sng" dirty="0" err="1">
                <a:solidFill>
                  <a:srgbClr val="FF0000"/>
                </a:solidFill>
                <a:sym typeface="Wingdings" pitchFamily="2" charset="2"/>
              </a:rPr>
              <a:t>not</a:t>
            </a:r>
            <a:r>
              <a:rPr lang="nl-NL" sz="2400" u="sng" dirty="0">
                <a:sym typeface="Wingdings" pitchFamily="2" charset="2"/>
              </a:rPr>
              <a:t> go</a:t>
            </a:r>
          </a:p>
          <a:p>
            <a:pPr lvl="1"/>
            <a:r>
              <a:rPr lang="nl-NL" sz="2400" dirty="0" err="1">
                <a:sym typeface="Wingdings" pitchFamily="2" charset="2"/>
              </a:rPr>
              <a:t>She</a:t>
            </a:r>
            <a:r>
              <a:rPr lang="nl-NL" sz="2400" dirty="0">
                <a:sym typeface="Wingdings" pitchFamily="2" charset="2"/>
              </a:rPr>
              <a:t> </a:t>
            </a:r>
            <a:r>
              <a:rPr lang="nl-NL" sz="2400" dirty="0" err="1">
                <a:sym typeface="Wingdings" pitchFamily="2" charset="2"/>
              </a:rPr>
              <a:t>can</a:t>
            </a:r>
            <a:r>
              <a:rPr lang="nl-NL" sz="2400" dirty="0">
                <a:sym typeface="Wingdings" pitchFamily="2" charset="2"/>
              </a:rPr>
              <a:t> </a:t>
            </a:r>
            <a:r>
              <a:rPr lang="nl-NL" sz="2400" dirty="0" err="1">
                <a:sym typeface="Wingdings" pitchFamily="2" charset="2"/>
              </a:rPr>
              <a:t>speak</a:t>
            </a:r>
            <a:r>
              <a:rPr lang="nl-NL" sz="2400" dirty="0">
                <a:sym typeface="Wingdings" pitchFamily="2" charset="2"/>
              </a:rPr>
              <a:t>  </a:t>
            </a:r>
            <a:r>
              <a:rPr lang="nl-NL" sz="2400" dirty="0" err="1">
                <a:sym typeface="Wingdings" pitchFamily="2" charset="2"/>
              </a:rPr>
              <a:t>She</a:t>
            </a:r>
            <a:r>
              <a:rPr lang="nl-NL" sz="2400" dirty="0">
                <a:sym typeface="Wingdings" pitchFamily="2" charset="2"/>
              </a:rPr>
              <a:t> </a:t>
            </a:r>
            <a:r>
              <a:rPr lang="nl-NL" sz="2400" u="sng" dirty="0" err="1">
                <a:sym typeface="Wingdings" pitchFamily="2" charset="2"/>
              </a:rPr>
              <a:t>can</a:t>
            </a:r>
            <a:r>
              <a:rPr lang="nl-NL" sz="2400" u="sng" dirty="0" err="1">
                <a:solidFill>
                  <a:srgbClr val="FF0000"/>
                </a:solidFill>
                <a:sym typeface="Wingdings" pitchFamily="2" charset="2"/>
              </a:rPr>
              <a:t>not</a:t>
            </a:r>
            <a:r>
              <a:rPr lang="nl-NL" sz="2400" u="sng" dirty="0">
                <a:solidFill>
                  <a:srgbClr val="FF0000"/>
                </a:solidFill>
                <a:sym typeface="Wingdings" pitchFamily="2" charset="2"/>
              </a:rPr>
              <a:t> </a:t>
            </a:r>
            <a:r>
              <a:rPr lang="nl-NL" sz="2400" u="sng" dirty="0" err="1">
                <a:sym typeface="Wingdings" pitchFamily="2" charset="2"/>
              </a:rPr>
              <a:t>speak</a:t>
            </a:r>
            <a:endParaRPr lang="nl-NL" sz="2400" u="sng" dirty="0">
              <a:sym typeface="Wingdings" pitchFamily="2" charset="2"/>
            </a:endParaRPr>
          </a:p>
          <a:p>
            <a:pPr lvl="1"/>
            <a:r>
              <a:rPr lang="nl-NL" sz="2400" dirty="0" err="1">
                <a:sym typeface="Wingdings" pitchFamily="2" charset="2"/>
              </a:rPr>
              <a:t>It</a:t>
            </a:r>
            <a:r>
              <a:rPr lang="nl-NL" sz="2400" dirty="0">
                <a:sym typeface="Wingdings" pitchFamily="2" charset="2"/>
              </a:rPr>
              <a:t> </a:t>
            </a:r>
            <a:r>
              <a:rPr lang="nl-NL" sz="2400" dirty="0" err="1">
                <a:sym typeface="Wingdings" pitchFamily="2" charset="2"/>
              </a:rPr>
              <a:t>could</a:t>
            </a:r>
            <a:r>
              <a:rPr lang="nl-NL" sz="2400" dirty="0">
                <a:sym typeface="Wingdings" pitchFamily="2" charset="2"/>
              </a:rPr>
              <a:t> </a:t>
            </a:r>
            <a:r>
              <a:rPr lang="nl-NL" sz="2400" dirty="0" err="1">
                <a:sym typeface="Wingdings" pitchFamily="2" charset="2"/>
              </a:rPr>
              <a:t>work</a:t>
            </a:r>
            <a:r>
              <a:rPr lang="nl-NL" sz="2400" dirty="0">
                <a:sym typeface="Wingdings" pitchFamily="2" charset="2"/>
              </a:rPr>
              <a:t>  </a:t>
            </a:r>
            <a:r>
              <a:rPr lang="nl-NL" sz="2400" dirty="0" err="1">
                <a:sym typeface="Wingdings" pitchFamily="2" charset="2"/>
              </a:rPr>
              <a:t>It</a:t>
            </a:r>
            <a:r>
              <a:rPr lang="nl-NL" sz="2400" dirty="0">
                <a:sym typeface="Wingdings" pitchFamily="2" charset="2"/>
              </a:rPr>
              <a:t> </a:t>
            </a:r>
            <a:r>
              <a:rPr lang="nl-NL" sz="2400" u="sng" dirty="0" err="1">
                <a:sym typeface="Wingdings" pitchFamily="2" charset="2"/>
              </a:rPr>
              <a:t>could</a:t>
            </a:r>
            <a:r>
              <a:rPr lang="nl-NL" sz="2400" u="sng" dirty="0">
                <a:sym typeface="Wingdings" pitchFamily="2" charset="2"/>
              </a:rPr>
              <a:t> </a:t>
            </a:r>
            <a:r>
              <a:rPr lang="nl-NL" sz="2400" u="sng" dirty="0" err="1">
                <a:solidFill>
                  <a:srgbClr val="FF0000"/>
                </a:solidFill>
                <a:sym typeface="Wingdings" pitchFamily="2" charset="2"/>
              </a:rPr>
              <a:t>not</a:t>
            </a:r>
            <a:r>
              <a:rPr lang="nl-NL" sz="2400" u="sng" dirty="0">
                <a:sym typeface="Wingdings" pitchFamily="2" charset="2"/>
              </a:rPr>
              <a:t> </a:t>
            </a:r>
            <a:r>
              <a:rPr lang="nl-NL" sz="2400" u="sng" dirty="0" err="1">
                <a:sym typeface="Wingdings" pitchFamily="2" charset="2"/>
              </a:rPr>
              <a:t>work</a:t>
            </a:r>
            <a:endParaRPr lang="nl-NL" sz="2400" u="sng" dirty="0">
              <a:sym typeface="Wingdings" pitchFamily="2" charset="2"/>
            </a:endParaRPr>
          </a:p>
          <a:p>
            <a:pPr lvl="1"/>
            <a:r>
              <a:rPr lang="nl-NL" sz="2400" dirty="0" err="1">
                <a:sym typeface="Wingdings" pitchFamily="2" charset="2"/>
              </a:rPr>
              <a:t>You</a:t>
            </a:r>
            <a:r>
              <a:rPr lang="nl-NL" sz="2400" dirty="0">
                <a:sym typeface="Wingdings" pitchFamily="2" charset="2"/>
              </a:rPr>
              <a:t> </a:t>
            </a:r>
            <a:r>
              <a:rPr lang="nl-NL" sz="2400" dirty="0" err="1">
                <a:sym typeface="Wingdings" pitchFamily="2" charset="2"/>
              </a:rPr>
              <a:t>would</a:t>
            </a:r>
            <a:r>
              <a:rPr lang="nl-NL" sz="2400" dirty="0">
                <a:sym typeface="Wingdings" pitchFamily="2" charset="2"/>
              </a:rPr>
              <a:t> </a:t>
            </a:r>
            <a:r>
              <a:rPr lang="nl-NL" sz="2400" dirty="0" err="1">
                <a:sym typeface="Wingdings" pitchFamily="2" charset="2"/>
              </a:rPr>
              <a:t>like</a:t>
            </a:r>
            <a:r>
              <a:rPr lang="nl-NL" sz="2400" dirty="0">
                <a:sym typeface="Wingdings" pitchFamily="2" charset="2"/>
              </a:rPr>
              <a:t>  </a:t>
            </a:r>
            <a:r>
              <a:rPr lang="nl-NL" sz="2400" dirty="0" err="1">
                <a:sym typeface="Wingdings" pitchFamily="2" charset="2"/>
              </a:rPr>
              <a:t>You</a:t>
            </a:r>
            <a:r>
              <a:rPr lang="nl-NL" sz="2400" dirty="0">
                <a:sym typeface="Wingdings" pitchFamily="2" charset="2"/>
              </a:rPr>
              <a:t> </a:t>
            </a:r>
            <a:r>
              <a:rPr lang="nl-NL" sz="2400" u="sng" dirty="0" err="1">
                <a:sym typeface="Wingdings" pitchFamily="2" charset="2"/>
              </a:rPr>
              <a:t>would</a:t>
            </a:r>
            <a:r>
              <a:rPr lang="nl-NL" sz="2400" u="sng" dirty="0">
                <a:sym typeface="Wingdings" pitchFamily="2" charset="2"/>
              </a:rPr>
              <a:t> </a:t>
            </a:r>
            <a:r>
              <a:rPr lang="nl-NL" sz="2400" u="sng" dirty="0" err="1">
                <a:solidFill>
                  <a:srgbClr val="FF0000"/>
                </a:solidFill>
                <a:sym typeface="Wingdings" pitchFamily="2" charset="2"/>
              </a:rPr>
              <a:t>not</a:t>
            </a:r>
            <a:r>
              <a:rPr lang="nl-NL" sz="2400" u="sng" dirty="0">
                <a:sym typeface="Wingdings" pitchFamily="2" charset="2"/>
              </a:rPr>
              <a:t> </a:t>
            </a:r>
            <a:r>
              <a:rPr lang="nl-NL" sz="2400" u="sng" dirty="0" err="1">
                <a:sym typeface="Wingdings" pitchFamily="2" charset="2"/>
              </a:rPr>
              <a:t>like</a:t>
            </a:r>
            <a:endParaRPr lang="nl-NL" sz="2400" u="sng" dirty="0"/>
          </a:p>
          <a:p>
            <a:pPr lvl="1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40858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el 1"/>
          <p:cNvSpPr>
            <a:spLocks noGrp="1"/>
          </p:cNvSpPr>
          <p:nvPr>
            <p:ph type="title"/>
          </p:nvPr>
        </p:nvSpPr>
        <p:spPr>
          <a:xfrm>
            <a:off x="612775" y="228600"/>
            <a:ext cx="8153400" cy="990600"/>
          </a:xfrm>
        </p:spPr>
        <p:txBody>
          <a:bodyPr/>
          <a:lstStyle/>
          <a:p>
            <a:r>
              <a:rPr lang="nl-NL" dirty="0" err="1"/>
              <a:t>Negative</a:t>
            </a:r>
            <a:r>
              <a:rPr lang="nl-NL" dirty="0"/>
              <a:t> </a:t>
            </a:r>
            <a:r>
              <a:rPr lang="nl-NL" dirty="0" err="1"/>
              <a:t>sentences</a:t>
            </a:r>
            <a:endParaRPr lang="en-US" dirty="0"/>
          </a:p>
        </p:txBody>
      </p:sp>
      <p:sp>
        <p:nvSpPr>
          <p:cNvPr id="3" name="Tijdelijke aanduiding voor inhoud 2"/>
          <p:cNvSpPr>
            <a:spLocks noGrp="1"/>
          </p:cNvSpPr>
          <p:nvPr>
            <p:ph sz="quarter" idx="1"/>
          </p:nvPr>
        </p:nvSpPr>
        <p:spPr>
          <a:xfrm>
            <a:off x="612775" y="1600200"/>
            <a:ext cx="8153400" cy="4495800"/>
          </a:xfrm>
        </p:spPr>
        <p:txBody>
          <a:bodyPr/>
          <a:lstStyle/>
          <a:p>
            <a:r>
              <a:rPr lang="nl-NL" dirty="0" err="1"/>
              <a:t>But</a:t>
            </a:r>
            <a:r>
              <a:rPr lang="nl-NL" dirty="0"/>
              <a:t> </a:t>
            </a:r>
            <a:r>
              <a:rPr lang="nl-NL" dirty="0" err="1"/>
              <a:t>if</a:t>
            </a:r>
            <a:r>
              <a:rPr lang="nl-NL" dirty="0"/>
              <a:t> </a:t>
            </a:r>
            <a:r>
              <a:rPr lang="nl-NL" dirty="0" err="1"/>
              <a:t>there</a:t>
            </a:r>
            <a:r>
              <a:rPr lang="nl-NL" dirty="0"/>
              <a:t> is </a:t>
            </a:r>
            <a:r>
              <a:rPr lang="nl-NL" dirty="0" err="1"/>
              <a:t>only</a:t>
            </a:r>
            <a:r>
              <a:rPr lang="nl-NL" dirty="0"/>
              <a:t> </a:t>
            </a:r>
            <a:r>
              <a:rPr lang="nl-NL" u="sng" dirty="0" err="1"/>
              <a:t>one</a:t>
            </a:r>
            <a:r>
              <a:rPr lang="nl-NL" u="sng" dirty="0"/>
              <a:t> </a:t>
            </a:r>
            <a:r>
              <a:rPr lang="nl-NL" u="sng" dirty="0" err="1"/>
              <a:t>verb</a:t>
            </a:r>
            <a:r>
              <a:rPr lang="nl-NL" u="sng" dirty="0"/>
              <a:t> </a:t>
            </a:r>
            <a:r>
              <a:rPr lang="nl-NL" dirty="0"/>
              <a:t>in the </a:t>
            </a:r>
            <a:r>
              <a:rPr lang="nl-NL" dirty="0" err="1"/>
              <a:t>sentence</a:t>
            </a:r>
            <a:r>
              <a:rPr lang="nl-NL" dirty="0"/>
              <a:t>, we </a:t>
            </a:r>
            <a:r>
              <a:rPr lang="nl-NL" dirty="0" err="1"/>
              <a:t>need</a:t>
            </a:r>
            <a:r>
              <a:rPr lang="nl-NL" dirty="0"/>
              <a:t> to </a:t>
            </a:r>
            <a:r>
              <a:rPr lang="nl-NL" err="1"/>
              <a:t>use</a:t>
            </a:r>
            <a:r>
              <a:rPr lang="nl-NL"/>
              <a:t> “do”-support </a:t>
            </a:r>
            <a:r>
              <a:rPr lang="nl-NL" dirty="0"/>
              <a:t>(in </a:t>
            </a:r>
            <a:r>
              <a:rPr lang="nl-NL" dirty="0" err="1"/>
              <a:t>combination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‘</a:t>
            </a:r>
            <a:r>
              <a:rPr lang="nl-NL" dirty="0" err="1">
                <a:solidFill>
                  <a:srgbClr val="FF0000"/>
                </a:solidFill>
              </a:rPr>
              <a:t>not</a:t>
            </a:r>
            <a:r>
              <a:rPr lang="nl-NL" dirty="0"/>
              <a:t>’)</a:t>
            </a:r>
          </a:p>
          <a:p>
            <a:pPr lvl="2"/>
            <a:r>
              <a:rPr lang="nl-NL" dirty="0"/>
              <a:t>I </a:t>
            </a:r>
            <a:r>
              <a:rPr lang="nl-NL" dirty="0" err="1"/>
              <a:t>play</a:t>
            </a:r>
            <a:r>
              <a:rPr lang="nl-NL" dirty="0"/>
              <a:t> </a:t>
            </a:r>
            <a:r>
              <a:rPr lang="nl-NL" dirty="0" err="1"/>
              <a:t>football</a:t>
            </a:r>
            <a:r>
              <a:rPr lang="nl-NL" dirty="0"/>
              <a:t> </a:t>
            </a:r>
            <a:r>
              <a:rPr lang="nl-NL" dirty="0">
                <a:sym typeface="Wingdings" pitchFamily="2" charset="2"/>
              </a:rPr>
              <a:t> I </a:t>
            </a:r>
            <a:r>
              <a:rPr lang="nl-NL" u="sng" dirty="0">
                <a:sym typeface="Wingdings" pitchFamily="2" charset="2"/>
              </a:rPr>
              <a:t>do </a:t>
            </a:r>
            <a:r>
              <a:rPr lang="nl-NL" u="sng" dirty="0" err="1">
                <a:solidFill>
                  <a:srgbClr val="FF0000"/>
                </a:solidFill>
                <a:sym typeface="Wingdings" pitchFamily="2" charset="2"/>
              </a:rPr>
              <a:t>not</a:t>
            </a:r>
            <a:r>
              <a:rPr lang="nl-NL" u="sng" dirty="0">
                <a:sym typeface="Wingdings" pitchFamily="2" charset="2"/>
              </a:rPr>
              <a:t> </a:t>
            </a:r>
            <a:r>
              <a:rPr lang="nl-NL" u="sng" dirty="0" err="1">
                <a:sym typeface="Wingdings" pitchFamily="2" charset="2"/>
              </a:rPr>
              <a:t>play</a:t>
            </a:r>
            <a:r>
              <a:rPr lang="nl-NL" u="sng" dirty="0">
                <a:sym typeface="Wingdings" pitchFamily="2" charset="2"/>
              </a:rPr>
              <a:t> </a:t>
            </a:r>
            <a:r>
              <a:rPr lang="nl-NL" dirty="0" err="1">
                <a:sym typeface="Wingdings" pitchFamily="2" charset="2"/>
              </a:rPr>
              <a:t>football</a:t>
            </a:r>
            <a:endParaRPr lang="nl-NL" dirty="0">
              <a:sym typeface="Wingdings" pitchFamily="2" charset="2"/>
            </a:endParaRPr>
          </a:p>
          <a:p>
            <a:pPr lvl="2"/>
            <a:r>
              <a:rPr lang="nl-NL" dirty="0">
                <a:sym typeface="Wingdings" pitchFamily="2" charset="2"/>
              </a:rPr>
              <a:t>He </a:t>
            </a:r>
            <a:r>
              <a:rPr lang="nl-NL" dirty="0" err="1">
                <a:sym typeface="Wingdings" pitchFamily="2" charset="2"/>
              </a:rPr>
              <a:t>plays</a:t>
            </a:r>
            <a:r>
              <a:rPr lang="nl-NL" dirty="0">
                <a:sym typeface="Wingdings" pitchFamily="2" charset="2"/>
              </a:rPr>
              <a:t> </a:t>
            </a:r>
            <a:r>
              <a:rPr lang="nl-NL" dirty="0" err="1">
                <a:sym typeface="Wingdings" pitchFamily="2" charset="2"/>
              </a:rPr>
              <a:t>football</a:t>
            </a:r>
            <a:r>
              <a:rPr lang="nl-NL" dirty="0">
                <a:sym typeface="Wingdings" pitchFamily="2" charset="2"/>
              </a:rPr>
              <a:t>  He </a:t>
            </a:r>
            <a:r>
              <a:rPr lang="nl-NL" u="sng" dirty="0">
                <a:sym typeface="Wingdings" pitchFamily="2" charset="2"/>
              </a:rPr>
              <a:t>does </a:t>
            </a:r>
            <a:r>
              <a:rPr lang="nl-NL" u="sng" dirty="0" err="1">
                <a:solidFill>
                  <a:srgbClr val="FF0000"/>
                </a:solidFill>
                <a:sym typeface="Wingdings" pitchFamily="2" charset="2"/>
              </a:rPr>
              <a:t>not</a:t>
            </a:r>
            <a:r>
              <a:rPr lang="nl-NL" u="sng" dirty="0">
                <a:sym typeface="Wingdings" pitchFamily="2" charset="2"/>
              </a:rPr>
              <a:t> </a:t>
            </a:r>
            <a:r>
              <a:rPr lang="nl-NL" u="sng" dirty="0" err="1">
                <a:sym typeface="Wingdings" pitchFamily="2" charset="2"/>
              </a:rPr>
              <a:t>play</a:t>
            </a:r>
            <a:r>
              <a:rPr lang="nl-NL" u="sng" dirty="0">
                <a:sym typeface="Wingdings" pitchFamily="2" charset="2"/>
              </a:rPr>
              <a:t> </a:t>
            </a:r>
            <a:r>
              <a:rPr lang="nl-NL" dirty="0" err="1">
                <a:sym typeface="Wingdings" pitchFamily="2" charset="2"/>
              </a:rPr>
              <a:t>football</a:t>
            </a:r>
            <a:endParaRPr lang="nl-NL" dirty="0">
              <a:sym typeface="Wingdings" pitchFamily="2" charset="2"/>
            </a:endParaRPr>
          </a:p>
          <a:p>
            <a:pPr marL="685800" lvl="2" indent="0">
              <a:buNone/>
            </a:pPr>
            <a:endParaRPr lang="nl-NL" dirty="0">
              <a:sym typeface="Wingdings" pitchFamily="2" charset="2"/>
            </a:endParaRPr>
          </a:p>
          <a:p>
            <a:r>
              <a:rPr lang="nl-NL" dirty="0" err="1">
                <a:sym typeface="Wingdings" pitchFamily="2" charset="2"/>
              </a:rPr>
              <a:t>Again</a:t>
            </a:r>
            <a:r>
              <a:rPr lang="nl-NL" dirty="0">
                <a:sym typeface="Wingdings" pitchFamily="2" charset="2"/>
              </a:rPr>
              <a:t>, the -s is </a:t>
            </a:r>
            <a:r>
              <a:rPr lang="nl-NL" dirty="0" err="1">
                <a:sym typeface="Wingdings" pitchFamily="2" charset="2"/>
              </a:rPr>
              <a:t>only</a:t>
            </a:r>
            <a:r>
              <a:rPr lang="nl-NL" dirty="0">
                <a:sym typeface="Wingdings" pitchFamily="2" charset="2"/>
              </a:rPr>
              <a:t> </a:t>
            </a:r>
            <a:r>
              <a:rPr lang="nl-NL" dirty="0" err="1">
                <a:sym typeface="Wingdings" pitchFamily="2" charset="2"/>
              </a:rPr>
              <a:t>used</a:t>
            </a:r>
            <a:r>
              <a:rPr lang="nl-NL" dirty="0">
                <a:sym typeface="Wingdings" pitchFamily="2" charset="2"/>
              </a:rPr>
              <a:t> </a:t>
            </a:r>
            <a:r>
              <a:rPr lang="nl-NL" dirty="0" err="1">
                <a:sym typeface="Wingdings" pitchFamily="2" charset="2"/>
              </a:rPr>
              <a:t>for</a:t>
            </a:r>
            <a:r>
              <a:rPr lang="nl-NL" dirty="0">
                <a:sym typeface="Wingdings" pitchFamily="2" charset="2"/>
              </a:rPr>
              <a:t> ‘does’, </a:t>
            </a:r>
            <a:r>
              <a:rPr lang="nl-NL" dirty="0" err="1">
                <a:sym typeface="Wingdings" pitchFamily="2" charset="2"/>
              </a:rPr>
              <a:t>not</a:t>
            </a:r>
            <a:r>
              <a:rPr lang="nl-NL" dirty="0">
                <a:sym typeface="Wingdings" pitchFamily="2" charset="2"/>
              </a:rPr>
              <a:t> </a:t>
            </a:r>
            <a:r>
              <a:rPr lang="nl-NL" dirty="0" err="1">
                <a:sym typeface="Wingdings" pitchFamily="2" charset="2"/>
              </a:rPr>
              <a:t>for</a:t>
            </a:r>
            <a:r>
              <a:rPr lang="nl-NL" dirty="0">
                <a:sym typeface="Wingdings" pitchFamily="2" charset="2"/>
              </a:rPr>
              <a:t> ‘</a:t>
            </a:r>
            <a:r>
              <a:rPr lang="nl-NL" dirty="0" err="1">
                <a:sym typeface="Wingdings" pitchFamily="2" charset="2"/>
              </a:rPr>
              <a:t>play</a:t>
            </a:r>
            <a:r>
              <a:rPr lang="nl-NL" dirty="0">
                <a:sym typeface="Wingdings" pitchFamily="2" charset="2"/>
              </a:rPr>
              <a:t>’</a:t>
            </a:r>
          </a:p>
          <a:p>
            <a:pPr lvl="1"/>
            <a:r>
              <a:rPr lang="nl-NL" strike="sngStrike" dirty="0">
                <a:sym typeface="Wingdings" pitchFamily="2" charset="2"/>
              </a:rPr>
              <a:t>He does </a:t>
            </a:r>
            <a:r>
              <a:rPr lang="nl-NL" strike="sngStrike" dirty="0" err="1">
                <a:sym typeface="Wingdings" pitchFamily="2" charset="2"/>
              </a:rPr>
              <a:t>not</a:t>
            </a:r>
            <a:r>
              <a:rPr lang="nl-NL" strike="sngStrike" dirty="0">
                <a:sym typeface="Wingdings" pitchFamily="2" charset="2"/>
              </a:rPr>
              <a:t> </a:t>
            </a:r>
            <a:r>
              <a:rPr lang="nl-NL" strike="sngStrike" dirty="0" err="1">
                <a:sym typeface="Wingdings" pitchFamily="2" charset="2"/>
              </a:rPr>
              <a:t>plays</a:t>
            </a:r>
            <a:r>
              <a:rPr lang="nl-NL" strike="sngStrike" dirty="0">
                <a:sym typeface="Wingdings" pitchFamily="2" charset="2"/>
              </a:rPr>
              <a:t> </a:t>
            </a:r>
            <a:r>
              <a:rPr lang="nl-NL" strike="sngStrike" dirty="0" err="1">
                <a:sym typeface="Wingdings" pitchFamily="2" charset="2"/>
              </a:rPr>
              <a:t>football</a:t>
            </a:r>
            <a:endParaRPr lang="nl-NL" strike="sngStrike" dirty="0"/>
          </a:p>
        </p:txBody>
      </p:sp>
    </p:spTree>
    <p:extLst>
      <p:ext uri="{BB962C8B-B14F-4D97-AF65-F5344CB8AC3E}">
        <p14:creationId xmlns:p14="http://schemas.microsoft.com/office/powerpoint/2010/main" val="40054839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el 1"/>
          <p:cNvSpPr>
            <a:spLocks noGrp="1"/>
          </p:cNvSpPr>
          <p:nvPr>
            <p:ph type="title"/>
          </p:nvPr>
        </p:nvSpPr>
        <p:spPr>
          <a:xfrm>
            <a:off x="612775" y="228600"/>
            <a:ext cx="8153400" cy="990600"/>
          </a:xfrm>
        </p:spPr>
        <p:txBody>
          <a:bodyPr/>
          <a:lstStyle/>
          <a:p>
            <a:r>
              <a:rPr lang="nl-NL" dirty="0" err="1"/>
              <a:t>Negative</a:t>
            </a:r>
            <a:r>
              <a:rPr lang="nl-NL" dirty="0"/>
              <a:t> </a:t>
            </a:r>
            <a:r>
              <a:rPr lang="nl-NL" dirty="0" err="1"/>
              <a:t>sentences</a:t>
            </a:r>
            <a:r>
              <a:rPr lang="nl-NL" dirty="0"/>
              <a:t> in the past</a:t>
            </a:r>
            <a:endParaRPr lang="en-US" dirty="0"/>
          </a:p>
        </p:txBody>
      </p:sp>
      <p:sp>
        <p:nvSpPr>
          <p:cNvPr id="3" name="Tijdelijke aanduiding voor inhoud 2"/>
          <p:cNvSpPr>
            <a:spLocks noGrp="1"/>
          </p:cNvSpPr>
          <p:nvPr>
            <p:ph sz="quarter" idx="1"/>
          </p:nvPr>
        </p:nvSpPr>
        <p:spPr>
          <a:xfrm>
            <a:off x="612775" y="1600200"/>
            <a:ext cx="8153400" cy="4495800"/>
          </a:xfrm>
        </p:spPr>
        <p:txBody>
          <a:bodyPr/>
          <a:lstStyle/>
          <a:p>
            <a:r>
              <a:rPr lang="nl-NL" dirty="0"/>
              <a:t>For the past </a:t>
            </a:r>
            <a:r>
              <a:rPr lang="nl-NL" dirty="0" err="1"/>
              <a:t>you</a:t>
            </a:r>
            <a:r>
              <a:rPr lang="nl-NL" dirty="0"/>
              <a:t> </a:t>
            </a:r>
            <a:r>
              <a:rPr lang="nl-NL" dirty="0" err="1"/>
              <a:t>use</a:t>
            </a:r>
            <a:r>
              <a:rPr lang="nl-NL" dirty="0"/>
              <a:t> ‘</a:t>
            </a:r>
            <a:r>
              <a:rPr lang="nl-NL" dirty="0" err="1">
                <a:solidFill>
                  <a:srgbClr val="FF0000"/>
                </a:solidFill>
              </a:rPr>
              <a:t>did</a:t>
            </a:r>
            <a:r>
              <a:rPr lang="nl-NL" dirty="0">
                <a:solidFill>
                  <a:srgbClr val="FF0000"/>
                </a:solidFill>
              </a:rPr>
              <a:t> </a:t>
            </a:r>
            <a:r>
              <a:rPr lang="nl-NL" dirty="0" err="1">
                <a:solidFill>
                  <a:srgbClr val="FF0000"/>
                </a:solidFill>
              </a:rPr>
              <a:t>not</a:t>
            </a:r>
            <a:r>
              <a:rPr lang="nl-NL" dirty="0"/>
              <a:t>’</a:t>
            </a:r>
          </a:p>
          <a:p>
            <a:pPr lvl="2"/>
            <a:r>
              <a:rPr lang="nl-NL" dirty="0"/>
              <a:t>I </a:t>
            </a:r>
            <a:r>
              <a:rPr lang="nl-NL" dirty="0" err="1"/>
              <a:t>played</a:t>
            </a:r>
            <a:r>
              <a:rPr lang="nl-NL" dirty="0"/>
              <a:t> </a:t>
            </a:r>
            <a:r>
              <a:rPr lang="nl-NL" dirty="0" err="1"/>
              <a:t>football</a:t>
            </a:r>
            <a:r>
              <a:rPr lang="nl-NL" dirty="0"/>
              <a:t> </a:t>
            </a:r>
            <a:r>
              <a:rPr lang="nl-NL" dirty="0">
                <a:sym typeface="Wingdings" pitchFamily="2" charset="2"/>
              </a:rPr>
              <a:t> I </a:t>
            </a:r>
            <a:r>
              <a:rPr lang="nl-NL" u="sng" dirty="0" err="1">
                <a:sym typeface="Wingdings" pitchFamily="2" charset="2"/>
              </a:rPr>
              <a:t>did</a:t>
            </a:r>
            <a:r>
              <a:rPr lang="nl-NL" u="sng" dirty="0">
                <a:sym typeface="Wingdings" pitchFamily="2" charset="2"/>
              </a:rPr>
              <a:t> </a:t>
            </a:r>
            <a:r>
              <a:rPr lang="nl-NL" u="sng" dirty="0" err="1">
                <a:sym typeface="Wingdings" pitchFamily="2" charset="2"/>
              </a:rPr>
              <a:t>not</a:t>
            </a:r>
            <a:r>
              <a:rPr lang="nl-NL" u="sng" dirty="0">
                <a:sym typeface="Wingdings" pitchFamily="2" charset="2"/>
              </a:rPr>
              <a:t> </a:t>
            </a:r>
            <a:r>
              <a:rPr lang="nl-NL" u="sng" dirty="0" err="1">
                <a:sym typeface="Wingdings" pitchFamily="2" charset="2"/>
              </a:rPr>
              <a:t>play</a:t>
            </a:r>
            <a:r>
              <a:rPr lang="nl-NL" u="sng" dirty="0">
                <a:sym typeface="Wingdings" pitchFamily="2" charset="2"/>
              </a:rPr>
              <a:t> </a:t>
            </a:r>
            <a:r>
              <a:rPr lang="nl-NL" dirty="0" err="1">
                <a:sym typeface="Wingdings" pitchFamily="2" charset="2"/>
              </a:rPr>
              <a:t>football</a:t>
            </a:r>
            <a:endParaRPr lang="nl-NL" dirty="0">
              <a:sym typeface="Wingdings" pitchFamily="2" charset="2"/>
            </a:endParaRPr>
          </a:p>
          <a:p>
            <a:pPr lvl="2"/>
            <a:r>
              <a:rPr lang="nl-NL" dirty="0">
                <a:sym typeface="Wingdings" pitchFamily="2" charset="2"/>
              </a:rPr>
              <a:t>He </a:t>
            </a:r>
            <a:r>
              <a:rPr lang="nl-NL" dirty="0" err="1">
                <a:sym typeface="Wingdings" pitchFamily="2" charset="2"/>
              </a:rPr>
              <a:t>played</a:t>
            </a:r>
            <a:r>
              <a:rPr lang="nl-NL" dirty="0">
                <a:sym typeface="Wingdings" pitchFamily="2" charset="2"/>
              </a:rPr>
              <a:t> </a:t>
            </a:r>
            <a:r>
              <a:rPr lang="nl-NL" dirty="0" err="1">
                <a:sym typeface="Wingdings" pitchFamily="2" charset="2"/>
              </a:rPr>
              <a:t>football</a:t>
            </a:r>
            <a:r>
              <a:rPr lang="nl-NL" dirty="0">
                <a:sym typeface="Wingdings" pitchFamily="2" charset="2"/>
              </a:rPr>
              <a:t>  He </a:t>
            </a:r>
            <a:r>
              <a:rPr lang="nl-NL" u="sng" dirty="0" err="1">
                <a:sym typeface="Wingdings" pitchFamily="2" charset="2"/>
              </a:rPr>
              <a:t>did</a:t>
            </a:r>
            <a:r>
              <a:rPr lang="nl-NL" u="sng" dirty="0">
                <a:sym typeface="Wingdings" pitchFamily="2" charset="2"/>
              </a:rPr>
              <a:t> </a:t>
            </a:r>
            <a:r>
              <a:rPr lang="nl-NL" u="sng" dirty="0" err="1">
                <a:sym typeface="Wingdings" pitchFamily="2" charset="2"/>
              </a:rPr>
              <a:t>not</a:t>
            </a:r>
            <a:r>
              <a:rPr lang="nl-NL" u="sng" dirty="0">
                <a:sym typeface="Wingdings" pitchFamily="2" charset="2"/>
              </a:rPr>
              <a:t> </a:t>
            </a:r>
            <a:r>
              <a:rPr lang="nl-NL" u="sng" dirty="0" err="1">
                <a:sym typeface="Wingdings" pitchFamily="2" charset="2"/>
              </a:rPr>
              <a:t>play</a:t>
            </a:r>
            <a:r>
              <a:rPr lang="nl-NL" u="sng" dirty="0">
                <a:sym typeface="Wingdings" pitchFamily="2" charset="2"/>
              </a:rPr>
              <a:t> </a:t>
            </a:r>
            <a:r>
              <a:rPr lang="nl-NL" dirty="0" err="1">
                <a:sym typeface="Wingdings" pitchFamily="2" charset="2"/>
              </a:rPr>
              <a:t>football</a:t>
            </a:r>
            <a:endParaRPr lang="nl-NL" dirty="0">
              <a:sym typeface="Wingdings" pitchFamily="2" charset="2"/>
            </a:endParaRPr>
          </a:p>
          <a:p>
            <a:pPr marL="685800" lvl="2" indent="0">
              <a:buNone/>
            </a:pPr>
            <a:endParaRPr lang="nl-NL" dirty="0">
              <a:sym typeface="Wingdings" pitchFamily="2" charset="2"/>
            </a:endParaRPr>
          </a:p>
          <a:p>
            <a:r>
              <a:rPr lang="nl-NL" sz="2800" dirty="0" err="1">
                <a:sym typeface="Wingdings" pitchFamily="2" charset="2"/>
              </a:rPr>
              <a:t>Again</a:t>
            </a:r>
            <a:r>
              <a:rPr lang="nl-NL" sz="2800" dirty="0">
                <a:sym typeface="Wingdings" pitchFamily="2" charset="2"/>
              </a:rPr>
              <a:t>, </a:t>
            </a:r>
            <a:r>
              <a:rPr lang="nl-NL" sz="2800" dirty="0" err="1">
                <a:sym typeface="Wingdings" pitchFamily="2" charset="2"/>
              </a:rPr>
              <a:t>only</a:t>
            </a:r>
            <a:r>
              <a:rPr lang="nl-NL" sz="2800" dirty="0">
                <a:sym typeface="Wingdings" pitchFamily="2" charset="2"/>
              </a:rPr>
              <a:t> ‘</a:t>
            </a:r>
            <a:r>
              <a:rPr lang="nl-NL" sz="2800" dirty="0" err="1">
                <a:sym typeface="Wingdings" pitchFamily="2" charset="2"/>
              </a:rPr>
              <a:t>did</a:t>
            </a:r>
            <a:r>
              <a:rPr lang="nl-NL" sz="2800" dirty="0">
                <a:sym typeface="Wingdings" pitchFamily="2" charset="2"/>
              </a:rPr>
              <a:t>’ is the past </a:t>
            </a:r>
            <a:r>
              <a:rPr lang="nl-NL" sz="2800" dirty="0" err="1">
                <a:sym typeface="Wingdings" pitchFamily="2" charset="2"/>
              </a:rPr>
              <a:t>form</a:t>
            </a:r>
            <a:r>
              <a:rPr lang="nl-NL" sz="2800" dirty="0">
                <a:sym typeface="Wingdings" pitchFamily="2" charset="2"/>
              </a:rPr>
              <a:t> , </a:t>
            </a:r>
            <a:r>
              <a:rPr lang="nl-NL" sz="2800" dirty="0" err="1">
                <a:sym typeface="Wingdings" pitchFamily="2" charset="2"/>
              </a:rPr>
              <a:t>not</a:t>
            </a:r>
            <a:r>
              <a:rPr lang="nl-NL" sz="2800" dirty="0">
                <a:sym typeface="Wingdings" pitchFamily="2" charset="2"/>
              </a:rPr>
              <a:t> ‘</a:t>
            </a:r>
            <a:r>
              <a:rPr lang="nl-NL" sz="2800" dirty="0" err="1">
                <a:sym typeface="Wingdings" pitchFamily="2" charset="2"/>
              </a:rPr>
              <a:t>play</a:t>
            </a:r>
            <a:r>
              <a:rPr lang="nl-NL" sz="2800" dirty="0">
                <a:sym typeface="Wingdings" pitchFamily="2" charset="2"/>
              </a:rPr>
              <a:t>’</a:t>
            </a:r>
          </a:p>
          <a:p>
            <a:pPr lvl="1"/>
            <a:r>
              <a:rPr lang="nl-NL" sz="2400" strike="sngStrike" dirty="0">
                <a:sym typeface="Wingdings" pitchFamily="2" charset="2"/>
              </a:rPr>
              <a:t>I </a:t>
            </a:r>
            <a:r>
              <a:rPr lang="nl-NL" sz="2400" strike="sngStrike" dirty="0" err="1">
                <a:sym typeface="Wingdings" pitchFamily="2" charset="2"/>
              </a:rPr>
              <a:t>did</a:t>
            </a:r>
            <a:r>
              <a:rPr lang="nl-NL" sz="2400" strike="sngStrike" dirty="0">
                <a:sym typeface="Wingdings" pitchFamily="2" charset="2"/>
              </a:rPr>
              <a:t> </a:t>
            </a:r>
            <a:r>
              <a:rPr lang="nl-NL" sz="2400" strike="sngStrike" dirty="0" err="1">
                <a:sym typeface="Wingdings" pitchFamily="2" charset="2"/>
              </a:rPr>
              <a:t>not</a:t>
            </a:r>
            <a:r>
              <a:rPr lang="nl-NL" sz="2400" strike="sngStrike" dirty="0">
                <a:sym typeface="Wingdings" pitchFamily="2" charset="2"/>
              </a:rPr>
              <a:t> </a:t>
            </a:r>
            <a:r>
              <a:rPr lang="nl-NL" sz="2400" strike="sngStrike" dirty="0" err="1">
                <a:sym typeface="Wingdings" pitchFamily="2" charset="2"/>
              </a:rPr>
              <a:t>played</a:t>
            </a:r>
            <a:r>
              <a:rPr lang="nl-NL" sz="2400" strike="sngStrike" dirty="0">
                <a:sym typeface="Wingdings" pitchFamily="2" charset="2"/>
              </a:rPr>
              <a:t> </a:t>
            </a:r>
            <a:r>
              <a:rPr lang="nl-NL" sz="2400" strike="sngStrike" dirty="0" err="1">
                <a:sym typeface="Wingdings" pitchFamily="2" charset="2"/>
              </a:rPr>
              <a:t>football</a:t>
            </a:r>
            <a:endParaRPr lang="nl-NL" sz="2400" strike="sngStrike" dirty="0">
              <a:sym typeface="Wingdings" pitchFamily="2" charset="2"/>
            </a:endParaRPr>
          </a:p>
          <a:p>
            <a:pPr lvl="1"/>
            <a:r>
              <a:rPr lang="nl-NL" sz="2400" strike="sngStrike" dirty="0">
                <a:sym typeface="Wingdings" pitchFamily="2" charset="2"/>
              </a:rPr>
              <a:t>He </a:t>
            </a:r>
            <a:r>
              <a:rPr lang="nl-NL" sz="2400" strike="sngStrike" dirty="0" err="1">
                <a:sym typeface="Wingdings" pitchFamily="2" charset="2"/>
              </a:rPr>
              <a:t>did</a:t>
            </a:r>
            <a:r>
              <a:rPr lang="nl-NL" sz="2400" strike="sngStrike" dirty="0">
                <a:sym typeface="Wingdings" pitchFamily="2" charset="2"/>
              </a:rPr>
              <a:t> </a:t>
            </a:r>
            <a:r>
              <a:rPr lang="nl-NL" sz="2400" strike="sngStrike" dirty="0" err="1">
                <a:sym typeface="Wingdings" pitchFamily="2" charset="2"/>
              </a:rPr>
              <a:t>not</a:t>
            </a:r>
            <a:r>
              <a:rPr lang="nl-NL" sz="2400" strike="sngStrike" dirty="0">
                <a:sym typeface="Wingdings" pitchFamily="2" charset="2"/>
              </a:rPr>
              <a:t> </a:t>
            </a:r>
            <a:r>
              <a:rPr lang="nl-NL" sz="2400" strike="sngStrike" dirty="0" err="1">
                <a:sym typeface="Wingdings" pitchFamily="2" charset="2"/>
              </a:rPr>
              <a:t>played</a:t>
            </a:r>
            <a:r>
              <a:rPr lang="nl-NL" sz="2400" strike="sngStrike" dirty="0">
                <a:sym typeface="Wingdings" pitchFamily="2" charset="2"/>
              </a:rPr>
              <a:t> </a:t>
            </a:r>
            <a:r>
              <a:rPr lang="nl-NL" sz="2400" strike="sngStrike" dirty="0" err="1">
                <a:sym typeface="Wingdings" pitchFamily="2" charset="2"/>
              </a:rPr>
              <a:t>football</a:t>
            </a:r>
            <a:endParaRPr lang="nl-NL" sz="2400" strike="sngStrike" dirty="0"/>
          </a:p>
        </p:txBody>
      </p:sp>
    </p:spTree>
    <p:extLst>
      <p:ext uri="{BB962C8B-B14F-4D97-AF65-F5344CB8AC3E}">
        <p14:creationId xmlns:p14="http://schemas.microsoft.com/office/powerpoint/2010/main" val="20004242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jdelijke aanduiding voor tekst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tel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Agreement</a:t>
            </a:r>
          </a:p>
        </p:txBody>
      </p:sp>
    </p:spTree>
    <p:extLst>
      <p:ext uri="{BB962C8B-B14F-4D97-AF65-F5344CB8AC3E}">
        <p14:creationId xmlns:p14="http://schemas.microsoft.com/office/powerpoint/2010/main" val="23110625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What</a:t>
            </a:r>
            <a:r>
              <a:rPr lang="nl-NL" dirty="0"/>
              <a:t> is Agreement? </a:t>
            </a:r>
          </a:p>
        </p:txBody>
      </p:sp>
      <p:sp>
        <p:nvSpPr>
          <p:cNvPr id="3" name="Tijdelijke aanduiding voor inhoud 2"/>
          <p:cNvSpPr>
            <a:spLocks noGrp="1"/>
          </p:cNvSpPr>
          <p:nvPr>
            <p:ph sz="quarter" idx="1"/>
          </p:nvPr>
        </p:nvSpPr>
        <p:spPr>
          <a:xfrm>
            <a:off x="612648" y="1556792"/>
            <a:ext cx="8153400" cy="4495800"/>
          </a:xfrm>
        </p:spPr>
        <p:txBody>
          <a:bodyPr/>
          <a:lstStyle/>
          <a:p>
            <a:r>
              <a:rPr lang="en-US" sz="2800" dirty="0"/>
              <a:t>A sentence is made up of a </a:t>
            </a:r>
            <a:r>
              <a:rPr lang="en-US" sz="2800" u="sng" dirty="0"/>
              <a:t>Subject</a:t>
            </a:r>
            <a:r>
              <a:rPr lang="en-US" sz="2800" dirty="0"/>
              <a:t> and a </a:t>
            </a:r>
            <a:r>
              <a:rPr lang="en-US" sz="2800" u="sng" dirty="0"/>
              <a:t>Verb</a:t>
            </a:r>
          </a:p>
          <a:p>
            <a:endParaRPr lang="en-US" sz="2800" b="1" dirty="0"/>
          </a:p>
          <a:p>
            <a:r>
              <a:rPr lang="en-US" sz="2800" b="1" dirty="0"/>
              <a:t>SUBJECT</a:t>
            </a:r>
            <a:r>
              <a:rPr lang="en-US" sz="2800" dirty="0"/>
              <a:t> that tells us what/who the sentence is about. </a:t>
            </a:r>
          </a:p>
          <a:p>
            <a:pPr lvl="1"/>
            <a:r>
              <a:rPr lang="en-US" sz="2400" dirty="0"/>
              <a:t>It can be either </a:t>
            </a:r>
            <a:r>
              <a:rPr lang="en-US" sz="2400" i="1" dirty="0"/>
              <a:t>a noun </a:t>
            </a:r>
            <a:r>
              <a:rPr lang="en-US" sz="2400" dirty="0"/>
              <a:t>e.g.: dancer, book, cars, Sarah, etc. or </a:t>
            </a:r>
            <a:r>
              <a:rPr lang="en-US" sz="2400" i="1" dirty="0"/>
              <a:t>a pronoun </a:t>
            </a:r>
            <a:r>
              <a:rPr lang="en-US" sz="2400" dirty="0"/>
              <a:t>(I, he, she, we, they, etc.).</a:t>
            </a:r>
          </a:p>
          <a:p>
            <a:pPr lvl="1"/>
            <a:r>
              <a:rPr lang="en-US" sz="2400" dirty="0"/>
              <a:t>It can be either singular or plural.</a:t>
            </a:r>
          </a:p>
          <a:p>
            <a:r>
              <a:rPr lang="en-US" sz="2800" b="1" dirty="0"/>
              <a:t>VERB</a:t>
            </a:r>
            <a:r>
              <a:rPr lang="en-US" sz="2800" dirty="0"/>
              <a:t> is the action in a sentence (am/is/are, walk(s), watch(</a:t>
            </a:r>
            <a:r>
              <a:rPr lang="en-US" sz="2800" dirty="0" err="1"/>
              <a:t>ed</a:t>
            </a:r>
            <a:r>
              <a:rPr lang="en-US" sz="2800" dirty="0"/>
              <a:t>),etc.).</a:t>
            </a:r>
          </a:p>
          <a:p>
            <a:endParaRPr lang="en-US" sz="2800" dirty="0"/>
          </a:p>
          <a:p>
            <a:r>
              <a:rPr lang="en-US" sz="2800" dirty="0"/>
              <a:t>Agreement happens when the Subject and the Verb are linked correctly e.g.: I </a:t>
            </a:r>
            <a:r>
              <a:rPr lang="en-US" sz="2800" i="1" dirty="0"/>
              <a:t>walk</a:t>
            </a:r>
            <a:r>
              <a:rPr lang="en-US" sz="2800" dirty="0"/>
              <a:t> – He walk</a:t>
            </a:r>
            <a:r>
              <a:rPr lang="en-US" sz="2800" i="1" dirty="0"/>
              <a:t>s</a:t>
            </a:r>
            <a:endParaRPr lang="nl-NL" sz="2800" i="1" dirty="0"/>
          </a:p>
        </p:txBody>
      </p:sp>
      <p:sp>
        <p:nvSpPr>
          <p:cNvPr id="4" name="Boog 3"/>
          <p:cNvSpPr/>
          <p:nvPr/>
        </p:nvSpPr>
        <p:spPr>
          <a:xfrm>
            <a:off x="5940152" y="5589240"/>
            <a:ext cx="1728192" cy="720080"/>
          </a:xfrm>
          <a:prstGeom prst="arc">
            <a:avLst>
              <a:gd name="adj1" fmla="val 10798614"/>
              <a:gd name="adj2" fmla="val 0"/>
            </a:avLst>
          </a:prstGeom>
          <a:ln w="381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05860205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el 1"/>
          <p:cNvSpPr>
            <a:spLocks noGrp="1"/>
          </p:cNvSpPr>
          <p:nvPr>
            <p:ph type="title"/>
          </p:nvPr>
        </p:nvSpPr>
        <p:spPr>
          <a:xfrm>
            <a:off x="612775" y="228600"/>
            <a:ext cx="8153400" cy="990600"/>
          </a:xfrm>
        </p:spPr>
        <p:txBody>
          <a:bodyPr/>
          <a:lstStyle/>
          <a:p>
            <a:r>
              <a:rPr lang="nl-NL" dirty="0" err="1"/>
              <a:t>Noun</a:t>
            </a:r>
            <a:r>
              <a:rPr lang="nl-NL" dirty="0"/>
              <a:t> </a:t>
            </a:r>
            <a:r>
              <a:rPr lang="nl-NL" dirty="0" err="1"/>
              <a:t>forms</a:t>
            </a:r>
            <a:r>
              <a:rPr lang="nl-NL" dirty="0"/>
              <a:t> and </a:t>
            </a:r>
            <a:r>
              <a:rPr lang="nl-NL" dirty="0" err="1"/>
              <a:t>verb</a:t>
            </a:r>
            <a:r>
              <a:rPr lang="nl-NL" dirty="0"/>
              <a:t> </a:t>
            </a:r>
            <a:r>
              <a:rPr lang="nl-NL" dirty="0" err="1"/>
              <a:t>forms</a:t>
            </a:r>
            <a:endParaRPr lang="nl-NL" dirty="0"/>
          </a:p>
        </p:txBody>
      </p:sp>
      <p:sp>
        <p:nvSpPr>
          <p:cNvPr id="11267" name="Tijdelijke aanduiding voor inhoud 2"/>
          <p:cNvSpPr>
            <a:spLocks noGrp="1"/>
          </p:cNvSpPr>
          <p:nvPr>
            <p:ph sz="quarter" idx="1"/>
          </p:nvPr>
        </p:nvSpPr>
        <p:spPr>
          <a:xfrm>
            <a:off x="612775" y="1600200"/>
            <a:ext cx="8153400" cy="4495800"/>
          </a:xfrm>
        </p:spPr>
        <p:txBody>
          <a:bodyPr/>
          <a:lstStyle/>
          <a:p>
            <a:r>
              <a:rPr lang="nl-NL" sz="2800" dirty="0" err="1"/>
              <a:t>When</a:t>
            </a:r>
            <a:r>
              <a:rPr lang="nl-NL" sz="2800" dirty="0"/>
              <a:t> </a:t>
            </a:r>
            <a:r>
              <a:rPr lang="nl-NL" sz="2800" dirty="0" err="1"/>
              <a:t>there</a:t>
            </a:r>
            <a:r>
              <a:rPr lang="nl-NL" sz="2800" dirty="0"/>
              <a:t> is 1 of </a:t>
            </a:r>
            <a:r>
              <a:rPr lang="nl-NL" sz="2800" dirty="0" err="1"/>
              <a:t>something</a:t>
            </a:r>
            <a:r>
              <a:rPr lang="nl-NL" sz="2800" dirty="0"/>
              <a:t> </a:t>
            </a:r>
            <a:r>
              <a:rPr lang="nl-NL" sz="2800" dirty="0" err="1"/>
              <a:t>it’s</a:t>
            </a:r>
            <a:r>
              <a:rPr lang="nl-NL" sz="2800" dirty="0"/>
              <a:t> </a:t>
            </a:r>
            <a:r>
              <a:rPr lang="nl-NL" sz="2800" dirty="0" err="1"/>
              <a:t>like</a:t>
            </a:r>
            <a:r>
              <a:rPr lang="nl-NL" sz="2800" dirty="0"/>
              <a:t> </a:t>
            </a:r>
            <a:r>
              <a:rPr lang="nl-NL" sz="2800" dirty="0" err="1">
                <a:solidFill>
                  <a:srgbClr val="FF0000"/>
                </a:solidFill>
              </a:rPr>
              <a:t>he</a:t>
            </a:r>
            <a:r>
              <a:rPr lang="nl-NL" sz="2800" dirty="0"/>
              <a:t>, </a:t>
            </a:r>
            <a:r>
              <a:rPr lang="nl-NL" sz="2800" dirty="0" err="1">
                <a:solidFill>
                  <a:srgbClr val="FF0000"/>
                </a:solidFill>
              </a:rPr>
              <a:t>she</a:t>
            </a:r>
            <a:r>
              <a:rPr lang="nl-NL" sz="2800" dirty="0"/>
              <a:t> </a:t>
            </a:r>
            <a:r>
              <a:rPr lang="nl-NL" sz="2800" dirty="0" err="1"/>
              <a:t>or</a:t>
            </a:r>
            <a:r>
              <a:rPr lang="nl-NL" sz="2800" dirty="0"/>
              <a:t> </a:t>
            </a:r>
            <a:r>
              <a:rPr lang="nl-NL" sz="2800" dirty="0" err="1">
                <a:solidFill>
                  <a:srgbClr val="FF0000"/>
                </a:solidFill>
              </a:rPr>
              <a:t>it</a:t>
            </a:r>
            <a:r>
              <a:rPr lang="nl-NL" sz="2800" dirty="0"/>
              <a:t> </a:t>
            </a:r>
            <a:r>
              <a:rPr lang="nl-NL" sz="2800" dirty="0">
                <a:sym typeface="Wingdings" pitchFamily="2" charset="2"/>
              </a:rPr>
              <a:t> </a:t>
            </a:r>
            <a:r>
              <a:rPr lang="nl-NL" sz="2800" dirty="0" err="1">
                <a:solidFill>
                  <a:srgbClr val="FF0000"/>
                </a:solidFill>
                <a:sym typeface="Wingdings" pitchFamily="2" charset="2"/>
              </a:rPr>
              <a:t>verb</a:t>
            </a:r>
            <a:r>
              <a:rPr lang="nl-NL" sz="2800" dirty="0">
                <a:solidFill>
                  <a:srgbClr val="FF0000"/>
                </a:solidFill>
                <a:sym typeface="Wingdings" pitchFamily="2" charset="2"/>
              </a:rPr>
              <a:t> + s</a:t>
            </a:r>
          </a:p>
          <a:p>
            <a:pPr lvl="1"/>
            <a:r>
              <a:rPr lang="nl-NL" sz="2400" dirty="0">
                <a:sym typeface="Wingdings" pitchFamily="2" charset="2"/>
              </a:rPr>
              <a:t>The boy </a:t>
            </a:r>
            <a:r>
              <a:rPr lang="nl-NL" sz="2400" dirty="0" err="1">
                <a:sym typeface="Wingdings" pitchFamily="2" charset="2"/>
              </a:rPr>
              <a:t>gives</a:t>
            </a:r>
            <a:r>
              <a:rPr lang="nl-NL" sz="2400" dirty="0">
                <a:sym typeface="Wingdings" pitchFamily="2" charset="2"/>
              </a:rPr>
              <a:t>		(</a:t>
            </a:r>
            <a:r>
              <a:rPr lang="nl-NL" sz="2400" dirty="0" err="1">
                <a:sym typeface="Wingdings" pitchFamily="2" charset="2"/>
              </a:rPr>
              <a:t>he</a:t>
            </a:r>
            <a:r>
              <a:rPr lang="nl-NL" sz="2400" dirty="0">
                <a:sym typeface="Wingdings" pitchFamily="2" charset="2"/>
              </a:rPr>
              <a:t> </a:t>
            </a:r>
            <a:r>
              <a:rPr lang="nl-NL" sz="2400" dirty="0" err="1">
                <a:sym typeface="Wingdings" pitchFamily="2" charset="2"/>
              </a:rPr>
              <a:t>gives</a:t>
            </a:r>
            <a:r>
              <a:rPr lang="nl-NL" sz="2400" dirty="0">
                <a:sym typeface="Wingdings" pitchFamily="2" charset="2"/>
              </a:rPr>
              <a:t>)</a:t>
            </a:r>
          </a:p>
          <a:p>
            <a:pPr lvl="1"/>
            <a:r>
              <a:rPr lang="nl-NL" sz="2400" dirty="0">
                <a:sym typeface="Wingdings" pitchFamily="2" charset="2"/>
              </a:rPr>
              <a:t>The </a:t>
            </a:r>
            <a:r>
              <a:rPr lang="nl-NL" sz="2400" dirty="0" err="1">
                <a:sym typeface="Wingdings" pitchFamily="2" charset="2"/>
              </a:rPr>
              <a:t>girl</a:t>
            </a:r>
            <a:r>
              <a:rPr lang="nl-NL" sz="2400" dirty="0">
                <a:sym typeface="Wingdings" pitchFamily="2" charset="2"/>
              </a:rPr>
              <a:t> </a:t>
            </a:r>
            <a:r>
              <a:rPr lang="nl-NL" sz="2400" dirty="0" err="1">
                <a:sym typeface="Wingdings" pitchFamily="2" charset="2"/>
              </a:rPr>
              <a:t>sleeps</a:t>
            </a:r>
            <a:r>
              <a:rPr lang="nl-NL" sz="2400" dirty="0">
                <a:sym typeface="Wingdings" pitchFamily="2" charset="2"/>
              </a:rPr>
              <a:t>		(</a:t>
            </a:r>
            <a:r>
              <a:rPr lang="nl-NL" sz="2400" dirty="0" err="1">
                <a:sym typeface="Wingdings" pitchFamily="2" charset="2"/>
              </a:rPr>
              <a:t>she</a:t>
            </a:r>
            <a:r>
              <a:rPr lang="nl-NL" sz="2400" dirty="0">
                <a:sym typeface="Wingdings" pitchFamily="2" charset="2"/>
              </a:rPr>
              <a:t> </a:t>
            </a:r>
            <a:r>
              <a:rPr lang="nl-NL" sz="2400" dirty="0" err="1">
                <a:sym typeface="Wingdings" pitchFamily="2" charset="2"/>
              </a:rPr>
              <a:t>sleeps</a:t>
            </a:r>
            <a:r>
              <a:rPr lang="nl-NL" sz="2400" dirty="0">
                <a:sym typeface="Wingdings" pitchFamily="2" charset="2"/>
              </a:rPr>
              <a:t>)</a:t>
            </a:r>
          </a:p>
          <a:p>
            <a:pPr lvl="1"/>
            <a:r>
              <a:rPr lang="nl-NL" sz="2400" dirty="0">
                <a:sym typeface="Wingdings" pitchFamily="2" charset="2"/>
              </a:rPr>
              <a:t>The machine </a:t>
            </a:r>
            <a:r>
              <a:rPr lang="nl-NL" sz="2400" dirty="0" err="1">
                <a:sym typeface="Wingdings" pitchFamily="2" charset="2"/>
              </a:rPr>
              <a:t>works</a:t>
            </a:r>
            <a:r>
              <a:rPr lang="nl-NL" sz="2400" dirty="0"/>
              <a:t>	(</a:t>
            </a:r>
            <a:r>
              <a:rPr lang="nl-NL" sz="2400" dirty="0" err="1"/>
              <a:t>it</a:t>
            </a:r>
            <a:r>
              <a:rPr lang="nl-NL" sz="2400" dirty="0"/>
              <a:t> </a:t>
            </a:r>
            <a:r>
              <a:rPr lang="nl-NL" sz="2400" dirty="0" err="1"/>
              <a:t>works</a:t>
            </a:r>
            <a:r>
              <a:rPr lang="nl-NL" sz="2400" dirty="0"/>
              <a:t>)</a:t>
            </a:r>
          </a:p>
          <a:p>
            <a:pPr marL="366713" lvl="1" indent="0">
              <a:buNone/>
            </a:pPr>
            <a:endParaRPr lang="nl-NL" sz="2400" dirty="0"/>
          </a:p>
          <a:p>
            <a:r>
              <a:rPr lang="nl-NL" sz="2800" dirty="0" err="1"/>
              <a:t>When</a:t>
            </a:r>
            <a:r>
              <a:rPr lang="nl-NL" sz="2800" dirty="0"/>
              <a:t> </a:t>
            </a:r>
            <a:r>
              <a:rPr lang="nl-NL" sz="2800" dirty="0" err="1"/>
              <a:t>there</a:t>
            </a:r>
            <a:r>
              <a:rPr lang="nl-NL" sz="2800" dirty="0"/>
              <a:t> is more </a:t>
            </a:r>
            <a:r>
              <a:rPr lang="nl-NL" sz="2800" dirty="0" err="1"/>
              <a:t>than</a:t>
            </a:r>
            <a:r>
              <a:rPr lang="nl-NL" sz="2800" dirty="0"/>
              <a:t> 1 of </a:t>
            </a:r>
            <a:r>
              <a:rPr lang="nl-NL" sz="2800" dirty="0" err="1"/>
              <a:t>something</a:t>
            </a:r>
            <a:r>
              <a:rPr lang="nl-NL" sz="2800" dirty="0"/>
              <a:t> </a:t>
            </a:r>
            <a:r>
              <a:rPr lang="nl-NL" sz="2800" dirty="0" err="1"/>
              <a:t>it’s</a:t>
            </a:r>
            <a:r>
              <a:rPr lang="nl-NL" sz="2800" dirty="0"/>
              <a:t> like </a:t>
            </a:r>
            <a:r>
              <a:rPr lang="nl-NL" sz="2800" dirty="0" err="1">
                <a:solidFill>
                  <a:srgbClr val="FF0000"/>
                </a:solidFill>
              </a:rPr>
              <a:t>they</a:t>
            </a:r>
            <a:r>
              <a:rPr lang="nl-NL" sz="2800" dirty="0">
                <a:solidFill>
                  <a:srgbClr val="FF0000"/>
                </a:solidFill>
              </a:rPr>
              <a:t>, we </a:t>
            </a:r>
            <a:r>
              <a:rPr lang="nl-NL" sz="2800" dirty="0">
                <a:sym typeface="Wingdings" pitchFamily="2" charset="2"/>
              </a:rPr>
              <a:t> </a:t>
            </a:r>
            <a:r>
              <a:rPr lang="nl-NL" sz="2800" dirty="0" err="1">
                <a:solidFill>
                  <a:srgbClr val="FF0000"/>
                </a:solidFill>
                <a:sym typeface="Wingdings" pitchFamily="2" charset="2"/>
              </a:rPr>
              <a:t>normal</a:t>
            </a:r>
            <a:r>
              <a:rPr lang="nl-NL" sz="2800" dirty="0">
                <a:solidFill>
                  <a:srgbClr val="FF0000"/>
                </a:solidFill>
                <a:sym typeface="Wingdings" pitchFamily="2" charset="2"/>
              </a:rPr>
              <a:t> </a:t>
            </a:r>
            <a:r>
              <a:rPr lang="nl-NL" sz="2800" dirty="0" err="1">
                <a:solidFill>
                  <a:srgbClr val="FF0000"/>
                </a:solidFill>
                <a:sym typeface="Wingdings" pitchFamily="2" charset="2"/>
              </a:rPr>
              <a:t>verb</a:t>
            </a:r>
            <a:r>
              <a:rPr lang="nl-NL" sz="2800" dirty="0">
                <a:solidFill>
                  <a:srgbClr val="FF0000"/>
                </a:solidFill>
                <a:sym typeface="Wingdings" pitchFamily="2" charset="2"/>
              </a:rPr>
              <a:t> form </a:t>
            </a:r>
            <a:r>
              <a:rPr lang="nl-NL" sz="2800" dirty="0">
                <a:sym typeface="Wingdings" pitchFamily="2" charset="2"/>
              </a:rPr>
              <a:t>(without –s)</a:t>
            </a:r>
          </a:p>
          <a:p>
            <a:pPr lvl="1"/>
            <a:r>
              <a:rPr lang="nl-NL" sz="2400" dirty="0">
                <a:sym typeface="Wingdings" pitchFamily="2" charset="2"/>
              </a:rPr>
              <a:t>The boys </a:t>
            </a:r>
            <a:r>
              <a:rPr lang="nl-NL" sz="2400" dirty="0" err="1">
                <a:sym typeface="Wingdings" pitchFamily="2" charset="2"/>
              </a:rPr>
              <a:t>give</a:t>
            </a:r>
            <a:r>
              <a:rPr lang="nl-NL" sz="2400" dirty="0">
                <a:sym typeface="Wingdings" pitchFamily="2" charset="2"/>
              </a:rPr>
              <a:t> 		(</a:t>
            </a:r>
            <a:r>
              <a:rPr lang="nl-NL" sz="2400" dirty="0" err="1">
                <a:sym typeface="Wingdings" pitchFamily="2" charset="2"/>
              </a:rPr>
              <a:t>they</a:t>
            </a:r>
            <a:r>
              <a:rPr lang="nl-NL" sz="2400" dirty="0">
                <a:sym typeface="Wingdings" pitchFamily="2" charset="2"/>
              </a:rPr>
              <a:t> </a:t>
            </a:r>
            <a:r>
              <a:rPr lang="nl-NL" sz="2400" dirty="0" err="1">
                <a:sym typeface="Wingdings" pitchFamily="2" charset="2"/>
              </a:rPr>
              <a:t>give</a:t>
            </a:r>
            <a:r>
              <a:rPr lang="nl-NL" sz="2400" dirty="0">
                <a:sym typeface="Wingdings" pitchFamily="2" charset="2"/>
              </a:rPr>
              <a:t>)</a:t>
            </a:r>
          </a:p>
          <a:p>
            <a:pPr lvl="1"/>
            <a:r>
              <a:rPr lang="nl-NL" sz="2400" dirty="0">
                <a:sym typeface="Wingdings" pitchFamily="2" charset="2"/>
              </a:rPr>
              <a:t>The </a:t>
            </a:r>
            <a:r>
              <a:rPr lang="nl-NL" sz="2400" dirty="0" err="1">
                <a:sym typeface="Wingdings" pitchFamily="2" charset="2"/>
              </a:rPr>
              <a:t>girls</a:t>
            </a:r>
            <a:r>
              <a:rPr lang="nl-NL" sz="2400" dirty="0">
                <a:sym typeface="Wingdings" pitchFamily="2" charset="2"/>
              </a:rPr>
              <a:t> sleep		(</a:t>
            </a:r>
            <a:r>
              <a:rPr lang="nl-NL" sz="2400" dirty="0" err="1">
                <a:sym typeface="Wingdings" pitchFamily="2" charset="2"/>
              </a:rPr>
              <a:t>they</a:t>
            </a:r>
            <a:r>
              <a:rPr lang="nl-NL" sz="2400" dirty="0">
                <a:sym typeface="Wingdings" pitchFamily="2" charset="2"/>
              </a:rPr>
              <a:t> sleep)</a:t>
            </a:r>
          </a:p>
          <a:p>
            <a:pPr lvl="1"/>
            <a:r>
              <a:rPr lang="nl-NL" sz="2400" dirty="0">
                <a:sym typeface="Wingdings" pitchFamily="2" charset="2"/>
              </a:rPr>
              <a:t>The machines </a:t>
            </a:r>
            <a:r>
              <a:rPr lang="nl-NL" sz="2400" dirty="0" err="1">
                <a:sym typeface="Wingdings" pitchFamily="2" charset="2"/>
              </a:rPr>
              <a:t>work</a:t>
            </a:r>
            <a:r>
              <a:rPr lang="nl-NL" sz="2400" dirty="0">
                <a:sym typeface="Wingdings" pitchFamily="2" charset="2"/>
              </a:rPr>
              <a:t>	(</a:t>
            </a:r>
            <a:r>
              <a:rPr lang="nl-NL" sz="2400" dirty="0" err="1">
                <a:sym typeface="Wingdings" pitchFamily="2" charset="2"/>
              </a:rPr>
              <a:t>they</a:t>
            </a:r>
            <a:r>
              <a:rPr lang="nl-NL" sz="2400" dirty="0">
                <a:sym typeface="Wingdings" pitchFamily="2" charset="2"/>
              </a:rPr>
              <a:t> </a:t>
            </a:r>
            <a:r>
              <a:rPr lang="nl-NL" sz="2400" dirty="0" err="1">
                <a:sym typeface="Wingdings" pitchFamily="2" charset="2"/>
              </a:rPr>
              <a:t>work</a:t>
            </a:r>
            <a:r>
              <a:rPr lang="nl-NL" sz="2400" dirty="0">
                <a:sym typeface="Wingdings" pitchFamily="2" charset="2"/>
              </a:rPr>
              <a:t>)</a:t>
            </a:r>
            <a:endParaRPr lang="nl-NL" sz="2400" dirty="0"/>
          </a:p>
          <a:p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42379762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el 1"/>
          <p:cNvSpPr>
            <a:spLocks noGrp="1"/>
          </p:cNvSpPr>
          <p:nvPr>
            <p:ph type="title"/>
          </p:nvPr>
        </p:nvSpPr>
        <p:spPr>
          <a:xfrm>
            <a:off x="612775" y="228600"/>
            <a:ext cx="8153400" cy="990600"/>
          </a:xfrm>
        </p:spPr>
        <p:txBody>
          <a:bodyPr/>
          <a:lstStyle/>
          <a:p>
            <a:r>
              <a:rPr lang="nl-NL" dirty="0" err="1"/>
              <a:t>Some</a:t>
            </a:r>
            <a:r>
              <a:rPr lang="nl-NL" dirty="0"/>
              <a:t> </a:t>
            </a:r>
            <a:r>
              <a:rPr lang="nl-NL" dirty="0" err="1"/>
              <a:t>verbs</a:t>
            </a:r>
            <a:r>
              <a:rPr lang="nl-NL" dirty="0"/>
              <a:t> </a:t>
            </a:r>
            <a:r>
              <a:rPr lang="nl-NL" dirty="0" err="1"/>
              <a:t>don’t</a:t>
            </a:r>
            <a:r>
              <a:rPr lang="nl-NL" dirty="0"/>
              <a:t> </a:t>
            </a:r>
            <a:r>
              <a:rPr lang="nl-NL" dirty="0" err="1"/>
              <a:t>change</a:t>
            </a:r>
            <a:endParaRPr lang="en-US" dirty="0"/>
          </a:p>
        </p:txBody>
      </p:sp>
      <p:sp>
        <p:nvSpPr>
          <p:cNvPr id="12291" name="Tijdelijke aanduiding voor inhoud 2"/>
          <p:cNvSpPr>
            <a:spLocks noGrp="1"/>
          </p:cNvSpPr>
          <p:nvPr>
            <p:ph sz="quarter" idx="1"/>
          </p:nvPr>
        </p:nvSpPr>
        <p:spPr>
          <a:xfrm>
            <a:off x="612775" y="1600200"/>
            <a:ext cx="8153400" cy="4495800"/>
          </a:xfrm>
        </p:spPr>
        <p:txBody>
          <a:bodyPr/>
          <a:lstStyle/>
          <a:p>
            <a:r>
              <a:rPr lang="nl-NL" dirty="0"/>
              <a:t>Will, </a:t>
            </a:r>
            <a:r>
              <a:rPr lang="nl-NL" dirty="0" err="1"/>
              <a:t>would</a:t>
            </a:r>
            <a:r>
              <a:rPr lang="nl-NL" dirty="0"/>
              <a:t>, </a:t>
            </a:r>
            <a:r>
              <a:rPr lang="nl-NL" dirty="0" err="1"/>
              <a:t>can</a:t>
            </a:r>
            <a:r>
              <a:rPr lang="nl-NL" dirty="0"/>
              <a:t>, </a:t>
            </a:r>
            <a:r>
              <a:rPr lang="nl-NL" dirty="0" err="1"/>
              <a:t>could</a:t>
            </a:r>
            <a:r>
              <a:rPr lang="nl-NL" dirty="0"/>
              <a:t>, </a:t>
            </a:r>
            <a:r>
              <a:rPr lang="nl-NL" dirty="0" err="1"/>
              <a:t>may</a:t>
            </a:r>
            <a:r>
              <a:rPr lang="nl-NL" dirty="0"/>
              <a:t>, </a:t>
            </a:r>
            <a:r>
              <a:rPr lang="nl-NL" dirty="0" err="1"/>
              <a:t>might</a:t>
            </a:r>
            <a:r>
              <a:rPr lang="nl-NL" dirty="0"/>
              <a:t>, must, </a:t>
            </a:r>
            <a:r>
              <a:rPr lang="nl-NL" dirty="0" err="1"/>
              <a:t>shall</a:t>
            </a:r>
            <a:r>
              <a:rPr lang="nl-NL" dirty="0"/>
              <a:t>, </a:t>
            </a:r>
            <a:r>
              <a:rPr lang="nl-NL" dirty="0" err="1"/>
              <a:t>should</a:t>
            </a:r>
            <a:endParaRPr lang="nl-NL" dirty="0"/>
          </a:p>
          <a:p>
            <a:pPr marL="0" indent="0">
              <a:buNone/>
            </a:pPr>
            <a:endParaRPr lang="nl-NL" dirty="0"/>
          </a:p>
          <a:p>
            <a:pPr lvl="1"/>
            <a:r>
              <a:rPr lang="nl-NL" dirty="0"/>
              <a:t>The boy </a:t>
            </a:r>
            <a:r>
              <a:rPr lang="nl-NL" dirty="0" err="1"/>
              <a:t>will</a:t>
            </a:r>
            <a:r>
              <a:rPr lang="nl-NL" dirty="0"/>
              <a:t> </a:t>
            </a:r>
            <a:r>
              <a:rPr lang="nl-NL" dirty="0" err="1"/>
              <a:t>give</a:t>
            </a:r>
            <a:r>
              <a:rPr lang="nl-NL" dirty="0"/>
              <a:t>		the boys </a:t>
            </a:r>
            <a:r>
              <a:rPr lang="nl-NL" dirty="0" err="1"/>
              <a:t>will</a:t>
            </a:r>
            <a:r>
              <a:rPr lang="nl-NL" dirty="0"/>
              <a:t> </a:t>
            </a:r>
            <a:r>
              <a:rPr lang="nl-NL" dirty="0" err="1"/>
              <a:t>give</a:t>
            </a:r>
            <a:endParaRPr lang="nl-NL" dirty="0"/>
          </a:p>
          <a:p>
            <a:pPr lvl="1"/>
            <a:r>
              <a:rPr lang="nl-NL" dirty="0"/>
              <a:t>The </a:t>
            </a:r>
            <a:r>
              <a:rPr lang="nl-NL" dirty="0" err="1"/>
              <a:t>girl</a:t>
            </a:r>
            <a:r>
              <a:rPr lang="nl-NL" dirty="0"/>
              <a:t> </a:t>
            </a:r>
            <a:r>
              <a:rPr lang="nl-NL" dirty="0" err="1"/>
              <a:t>can</a:t>
            </a:r>
            <a:r>
              <a:rPr lang="nl-NL" dirty="0"/>
              <a:t> sleep		the </a:t>
            </a:r>
            <a:r>
              <a:rPr lang="nl-NL" dirty="0" err="1"/>
              <a:t>girls</a:t>
            </a:r>
            <a:r>
              <a:rPr lang="nl-NL" dirty="0"/>
              <a:t> </a:t>
            </a:r>
            <a:r>
              <a:rPr lang="nl-NL" dirty="0" err="1"/>
              <a:t>can</a:t>
            </a:r>
            <a:r>
              <a:rPr lang="nl-NL" dirty="0"/>
              <a:t> sleep</a:t>
            </a:r>
          </a:p>
          <a:p>
            <a:pPr lvl="1"/>
            <a:r>
              <a:rPr lang="nl-NL" dirty="0"/>
              <a:t>The machines </a:t>
            </a:r>
            <a:r>
              <a:rPr lang="nl-NL" dirty="0" err="1"/>
              <a:t>should</a:t>
            </a:r>
            <a:r>
              <a:rPr lang="nl-NL" dirty="0"/>
              <a:t> </a:t>
            </a:r>
            <a:r>
              <a:rPr lang="nl-NL" dirty="0" err="1"/>
              <a:t>work</a:t>
            </a:r>
            <a:r>
              <a:rPr lang="nl-NL" dirty="0"/>
              <a:t>	the machines </a:t>
            </a:r>
            <a:r>
              <a:rPr lang="nl-NL" dirty="0" err="1"/>
              <a:t>should</a:t>
            </a:r>
            <a:r>
              <a:rPr lang="nl-NL" dirty="0"/>
              <a:t> </a:t>
            </a:r>
            <a:r>
              <a:rPr lang="nl-NL" dirty="0" err="1"/>
              <a:t>work</a:t>
            </a:r>
            <a:endParaRPr lang="nl-NL" dirty="0"/>
          </a:p>
          <a:p>
            <a:pPr lvl="1"/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40360485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el 1"/>
          <p:cNvSpPr>
            <a:spLocks noGrp="1"/>
          </p:cNvSpPr>
          <p:nvPr>
            <p:ph type="title"/>
          </p:nvPr>
        </p:nvSpPr>
        <p:spPr>
          <a:xfrm>
            <a:off x="612775" y="228600"/>
            <a:ext cx="8153400" cy="990600"/>
          </a:xfrm>
        </p:spPr>
        <p:txBody>
          <a:bodyPr/>
          <a:lstStyle/>
          <a:p>
            <a:r>
              <a:rPr lang="nl-NL" dirty="0" err="1"/>
              <a:t>Words</a:t>
            </a:r>
            <a:r>
              <a:rPr lang="nl-NL" dirty="0"/>
              <a:t> </a:t>
            </a:r>
            <a:r>
              <a:rPr lang="nl-NL" dirty="0" err="1"/>
              <a:t>that</a:t>
            </a:r>
            <a:r>
              <a:rPr lang="nl-NL" dirty="0"/>
              <a:t> </a:t>
            </a:r>
            <a:r>
              <a:rPr lang="nl-NL" dirty="0" err="1"/>
              <a:t>can’t</a:t>
            </a:r>
            <a:r>
              <a:rPr lang="nl-NL" dirty="0"/>
              <a:t> </a:t>
            </a:r>
            <a:r>
              <a:rPr lang="nl-NL" dirty="0" err="1"/>
              <a:t>be</a:t>
            </a:r>
            <a:r>
              <a:rPr lang="nl-NL" dirty="0"/>
              <a:t> </a:t>
            </a:r>
            <a:r>
              <a:rPr lang="nl-NL" dirty="0" err="1"/>
              <a:t>counted</a:t>
            </a:r>
            <a:endParaRPr lang="en-US" dirty="0"/>
          </a:p>
        </p:txBody>
      </p:sp>
      <p:sp>
        <p:nvSpPr>
          <p:cNvPr id="12291" name="Tijdelijke aanduiding voor inhoud 2"/>
          <p:cNvSpPr>
            <a:spLocks noGrp="1"/>
          </p:cNvSpPr>
          <p:nvPr>
            <p:ph sz="quarter" idx="1"/>
          </p:nvPr>
        </p:nvSpPr>
        <p:spPr>
          <a:xfrm>
            <a:off x="612775" y="1600200"/>
            <a:ext cx="8153400" cy="4495800"/>
          </a:xfrm>
        </p:spPr>
        <p:txBody>
          <a:bodyPr/>
          <a:lstStyle/>
          <a:p>
            <a:r>
              <a:rPr lang="nl-NL" dirty="0" err="1"/>
              <a:t>Take</a:t>
            </a:r>
            <a:r>
              <a:rPr lang="nl-NL" dirty="0"/>
              <a:t> the </a:t>
            </a:r>
            <a:r>
              <a:rPr lang="nl-NL" dirty="0" err="1"/>
              <a:t>same</a:t>
            </a:r>
            <a:r>
              <a:rPr lang="nl-NL" dirty="0"/>
              <a:t> </a:t>
            </a:r>
            <a:r>
              <a:rPr lang="nl-NL" dirty="0" err="1"/>
              <a:t>form</a:t>
            </a:r>
            <a:r>
              <a:rPr lang="nl-NL" dirty="0"/>
              <a:t> as </a:t>
            </a:r>
            <a:r>
              <a:rPr lang="nl-NL" dirty="0" err="1"/>
              <a:t>he</a:t>
            </a:r>
            <a:r>
              <a:rPr lang="nl-NL" dirty="0"/>
              <a:t>, </a:t>
            </a:r>
            <a:r>
              <a:rPr lang="nl-NL" dirty="0" err="1"/>
              <a:t>she</a:t>
            </a:r>
            <a:r>
              <a:rPr lang="nl-NL" dirty="0"/>
              <a:t> </a:t>
            </a:r>
            <a:r>
              <a:rPr lang="nl-NL" dirty="0" err="1"/>
              <a:t>or</a:t>
            </a:r>
            <a:r>
              <a:rPr lang="nl-NL" dirty="0"/>
              <a:t> </a:t>
            </a:r>
            <a:r>
              <a:rPr lang="nl-NL" dirty="0" err="1"/>
              <a:t>it</a:t>
            </a:r>
            <a:endParaRPr lang="nl-NL" dirty="0"/>
          </a:p>
          <a:p>
            <a:pPr lvl="1"/>
            <a:r>
              <a:rPr lang="nl-NL" dirty="0"/>
              <a:t>Water </a:t>
            </a:r>
            <a:r>
              <a:rPr lang="nl-NL" dirty="0" err="1"/>
              <a:t>flow</a:t>
            </a:r>
            <a:r>
              <a:rPr lang="nl-NL" i="1" dirty="0" err="1"/>
              <a:t>s</a:t>
            </a:r>
            <a:r>
              <a:rPr lang="nl-NL" dirty="0"/>
              <a:t> </a:t>
            </a:r>
            <a:r>
              <a:rPr lang="nl-NL" dirty="0" err="1"/>
              <a:t>through</a:t>
            </a:r>
            <a:r>
              <a:rPr lang="nl-NL" dirty="0"/>
              <a:t> the </a:t>
            </a:r>
            <a:r>
              <a:rPr lang="nl-NL" dirty="0" err="1"/>
              <a:t>pipes</a:t>
            </a:r>
            <a:r>
              <a:rPr lang="nl-NL" dirty="0"/>
              <a:t>.</a:t>
            </a:r>
          </a:p>
          <a:p>
            <a:pPr lvl="1"/>
            <a:r>
              <a:rPr lang="nl-NL" dirty="0"/>
              <a:t>Money </a:t>
            </a:r>
            <a:r>
              <a:rPr lang="nl-NL" dirty="0" err="1"/>
              <a:t>make</a:t>
            </a:r>
            <a:r>
              <a:rPr lang="nl-NL" i="1" dirty="0" err="1"/>
              <a:t>s</a:t>
            </a:r>
            <a:r>
              <a:rPr lang="nl-NL" dirty="0"/>
              <a:t> the </a:t>
            </a:r>
            <a:r>
              <a:rPr lang="nl-NL" dirty="0" err="1"/>
              <a:t>world</a:t>
            </a:r>
            <a:r>
              <a:rPr lang="nl-NL" dirty="0"/>
              <a:t> go </a:t>
            </a:r>
            <a:r>
              <a:rPr lang="nl-NL" dirty="0" err="1"/>
              <a:t>round</a:t>
            </a:r>
            <a:r>
              <a:rPr lang="nl-NL" dirty="0"/>
              <a:t>.</a:t>
            </a:r>
          </a:p>
          <a:p>
            <a:pPr lvl="1"/>
            <a:r>
              <a:rPr lang="nl-NL" dirty="0"/>
              <a:t>Politics </a:t>
            </a:r>
            <a:r>
              <a:rPr lang="nl-NL" dirty="0" err="1"/>
              <a:t>bore</a:t>
            </a:r>
            <a:r>
              <a:rPr lang="nl-NL" i="1" dirty="0" err="1"/>
              <a:t>s</a:t>
            </a:r>
            <a:r>
              <a:rPr lang="nl-NL" dirty="0"/>
              <a:t> me to </a:t>
            </a:r>
            <a:r>
              <a:rPr lang="nl-NL" dirty="0" err="1"/>
              <a:t>death</a:t>
            </a:r>
            <a:r>
              <a:rPr lang="nl-NL" dirty="0"/>
              <a:t>.</a:t>
            </a:r>
          </a:p>
          <a:p>
            <a:pPr lvl="1"/>
            <a:r>
              <a:rPr lang="nl-NL" dirty="0" err="1"/>
              <a:t>Mathematics</a:t>
            </a:r>
            <a:r>
              <a:rPr lang="nl-NL" dirty="0"/>
              <a:t> </a:t>
            </a:r>
            <a:r>
              <a:rPr lang="nl-NL" dirty="0" err="1"/>
              <a:t>give</a:t>
            </a:r>
            <a:r>
              <a:rPr lang="nl-NL" i="1" dirty="0" err="1"/>
              <a:t>s</a:t>
            </a:r>
            <a:r>
              <a:rPr lang="nl-NL" dirty="0"/>
              <a:t> me </a:t>
            </a:r>
            <a:r>
              <a:rPr lang="nl-NL" dirty="0" err="1"/>
              <a:t>headaches</a:t>
            </a:r>
            <a:r>
              <a:rPr lang="nl-NL" dirty="0"/>
              <a:t>.</a:t>
            </a:r>
          </a:p>
          <a:p>
            <a:pPr lvl="1">
              <a:buNone/>
            </a:pP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7399410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el 1"/>
          <p:cNvSpPr>
            <a:spLocks noGrp="1"/>
          </p:cNvSpPr>
          <p:nvPr>
            <p:ph type="title"/>
          </p:nvPr>
        </p:nvSpPr>
        <p:spPr>
          <a:xfrm>
            <a:off x="612775" y="228600"/>
            <a:ext cx="8153400" cy="990600"/>
          </a:xfrm>
        </p:spPr>
        <p:txBody>
          <a:bodyPr/>
          <a:lstStyle/>
          <a:p>
            <a:r>
              <a:rPr lang="nl-NL" dirty="0" err="1"/>
              <a:t>Some</a:t>
            </a:r>
            <a:r>
              <a:rPr lang="nl-NL" dirty="0"/>
              <a:t> </a:t>
            </a:r>
            <a:r>
              <a:rPr lang="nl-NL" dirty="0" err="1"/>
              <a:t>words</a:t>
            </a:r>
            <a:r>
              <a:rPr lang="nl-NL" dirty="0"/>
              <a:t> </a:t>
            </a:r>
            <a:r>
              <a:rPr lang="nl-NL" dirty="0" err="1"/>
              <a:t>always</a:t>
            </a:r>
            <a:r>
              <a:rPr lang="nl-NL" dirty="0"/>
              <a:t> </a:t>
            </a:r>
            <a:r>
              <a:rPr lang="nl-NL" dirty="0" err="1"/>
              <a:t>indicate</a:t>
            </a:r>
            <a:r>
              <a:rPr lang="nl-NL" dirty="0"/>
              <a:t> more </a:t>
            </a:r>
            <a:r>
              <a:rPr lang="nl-NL" dirty="0" err="1"/>
              <a:t>than</a:t>
            </a:r>
            <a:r>
              <a:rPr lang="nl-NL" dirty="0"/>
              <a:t> </a:t>
            </a:r>
            <a:r>
              <a:rPr lang="nl-NL" dirty="0" err="1"/>
              <a:t>one</a:t>
            </a:r>
            <a:endParaRPr lang="en-US" dirty="0"/>
          </a:p>
        </p:txBody>
      </p:sp>
      <p:sp>
        <p:nvSpPr>
          <p:cNvPr id="12291" name="Tijdelijke aanduiding voor inhoud 2"/>
          <p:cNvSpPr>
            <a:spLocks noGrp="1"/>
          </p:cNvSpPr>
          <p:nvPr>
            <p:ph sz="quarter" idx="1"/>
          </p:nvPr>
        </p:nvSpPr>
        <p:spPr>
          <a:xfrm>
            <a:off x="612775" y="1600200"/>
            <a:ext cx="8153400" cy="4495800"/>
          </a:xfrm>
        </p:spPr>
        <p:txBody>
          <a:bodyPr/>
          <a:lstStyle/>
          <a:p>
            <a:r>
              <a:rPr lang="nl-NL" dirty="0"/>
              <a:t>These </a:t>
            </a:r>
            <a:r>
              <a:rPr lang="nl-NL" dirty="0" err="1"/>
              <a:t>words</a:t>
            </a:r>
            <a:r>
              <a:rPr lang="nl-NL" dirty="0"/>
              <a:t> </a:t>
            </a:r>
            <a:r>
              <a:rPr lang="nl-NL" dirty="0" err="1"/>
              <a:t>take</a:t>
            </a:r>
            <a:r>
              <a:rPr lang="nl-NL" dirty="0"/>
              <a:t> the </a:t>
            </a:r>
            <a:r>
              <a:rPr lang="nl-NL" dirty="0" err="1"/>
              <a:t>same</a:t>
            </a:r>
            <a:r>
              <a:rPr lang="nl-NL" dirty="0"/>
              <a:t> </a:t>
            </a:r>
            <a:r>
              <a:rPr lang="nl-NL" dirty="0" err="1"/>
              <a:t>form</a:t>
            </a:r>
            <a:r>
              <a:rPr lang="nl-NL" dirty="0"/>
              <a:t> as </a:t>
            </a:r>
            <a:r>
              <a:rPr lang="nl-NL" dirty="0" err="1"/>
              <a:t>they</a:t>
            </a:r>
            <a:endParaRPr lang="nl-NL" dirty="0"/>
          </a:p>
          <a:p>
            <a:pPr lvl="1"/>
            <a:r>
              <a:rPr lang="nl-NL" dirty="0"/>
              <a:t>The </a:t>
            </a:r>
            <a:r>
              <a:rPr lang="nl-NL" dirty="0" err="1"/>
              <a:t>cattle</a:t>
            </a:r>
            <a:r>
              <a:rPr lang="nl-NL" dirty="0"/>
              <a:t> are </a:t>
            </a:r>
            <a:r>
              <a:rPr lang="nl-NL" dirty="0" err="1"/>
              <a:t>transported</a:t>
            </a:r>
            <a:r>
              <a:rPr lang="nl-NL" dirty="0"/>
              <a:t> to the </a:t>
            </a:r>
            <a:r>
              <a:rPr lang="nl-NL" dirty="0" err="1"/>
              <a:t>slaughterhouse</a:t>
            </a:r>
            <a:r>
              <a:rPr lang="nl-NL" dirty="0"/>
              <a:t>.</a:t>
            </a:r>
          </a:p>
          <a:p>
            <a:pPr lvl="1"/>
            <a:r>
              <a:rPr lang="nl-NL" dirty="0"/>
              <a:t>The </a:t>
            </a:r>
            <a:r>
              <a:rPr lang="nl-NL" dirty="0" err="1"/>
              <a:t>police</a:t>
            </a:r>
            <a:r>
              <a:rPr lang="nl-NL" dirty="0"/>
              <a:t> have the right to search </a:t>
            </a:r>
            <a:r>
              <a:rPr lang="nl-NL" dirty="0" err="1"/>
              <a:t>people</a:t>
            </a:r>
            <a:r>
              <a:rPr lang="nl-NL" dirty="0"/>
              <a:t>.</a:t>
            </a:r>
          </a:p>
          <a:p>
            <a:pPr lvl="1"/>
            <a:r>
              <a:rPr lang="nl-NL" dirty="0"/>
              <a:t>The </a:t>
            </a:r>
            <a:r>
              <a:rPr lang="nl-NL" dirty="0" err="1"/>
              <a:t>personnel</a:t>
            </a:r>
            <a:r>
              <a:rPr lang="nl-NL" dirty="0"/>
              <a:t> </a:t>
            </a:r>
            <a:r>
              <a:rPr lang="nl-NL" dirty="0" err="1"/>
              <a:t>demand</a:t>
            </a:r>
            <a:r>
              <a:rPr lang="nl-NL" dirty="0"/>
              <a:t> </a:t>
            </a:r>
            <a:r>
              <a:rPr lang="nl-NL" dirty="0" err="1"/>
              <a:t>higher</a:t>
            </a:r>
            <a:r>
              <a:rPr lang="nl-NL" dirty="0"/>
              <a:t> </a:t>
            </a:r>
            <a:r>
              <a:rPr lang="nl-NL" dirty="0" err="1"/>
              <a:t>pay</a:t>
            </a:r>
            <a:r>
              <a:rPr lang="nl-NL" dirty="0"/>
              <a:t>.</a:t>
            </a:r>
          </a:p>
          <a:p>
            <a:endParaRPr lang="nl-NL" dirty="0"/>
          </a:p>
          <a:p>
            <a:r>
              <a:rPr lang="nl-NL" dirty="0" err="1"/>
              <a:t>Also</a:t>
            </a:r>
            <a:r>
              <a:rPr lang="nl-NL" dirty="0"/>
              <a:t> </a:t>
            </a:r>
            <a:r>
              <a:rPr lang="nl-NL" dirty="0" err="1"/>
              <a:t>note</a:t>
            </a:r>
            <a:endParaRPr lang="nl-NL" dirty="0"/>
          </a:p>
          <a:p>
            <a:pPr lvl="1"/>
            <a:r>
              <a:rPr lang="nl-NL" i="1" dirty="0"/>
              <a:t>Een aantal mensen </a:t>
            </a:r>
            <a:r>
              <a:rPr lang="nl-NL" b="1" i="1" dirty="0"/>
              <a:t>is</a:t>
            </a:r>
            <a:r>
              <a:rPr lang="nl-NL" i="1" dirty="0"/>
              <a:t> er al.</a:t>
            </a:r>
          </a:p>
          <a:p>
            <a:pPr lvl="1"/>
            <a:r>
              <a:rPr lang="nl-NL" strike="sngStrike" dirty="0"/>
              <a:t>A </a:t>
            </a:r>
            <a:r>
              <a:rPr lang="nl-NL" strike="sngStrike" dirty="0" err="1"/>
              <a:t>number</a:t>
            </a:r>
            <a:r>
              <a:rPr lang="nl-NL" strike="sngStrike" dirty="0"/>
              <a:t> of </a:t>
            </a:r>
            <a:r>
              <a:rPr lang="nl-NL" strike="sngStrike" dirty="0" err="1"/>
              <a:t>people</a:t>
            </a:r>
            <a:r>
              <a:rPr lang="nl-NL" strike="sngStrike" dirty="0"/>
              <a:t> is </a:t>
            </a:r>
            <a:r>
              <a:rPr lang="nl-NL" strike="sngStrike" dirty="0" err="1"/>
              <a:t>already</a:t>
            </a:r>
            <a:r>
              <a:rPr lang="nl-NL" strike="sngStrike" dirty="0"/>
              <a:t> </a:t>
            </a:r>
            <a:r>
              <a:rPr lang="nl-NL" strike="sngStrike" dirty="0" err="1"/>
              <a:t>there</a:t>
            </a:r>
            <a:endParaRPr lang="nl-NL" strike="sngStrike" dirty="0"/>
          </a:p>
          <a:p>
            <a:pPr lvl="1"/>
            <a:r>
              <a:rPr lang="nl-NL" dirty="0"/>
              <a:t>A </a:t>
            </a:r>
            <a:r>
              <a:rPr lang="nl-NL" dirty="0" err="1"/>
              <a:t>number</a:t>
            </a:r>
            <a:r>
              <a:rPr lang="nl-NL" dirty="0"/>
              <a:t> of </a:t>
            </a:r>
            <a:r>
              <a:rPr lang="nl-NL" dirty="0" err="1"/>
              <a:t>people</a:t>
            </a:r>
            <a:r>
              <a:rPr lang="nl-NL" dirty="0"/>
              <a:t> </a:t>
            </a:r>
            <a:r>
              <a:rPr lang="nl-NL" b="1" dirty="0"/>
              <a:t>are</a:t>
            </a:r>
            <a:r>
              <a:rPr lang="nl-NL" dirty="0"/>
              <a:t> </a:t>
            </a:r>
            <a:r>
              <a:rPr lang="nl-NL" dirty="0" err="1"/>
              <a:t>already</a:t>
            </a:r>
            <a:r>
              <a:rPr lang="nl-NL" dirty="0"/>
              <a:t> </a:t>
            </a:r>
            <a:r>
              <a:rPr lang="nl-NL" dirty="0" err="1"/>
              <a:t>there</a:t>
            </a:r>
            <a:r>
              <a:rPr lang="nl-NL" dirty="0"/>
              <a:t>.</a:t>
            </a:r>
          </a:p>
          <a:p>
            <a:pPr lvl="1">
              <a:buNone/>
            </a:pPr>
            <a:endParaRPr lang="nl-NL" strike="sngStrike" dirty="0"/>
          </a:p>
        </p:txBody>
      </p:sp>
    </p:spTree>
    <p:extLst>
      <p:ext uri="{BB962C8B-B14F-4D97-AF65-F5344CB8AC3E}">
        <p14:creationId xmlns:p14="http://schemas.microsoft.com/office/powerpoint/2010/main" val="41625026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el 1"/>
          <p:cNvSpPr>
            <a:spLocks noGrp="1"/>
          </p:cNvSpPr>
          <p:nvPr>
            <p:ph type="title"/>
          </p:nvPr>
        </p:nvSpPr>
        <p:spPr>
          <a:xfrm>
            <a:off x="612775" y="228600"/>
            <a:ext cx="8153400" cy="990600"/>
          </a:xfrm>
        </p:spPr>
        <p:txBody>
          <a:bodyPr/>
          <a:lstStyle/>
          <a:p>
            <a:r>
              <a:rPr lang="nl-NL" dirty="0" err="1"/>
              <a:t>Words</a:t>
            </a:r>
            <a:r>
              <a:rPr lang="nl-NL" dirty="0"/>
              <a:t> </a:t>
            </a:r>
            <a:r>
              <a:rPr lang="nl-NL" dirty="0" err="1"/>
              <a:t>that</a:t>
            </a:r>
            <a:r>
              <a:rPr lang="nl-NL" dirty="0"/>
              <a:t> </a:t>
            </a:r>
            <a:r>
              <a:rPr lang="nl-NL" dirty="0" err="1"/>
              <a:t>refer</a:t>
            </a:r>
            <a:r>
              <a:rPr lang="nl-NL" dirty="0"/>
              <a:t> to a </a:t>
            </a:r>
            <a:r>
              <a:rPr lang="nl-NL" dirty="0" err="1"/>
              <a:t>group</a:t>
            </a:r>
            <a:endParaRPr lang="en-US" dirty="0"/>
          </a:p>
        </p:txBody>
      </p:sp>
      <p:sp>
        <p:nvSpPr>
          <p:cNvPr id="16387" name="Tijdelijke aanduiding voor inhoud 2"/>
          <p:cNvSpPr>
            <a:spLocks noGrp="1"/>
          </p:cNvSpPr>
          <p:nvPr>
            <p:ph sz="quarter" idx="1"/>
          </p:nvPr>
        </p:nvSpPr>
        <p:spPr>
          <a:xfrm>
            <a:off x="612775" y="1556792"/>
            <a:ext cx="8153400" cy="4495800"/>
          </a:xfrm>
        </p:spPr>
        <p:txBody>
          <a:bodyPr/>
          <a:lstStyle/>
          <a:p>
            <a:r>
              <a:rPr lang="nl-NL" sz="2800" dirty="0"/>
              <a:t>In the </a:t>
            </a:r>
            <a:r>
              <a:rPr lang="nl-NL" sz="2800" u="sng" dirty="0"/>
              <a:t>UK</a:t>
            </a:r>
            <a:r>
              <a:rPr lang="nl-NL" sz="2800" dirty="0"/>
              <a:t> </a:t>
            </a:r>
            <a:r>
              <a:rPr lang="nl-NL" sz="2800" dirty="0" err="1"/>
              <a:t>they</a:t>
            </a:r>
            <a:r>
              <a:rPr lang="nl-NL" sz="2800" dirty="0"/>
              <a:t> get the </a:t>
            </a:r>
            <a:r>
              <a:rPr lang="nl-NL" sz="2800" dirty="0" err="1"/>
              <a:t>same</a:t>
            </a:r>
            <a:r>
              <a:rPr lang="nl-NL" sz="2800" dirty="0"/>
              <a:t> form as </a:t>
            </a:r>
            <a:r>
              <a:rPr lang="nl-NL" sz="2800" u="sng" dirty="0" err="1"/>
              <a:t>they</a:t>
            </a:r>
            <a:r>
              <a:rPr lang="nl-NL" sz="2800" dirty="0"/>
              <a:t>, </a:t>
            </a:r>
          </a:p>
          <a:p>
            <a:pPr marL="0" indent="0">
              <a:buNone/>
            </a:pPr>
            <a:r>
              <a:rPr lang="nl-NL" sz="2800" dirty="0"/>
              <a:t>   in the </a:t>
            </a:r>
            <a:r>
              <a:rPr lang="nl-NL" sz="2800" u="sng" dirty="0"/>
              <a:t>US</a:t>
            </a:r>
            <a:r>
              <a:rPr lang="nl-NL" sz="2800" dirty="0"/>
              <a:t> the </a:t>
            </a:r>
            <a:r>
              <a:rPr lang="nl-NL" sz="2800" dirty="0" err="1"/>
              <a:t>same</a:t>
            </a:r>
            <a:r>
              <a:rPr lang="nl-NL" sz="2800" dirty="0"/>
              <a:t> form as </a:t>
            </a:r>
            <a:r>
              <a:rPr lang="nl-NL" sz="2800" u="sng" dirty="0"/>
              <a:t>he, </a:t>
            </a:r>
            <a:r>
              <a:rPr lang="nl-NL" sz="2800" u="sng" dirty="0" err="1"/>
              <a:t>she</a:t>
            </a:r>
            <a:r>
              <a:rPr lang="nl-NL" sz="2800" u="sng" dirty="0"/>
              <a:t> or </a:t>
            </a:r>
            <a:r>
              <a:rPr lang="nl-NL" sz="2800" u="sng" dirty="0" err="1"/>
              <a:t>it</a:t>
            </a:r>
            <a:endParaRPr lang="nl-NL" sz="2800" u="sng" dirty="0"/>
          </a:p>
          <a:p>
            <a:pPr lvl="1" eaLnBrk="1" hangingPunct="1"/>
            <a:r>
              <a:rPr lang="en-US" sz="2400" dirty="0"/>
              <a:t>UK: Our family are unable to plan a holiday. </a:t>
            </a:r>
          </a:p>
          <a:p>
            <a:pPr lvl="1" eaLnBrk="1" hangingPunct="1"/>
            <a:r>
              <a:rPr lang="en-US" sz="2400" dirty="0"/>
              <a:t>US: Our family is unable to plan a holiday. </a:t>
            </a:r>
          </a:p>
          <a:p>
            <a:pPr marL="366713" lvl="1" indent="0" eaLnBrk="1" hangingPunct="1">
              <a:buNone/>
            </a:pPr>
            <a:endParaRPr lang="en-US" sz="2400" dirty="0"/>
          </a:p>
          <a:p>
            <a:pPr lvl="1" eaLnBrk="1" hangingPunct="1"/>
            <a:r>
              <a:rPr lang="en-US" sz="2400" dirty="0"/>
              <a:t>UK: The government are planning a tax reform. </a:t>
            </a:r>
          </a:p>
          <a:p>
            <a:pPr lvl="1" eaLnBrk="1" hangingPunct="1"/>
            <a:r>
              <a:rPr lang="en-US" sz="2400" dirty="0"/>
              <a:t>US: The government is planning a tax reform. </a:t>
            </a:r>
          </a:p>
          <a:p>
            <a:pPr marL="366713" lvl="1" indent="0" eaLnBrk="1" hangingPunct="1">
              <a:buNone/>
            </a:pPr>
            <a:endParaRPr lang="en-US" sz="2400" dirty="0"/>
          </a:p>
          <a:p>
            <a:pPr lvl="1" eaLnBrk="1" hangingPunct="1"/>
            <a:r>
              <a:rPr lang="en-US" sz="2400" dirty="0"/>
              <a:t>UK: The national football team have won.</a:t>
            </a:r>
          </a:p>
          <a:p>
            <a:pPr lvl="1" eaLnBrk="1" hangingPunct="1"/>
            <a:r>
              <a:rPr lang="en-US" sz="2400" dirty="0"/>
              <a:t>US: The national football team has won.</a:t>
            </a:r>
            <a:br>
              <a:rPr lang="en-US" dirty="0"/>
            </a:br>
            <a:endParaRPr lang="en-US" dirty="0"/>
          </a:p>
          <a:p>
            <a:pPr lvl="1"/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946942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Things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</a:t>
            </a:r>
            <a:r>
              <a:rPr lang="nl-NL" dirty="0" err="1"/>
              <a:t>two</a:t>
            </a:r>
            <a:r>
              <a:rPr lang="nl-NL" dirty="0"/>
              <a:t> </a:t>
            </a:r>
            <a:r>
              <a:rPr lang="nl-NL" dirty="0" err="1"/>
              <a:t>equal</a:t>
            </a:r>
            <a:r>
              <a:rPr lang="nl-NL" dirty="0"/>
              <a:t> </a:t>
            </a:r>
            <a:r>
              <a:rPr lang="nl-NL" dirty="0" err="1"/>
              <a:t>parts</a:t>
            </a:r>
            <a:endParaRPr lang="en-US" dirty="0"/>
          </a:p>
        </p:txBody>
      </p:sp>
      <p:sp>
        <p:nvSpPr>
          <p:cNvPr id="3" name="Tijdelijke aanduiding voor inhoud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nl-NL" sz="2800" dirty="0" err="1"/>
              <a:t>Things</a:t>
            </a:r>
            <a:r>
              <a:rPr lang="nl-NL" sz="2800" dirty="0"/>
              <a:t> </a:t>
            </a:r>
            <a:r>
              <a:rPr lang="nl-NL" sz="2800" dirty="0" err="1"/>
              <a:t>that</a:t>
            </a:r>
            <a:r>
              <a:rPr lang="nl-NL" sz="2800" dirty="0"/>
              <a:t> </a:t>
            </a:r>
            <a:r>
              <a:rPr lang="nl-NL" sz="2800" dirty="0" err="1"/>
              <a:t>consist</a:t>
            </a:r>
            <a:r>
              <a:rPr lang="nl-NL" sz="2800" dirty="0"/>
              <a:t> of </a:t>
            </a:r>
            <a:r>
              <a:rPr lang="nl-NL" sz="2800" dirty="0" err="1"/>
              <a:t>two</a:t>
            </a:r>
            <a:r>
              <a:rPr lang="nl-NL" sz="2800" dirty="0"/>
              <a:t> </a:t>
            </a:r>
            <a:r>
              <a:rPr lang="nl-NL" sz="2800" dirty="0" err="1"/>
              <a:t>equal</a:t>
            </a:r>
            <a:r>
              <a:rPr lang="nl-NL" sz="2800" dirty="0"/>
              <a:t> </a:t>
            </a:r>
            <a:r>
              <a:rPr lang="nl-NL" sz="2800" dirty="0" err="1"/>
              <a:t>parts</a:t>
            </a:r>
            <a:r>
              <a:rPr lang="nl-NL" sz="2800" dirty="0"/>
              <a:t> are </a:t>
            </a:r>
            <a:r>
              <a:rPr lang="nl-NL" sz="2800" dirty="0" err="1"/>
              <a:t>treated</a:t>
            </a:r>
            <a:r>
              <a:rPr lang="nl-NL" sz="2800" dirty="0"/>
              <a:t> as </a:t>
            </a:r>
            <a:r>
              <a:rPr lang="nl-NL" sz="2800" dirty="0" err="1"/>
              <a:t>if</a:t>
            </a:r>
            <a:r>
              <a:rPr lang="nl-NL" sz="2800" dirty="0"/>
              <a:t> </a:t>
            </a:r>
            <a:r>
              <a:rPr lang="nl-NL" sz="2800" dirty="0" err="1"/>
              <a:t>there’s</a:t>
            </a:r>
            <a:r>
              <a:rPr lang="nl-NL" sz="2800" dirty="0"/>
              <a:t> more </a:t>
            </a:r>
            <a:r>
              <a:rPr lang="nl-NL" sz="2800" dirty="0" err="1"/>
              <a:t>than</a:t>
            </a:r>
            <a:r>
              <a:rPr lang="nl-NL" sz="2800" dirty="0"/>
              <a:t> </a:t>
            </a:r>
            <a:r>
              <a:rPr lang="nl-NL" sz="2800" dirty="0" err="1"/>
              <a:t>one</a:t>
            </a:r>
            <a:endParaRPr lang="nl-NL" sz="2800" dirty="0"/>
          </a:p>
          <a:p>
            <a:pPr lvl="1"/>
            <a:r>
              <a:rPr lang="nl-NL" sz="2400" dirty="0" err="1"/>
              <a:t>Trousers</a:t>
            </a:r>
            <a:r>
              <a:rPr lang="nl-NL" sz="2400" dirty="0"/>
              <a:t>, </a:t>
            </a:r>
            <a:r>
              <a:rPr lang="nl-NL" sz="2400" dirty="0" err="1"/>
              <a:t>glasses</a:t>
            </a:r>
            <a:r>
              <a:rPr lang="nl-NL" sz="2400" dirty="0"/>
              <a:t>, pants, </a:t>
            </a:r>
            <a:r>
              <a:rPr lang="nl-NL" sz="2400" dirty="0" err="1"/>
              <a:t>pyjamas</a:t>
            </a:r>
            <a:r>
              <a:rPr lang="nl-NL" sz="2400" dirty="0"/>
              <a:t> etc.</a:t>
            </a:r>
          </a:p>
          <a:p>
            <a:pPr marL="366713" lvl="1" indent="0">
              <a:buNone/>
            </a:pPr>
            <a:endParaRPr lang="nl-NL" sz="2400" dirty="0"/>
          </a:p>
          <a:p>
            <a:r>
              <a:rPr lang="nl-NL" sz="2800" dirty="0" err="1"/>
              <a:t>They</a:t>
            </a:r>
            <a:r>
              <a:rPr lang="nl-NL" sz="2800" dirty="0"/>
              <a:t> </a:t>
            </a:r>
            <a:r>
              <a:rPr lang="nl-NL" sz="2800" dirty="0" err="1"/>
              <a:t>get</a:t>
            </a:r>
            <a:r>
              <a:rPr lang="nl-NL" sz="2800" dirty="0"/>
              <a:t> the </a:t>
            </a:r>
            <a:r>
              <a:rPr lang="nl-NL" sz="2800" dirty="0" err="1"/>
              <a:t>same</a:t>
            </a:r>
            <a:r>
              <a:rPr lang="nl-NL" sz="2800" dirty="0"/>
              <a:t> </a:t>
            </a:r>
            <a:r>
              <a:rPr lang="nl-NL" sz="2800" dirty="0" err="1"/>
              <a:t>form</a:t>
            </a:r>
            <a:r>
              <a:rPr lang="nl-NL" sz="2800" dirty="0"/>
              <a:t> as </a:t>
            </a:r>
            <a:r>
              <a:rPr lang="nl-NL" sz="2800" dirty="0" err="1"/>
              <a:t>they</a:t>
            </a:r>
            <a:endParaRPr lang="nl-NL" sz="2800" dirty="0"/>
          </a:p>
          <a:p>
            <a:pPr lvl="1"/>
            <a:r>
              <a:rPr lang="nl-NL" sz="2400" dirty="0" err="1"/>
              <a:t>Those</a:t>
            </a:r>
            <a:r>
              <a:rPr lang="nl-NL" sz="2400" dirty="0"/>
              <a:t> </a:t>
            </a:r>
            <a:r>
              <a:rPr lang="nl-NL" sz="2400" dirty="0" err="1"/>
              <a:t>trousers</a:t>
            </a:r>
            <a:r>
              <a:rPr lang="nl-NL" sz="2400" dirty="0"/>
              <a:t> </a:t>
            </a:r>
            <a:r>
              <a:rPr lang="nl-NL" sz="2400" dirty="0" err="1"/>
              <a:t>make</a:t>
            </a:r>
            <a:r>
              <a:rPr lang="nl-NL" sz="2400" dirty="0"/>
              <a:t> </a:t>
            </a:r>
            <a:r>
              <a:rPr lang="nl-NL" sz="2400" dirty="0" err="1"/>
              <a:t>you</a:t>
            </a:r>
            <a:r>
              <a:rPr lang="nl-NL" sz="2400" dirty="0"/>
              <a:t> look fat.</a:t>
            </a:r>
          </a:p>
          <a:p>
            <a:pPr lvl="1"/>
            <a:r>
              <a:rPr lang="nl-NL" sz="2400" dirty="0"/>
              <a:t>My </a:t>
            </a:r>
            <a:r>
              <a:rPr lang="nl-NL" sz="2400" dirty="0" err="1"/>
              <a:t>glasses</a:t>
            </a:r>
            <a:r>
              <a:rPr lang="nl-NL" sz="2400" dirty="0"/>
              <a:t> help me </a:t>
            </a:r>
            <a:r>
              <a:rPr lang="nl-NL" sz="2400" dirty="0" err="1"/>
              <a:t>read</a:t>
            </a:r>
            <a:r>
              <a:rPr lang="nl-NL" sz="2400" dirty="0"/>
              <a:t>.</a:t>
            </a:r>
          </a:p>
          <a:p>
            <a:pPr lvl="1"/>
            <a:endParaRPr lang="nl-NL" sz="2400" dirty="0"/>
          </a:p>
          <a:p>
            <a:r>
              <a:rPr lang="nl-NL" sz="2800" dirty="0" err="1"/>
              <a:t>If</a:t>
            </a:r>
            <a:r>
              <a:rPr lang="nl-NL" sz="2800" dirty="0"/>
              <a:t> </a:t>
            </a:r>
            <a:r>
              <a:rPr lang="nl-NL" sz="2800" dirty="0" err="1"/>
              <a:t>you</a:t>
            </a:r>
            <a:r>
              <a:rPr lang="nl-NL" sz="2800" dirty="0"/>
              <a:t> want to </a:t>
            </a:r>
            <a:r>
              <a:rPr lang="nl-NL" sz="2800" dirty="0" err="1"/>
              <a:t>count</a:t>
            </a:r>
            <a:r>
              <a:rPr lang="nl-NL" sz="2800" dirty="0"/>
              <a:t> these </a:t>
            </a:r>
            <a:r>
              <a:rPr lang="nl-NL" sz="2800" dirty="0" err="1"/>
              <a:t>words</a:t>
            </a:r>
            <a:r>
              <a:rPr lang="nl-NL" sz="2800" dirty="0"/>
              <a:t>, </a:t>
            </a:r>
            <a:r>
              <a:rPr lang="nl-NL" sz="2800" dirty="0" err="1"/>
              <a:t>you</a:t>
            </a:r>
            <a:r>
              <a:rPr lang="nl-NL" sz="2800" dirty="0"/>
              <a:t> </a:t>
            </a:r>
            <a:r>
              <a:rPr lang="nl-NL" sz="2800" dirty="0" err="1"/>
              <a:t>use</a:t>
            </a:r>
            <a:r>
              <a:rPr lang="nl-NL" sz="2800" dirty="0"/>
              <a:t> 2 pairs of… (the </a:t>
            </a:r>
            <a:r>
              <a:rPr lang="nl-NL" sz="2800" dirty="0" err="1"/>
              <a:t>form</a:t>
            </a:r>
            <a:r>
              <a:rPr lang="nl-NL" sz="2800" dirty="0"/>
              <a:t> of the </a:t>
            </a:r>
            <a:r>
              <a:rPr lang="nl-NL" sz="2800" dirty="0" err="1"/>
              <a:t>verb</a:t>
            </a:r>
            <a:r>
              <a:rPr lang="nl-NL" sz="2800" dirty="0"/>
              <a:t> is </a:t>
            </a:r>
            <a:r>
              <a:rPr lang="nl-NL" sz="2800" dirty="0" err="1"/>
              <a:t>still</a:t>
            </a:r>
            <a:r>
              <a:rPr lang="nl-NL" sz="2800" dirty="0"/>
              <a:t> </a:t>
            </a:r>
            <a:r>
              <a:rPr lang="nl-NL" sz="2800" dirty="0" err="1"/>
              <a:t>like</a:t>
            </a:r>
            <a:r>
              <a:rPr lang="nl-NL" sz="2800" dirty="0"/>
              <a:t> </a:t>
            </a:r>
            <a:r>
              <a:rPr lang="nl-NL" sz="2800" dirty="0" err="1"/>
              <a:t>with</a:t>
            </a:r>
            <a:r>
              <a:rPr lang="nl-NL" sz="2800" dirty="0"/>
              <a:t> </a:t>
            </a:r>
            <a:r>
              <a:rPr lang="nl-NL" sz="2800" dirty="0" err="1"/>
              <a:t>they</a:t>
            </a:r>
            <a:r>
              <a:rPr lang="nl-NL" sz="2800" dirty="0"/>
              <a:t>).</a:t>
            </a:r>
          </a:p>
          <a:p>
            <a:pPr lvl="1"/>
            <a:r>
              <a:rPr lang="nl-NL" sz="2400" dirty="0"/>
              <a:t>2 pairs of </a:t>
            </a:r>
            <a:r>
              <a:rPr lang="nl-NL" sz="2400" dirty="0" err="1"/>
              <a:t>pyjamas</a:t>
            </a:r>
            <a:r>
              <a:rPr lang="nl-NL" sz="2400" dirty="0"/>
              <a:t> </a:t>
            </a:r>
            <a:r>
              <a:rPr lang="nl-NL" sz="2400" dirty="0" err="1"/>
              <a:t>cost</a:t>
            </a:r>
            <a:r>
              <a:rPr lang="nl-NL" sz="2400" dirty="0"/>
              <a:t> </a:t>
            </a:r>
            <a:r>
              <a:rPr lang="nl-NL" sz="2400" dirty="0" err="1"/>
              <a:t>only</a:t>
            </a:r>
            <a:r>
              <a:rPr lang="nl-NL" sz="2400" dirty="0"/>
              <a:t> 20 </a:t>
            </a:r>
            <a:r>
              <a:rPr lang="nl-NL" sz="2400" dirty="0" err="1"/>
              <a:t>euros</a:t>
            </a:r>
            <a:r>
              <a:rPr lang="nl-NL" sz="2400" dirty="0"/>
              <a:t> </a:t>
            </a:r>
            <a:r>
              <a:rPr lang="nl-NL" sz="2400" dirty="0" err="1"/>
              <a:t>today</a:t>
            </a:r>
            <a:r>
              <a:rPr lang="nl-NL" sz="2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841698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Note</a:t>
            </a:r>
            <a:endParaRPr lang="en-US" dirty="0"/>
          </a:p>
        </p:txBody>
      </p:sp>
      <p:sp>
        <p:nvSpPr>
          <p:cNvPr id="3" name="Tijdelijke aanduiding voor inhoud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nl-NL" sz="2800" dirty="0" err="1"/>
              <a:t>Some</a:t>
            </a:r>
            <a:r>
              <a:rPr lang="nl-NL" sz="2800" dirty="0"/>
              <a:t> </a:t>
            </a:r>
            <a:r>
              <a:rPr lang="nl-NL" sz="2800" dirty="0" err="1"/>
              <a:t>words</a:t>
            </a:r>
            <a:r>
              <a:rPr lang="nl-NL" sz="2800" dirty="0"/>
              <a:t> look </a:t>
            </a:r>
            <a:r>
              <a:rPr lang="nl-NL" sz="2800" dirty="0" err="1"/>
              <a:t>like</a:t>
            </a:r>
            <a:r>
              <a:rPr lang="nl-NL" sz="2800" dirty="0"/>
              <a:t> </a:t>
            </a:r>
            <a:r>
              <a:rPr lang="nl-NL" sz="2800" dirty="0" err="1"/>
              <a:t>they</a:t>
            </a:r>
            <a:r>
              <a:rPr lang="nl-NL" sz="2800" dirty="0"/>
              <a:t> </a:t>
            </a:r>
            <a:r>
              <a:rPr lang="nl-NL" sz="2800" dirty="0" err="1"/>
              <a:t>refer</a:t>
            </a:r>
            <a:r>
              <a:rPr lang="nl-NL" sz="2800" dirty="0"/>
              <a:t> to more </a:t>
            </a:r>
            <a:r>
              <a:rPr lang="nl-NL" sz="2800" dirty="0" err="1"/>
              <a:t>than</a:t>
            </a:r>
            <a:r>
              <a:rPr lang="nl-NL" sz="2800" dirty="0"/>
              <a:t> </a:t>
            </a:r>
            <a:r>
              <a:rPr lang="nl-NL" sz="2800" dirty="0" err="1"/>
              <a:t>one</a:t>
            </a:r>
            <a:r>
              <a:rPr lang="nl-NL" sz="2800" dirty="0"/>
              <a:t>, </a:t>
            </a:r>
            <a:r>
              <a:rPr lang="nl-NL" sz="2800" dirty="0" err="1"/>
              <a:t>but</a:t>
            </a:r>
            <a:r>
              <a:rPr lang="nl-NL" sz="2800" dirty="0"/>
              <a:t> </a:t>
            </a:r>
            <a:r>
              <a:rPr lang="nl-NL" sz="2800" dirty="0" err="1"/>
              <a:t>it</a:t>
            </a:r>
            <a:r>
              <a:rPr lang="nl-NL" sz="2800" dirty="0"/>
              <a:t> is </a:t>
            </a:r>
            <a:r>
              <a:rPr lang="nl-NL" sz="2800" dirty="0" err="1"/>
              <a:t>only</a:t>
            </a:r>
            <a:r>
              <a:rPr lang="nl-NL" sz="2800" dirty="0"/>
              <a:t> </a:t>
            </a:r>
            <a:r>
              <a:rPr lang="nl-NL" sz="2800" dirty="0" err="1"/>
              <a:t>one</a:t>
            </a:r>
            <a:endParaRPr lang="nl-NL" sz="2800" dirty="0"/>
          </a:p>
          <a:p>
            <a:r>
              <a:rPr lang="nl-NL" sz="2800" dirty="0" err="1"/>
              <a:t>They</a:t>
            </a:r>
            <a:r>
              <a:rPr lang="nl-NL" sz="2800" dirty="0"/>
              <a:t> </a:t>
            </a:r>
            <a:r>
              <a:rPr lang="nl-NL" sz="2800" dirty="0" err="1"/>
              <a:t>take</a:t>
            </a:r>
            <a:r>
              <a:rPr lang="nl-NL" sz="2800" dirty="0"/>
              <a:t> the </a:t>
            </a:r>
            <a:r>
              <a:rPr lang="nl-NL" sz="2800" dirty="0" err="1"/>
              <a:t>form</a:t>
            </a:r>
            <a:r>
              <a:rPr lang="nl-NL" sz="2800" dirty="0"/>
              <a:t> of </a:t>
            </a:r>
            <a:r>
              <a:rPr lang="nl-NL" sz="2800" dirty="0" err="1"/>
              <a:t>he</a:t>
            </a:r>
            <a:r>
              <a:rPr lang="nl-NL" sz="2800" dirty="0"/>
              <a:t>, </a:t>
            </a:r>
            <a:r>
              <a:rPr lang="nl-NL" sz="2800" dirty="0" err="1"/>
              <a:t>she</a:t>
            </a:r>
            <a:r>
              <a:rPr lang="nl-NL" sz="2800" dirty="0"/>
              <a:t> </a:t>
            </a:r>
            <a:r>
              <a:rPr lang="nl-NL" sz="2800" dirty="0" err="1"/>
              <a:t>or</a:t>
            </a:r>
            <a:r>
              <a:rPr lang="nl-NL" sz="2800" dirty="0"/>
              <a:t> </a:t>
            </a:r>
            <a:r>
              <a:rPr lang="nl-NL" sz="2800" dirty="0" err="1"/>
              <a:t>it</a:t>
            </a:r>
            <a:endParaRPr lang="nl-NL" sz="2800" dirty="0"/>
          </a:p>
          <a:p>
            <a:pPr lvl="1"/>
            <a:r>
              <a:rPr lang="nl-NL" sz="2400" dirty="0"/>
              <a:t>The </a:t>
            </a:r>
            <a:r>
              <a:rPr lang="nl-NL" sz="2400" dirty="0" err="1"/>
              <a:t>Netherlands</a:t>
            </a:r>
            <a:r>
              <a:rPr lang="nl-NL" sz="2400" dirty="0"/>
              <a:t> has </a:t>
            </a:r>
            <a:r>
              <a:rPr lang="nl-NL" sz="2400" dirty="0" err="1"/>
              <a:t>two</a:t>
            </a:r>
            <a:r>
              <a:rPr lang="nl-NL" sz="2400" dirty="0"/>
              <a:t> </a:t>
            </a:r>
            <a:r>
              <a:rPr lang="nl-NL" sz="2400" dirty="0" err="1"/>
              <a:t>neighbouring</a:t>
            </a:r>
            <a:r>
              <a:rPr lang="nl-NL" sz="2400" dirty="0"/>
              <a:t> </a:t>
            </a:r>
            <a:r>
              <a:rPr lang="nl-NL" sz="2400" dirty="0" err="1"/>
              <a:t>countries</a:t>
            </a:r>
            <a:r>
              <a:rPr lang="nl-NL" sz="2400" dirty="0"/>
              <a:t>.</a:t>
            </a:r>
          </a:p>
          <a:p>
            <a:pPr lvl="1"/>
            <a:r>
              <a:rPr lang="nl-NL" sz="2400" dirty="0"/>
              <a:t>The United </a:t>
            </a:r>
            <a:r>
              <a:rPr lang="nl-NL" sz="2400" dirty="0" err="1"/>
              <a:t>States</a:t>
            </a:r>
            <a:r>
              <a:rPr lang="nl-NL" sz="2400" dirty="0"/>
              <a:t> has </a:t>
            </a:r>
            <a:r>
              <a:rPr lang="nl-NL" sz="2400" dirty="0" err="1"/>
              <a:t>strict</a:t>
            </a:r>
            <a:r>
              <a:rPr lang="nl-NL" sz="2400" dirty="0"/>
              <a:t> </a:t>
            </a:r>
            <a:r>
              <a:rPr lang="nl-NL" sz="2400" dirty="0" err="1"/>
              <a:t>laws</a:t>
            </a:r>
            <a:r>
              <a:rPr lang="nl-NL" sz="2400" dirty="0"/>
              <a:t>.</a:t>
            </a:r>
          </a:p>
          <a:p>
            <a:pPr marL="366713" lvl="1" indent="0">
              <a:buNone/>
            </a:pPr>
            <a:endParaRPr lang="nl-NL" sz="2400" dirty="0"/>
          </a:p>
          <a:p>
            <a:r>
              <a:rPr lang="nl-NL" sz="2800" dirty="0" err="1"/>
              <a:t>If</a:t>
            </a:r>
            <a:r>
              <a:rPr lang="nl-NL" sz="2800" dirty="0"/>
              <a:t> </a:t>
            </a:r>
            <a:r>
              <a:rPr lang="nl-NL" sz="2800" dirty="0" err="1"/>
              <a:t>you</a:t>
            </a:r>
            <a:r>
              <a:rPr lang="nl-NL" sz="2800" dirty="0"/>
              <a:t> </a:t>
            </a:r>
            <a:r>
              <a:rPr lang="nl-NL" sz="2800" dirty="0" err="1"/>
              <a:t>measure</a:t>
            </a:r>
            <a:r>
              <a:rPr lang="nl-NL" sz="2800" dirty="0"/>
              <a:t> </a:t>
            </a:r>
            <a:r>
              <a:rPr lang="nl-NL" sz="2800" dirty="0" err="1"/>
              <a:t>something</a:t>
            </a:r>
            <a:r>
              <a:rPr lang="nl-NL" sz="2800" dirty="0"/>
              <a:t>, </a:t>
            </a:r>
            <a:r>
              <a:rPr lang="nl-NL" sz="2800" dirty="0" err="1"/>
              <a:t>use</a:t>
            </a:r>
            <a:r>
              <a:rPr lang="nl-NL" sz="2800" dirty="0"/>
              <a:t> the </a:t>
            </a:r>
            <a:r>
              <a:rPr lang="nl-NL" sz="2800" dirty="0" err="1"/>
              <a:t>form</a:t>
            </a:r>
            <a:r>
              <a:rPr lang="nl-NL" sz="2800" dirty="0"/>
              <a:t> of </a:t>
            </a:r>
            <a:r>
              <a:rPr lang="nl-NL" sz="2800" dirty="0" err="1"/>
              <a:t>he</a:t>
            </a:r>
            <a:r>
              <a:rPr lang="nl-NL" sz="2800" dirty="0"/>
              <a:t>, </a:t>
            </a:r>
            <a:r>
              <a:rPr lang="nl-NL" sz="2800" dirty="0" err="1"/>
              <a:t>she</a:t>
            </a:r>
            <a:r>
              <a:rPr lang="nl-NL" sz="2800" dirty="0"/>
              <a:t> </a:t>
            </a:r>
            <a:r>
              <a:rPr lang="nl-NL" sz="2800" dirty="0" err="1"/>
              <a:t>or</a:t>
            </a:r>
            <a:r>
              <a:rPr lang="nl-NL" sz="2800" dirty="0"/>
              <a:t> </a:t>
            </a:r>
            <a:r>
              <a:rPr lang="nl-NL" sz="2800" dirty="0" err="1"/>
              <a:t>it</a:t>
            </a:r>
            <a:r>
              <a:rPr lang="nl-NL" sz="2800" dirty="0"/>
              <a:t>, even </a:t>
            </a:r>
            <a:r>
              <a:rPr lang="nl-NL" sz="2800" dirty="0" err="1"/>
              <a:t>if</a:t>
            </a:r>
            <a:r>
              <a:rPr lang="nl-NL" sz="2800" dirty="0"/>
              <a:t> </a:t>
            </a:r>
            <a:r>
              <a:rPr lang="nl-NL" sz="2800" dirty="0" err="1"/>
              <a:t>it’s</a:t>
            </a:r>
            <a:r>
              <a:rPr lang="nl-NL" sz="2800" dirty="0"/>
              <a:t> more </a:t>
            </a:r>
            <a:r>
              <a:rPr lang="nl-NL" sz="2800" dirty="0" err="1"/>
              <a:t>than</a:t>
            </a:r>
            <a:r>
              <a:rPr lang="nl-NL" sz="2800" dirty="0"/>
              <a:t> </a:t>
            </a:r>
            <a:r>
              <a:rPr lang="nl-NL" sz="2800" dirty="0" err="1"/>
              <a:t>one</a:t>
            </a:r>
            <a:endParaRPr lang="nl-NL" sz="2800" dirty="0"/>
          </a:p>
          <a:p>
            <a:pPr lvl="1"/>
            <a:r>
              <a:rPr lang="nl-NL" sz="2400" dirty="0"/>
              <a:t>Ten </a:t>
            </a:r>
            <a:r>
              <a:rPr lang="nl-NL" sz="2400" dirty="0" err="1"/>
              <a:t>miles</a:t>
            </a:r>
            <a:r>
              <a:rPr lang="nl-NL" sz="2400" dirty="0"/>
              <a:t> is </a:t>
            </a:r>
            <a:r>
              <a:rPr lang="nl-NL" sz="2400" dirty="0" err="1"/>
              <a:t>too</a:t>
            </a:r>
            <a:r>
              <a:rPr lang="nl-NL" sz="2400" dirty="0"/>
              <a:t> </a:t>
            </a:r>
            <a:r>
              <a:rPr lang="nl-NL" sz="2400" dirty="0" err="1"/>
              <a:t>far</a:t>
            </a:r>
            <a:endParaRPr lang="nl-NL" sz="2400" dirty="0"/>
          </a:p>
          <a:p>
            <a:pPr lvl="1"/>
            <a:r>
              <a:rPr lang="nl-NL" sz="2400" dirty="0" err="1"/>
              <a:t>Two</a:t>
            </a:r>
            <a:r>
              <a:rPr lang="nl-NL" sz="2400" dirty="0"/>
              <a:t> kilos </a:t>
            </a:r>
            <a:r>
              <a:rPr lang="nl-NL" sz="2400" dirty="0" err="1"/>
              <a:t>seems</a:t>
            </a:r>
            <a:r>
              <a:rPr lang="nl-NL" sz="2400" dirty="0"/>
              <a:t> to </a:t>
            </a:r>
            <a:r>
              <a:rPr lang="nl-NL" sz="2400" dirty="0" err="1"/>
              <a:t>be</a:t>
            </a:r>
            <a:r>
              <a:rPr lang="nl-NL" sz="2400" dirty="0"/>
              <a:t> </a:t>
            </a:r>
            <a:r>
              <a:rPr lang="nl-NL" sz="2400" dirty="0" err="1"/>
              <a:t>too</a:t>
            </a:r>
            <a:r>
              <a:rPr lang="nl-NL" sz="2400" dirty="0"/>
              <a:t> </a:t>
            </a:r>
            <a:r>
              <a:rPr lang="nl-NL" sz="2400" dirty="0" err="1"/>
              <a:t>much</a:t>
            </a:r>
            <a:r>
              <a:rPr lang="nl-NL" sz="2400" dirty="0"/>
              <a:t>.</a:t>
            </a:r>
          </a:p>
          <a:p>
            <a:pPr lvl="1">
              <a:buNone/>
            </a:pPr>
            <a:endParaRPr lang="en-US" strike="sngStrike" dirty="0"/>
          </a:p>
        </p:txBody>
      </p:sp>
    </p:spTree>
    <p:extLst>
      <p:ext uri="{BB962C8B-B14F-4D97-AF65-F5344CB8AC3E}">
        <p14:creationId xmlns:p14="http://schemas.microsoft.com/office/powerpoint/2010/main" val="6668066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D62A39-4284-2DCB-E937-574CF39E7A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Future tense exercise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624D7D-FD21-3488-6E1C-18650A112555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nl-NL"/>
              <a:t>See handout</a:t>
            </a:r>
          </a:p>
        </p:txBody>
      </p:sp>
    </p:spTree>
    <p:extLst>
      <p:ext uri="{BB962C8B-B14F-4D97-AF65-F5344CB8AC3E}">
        <p14:creationId xmlns:p14="http://schemas.microsoft.com/office/powerpoint/2010/main" val="200786694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C47589-5813-6070-C1E8-AD5DA54FCE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93FB4-8EDE-4A45-FF25-B7C473DE29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Future tense exercise</a:t>
            </a:r>
            <a:br>
              <a:rPr lang="nl-NL"/>
            </a:br>
            <a:r>
              <a:rPr lang="nl-NL"/>
              <a:t>Answer key: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BA24FBF-0F2F-A02F-029A-063006429DA2}"/>
              </a:ext>
            </a:extLst>
          </p:cNvPr>
          <p:cNvPicPr>
            <a:picLocks noGrp="1" noChangeAspect="1"/>
          </p:cNvPicPr>
          <p:nvPr>
            <p:ph sz="quarter" idx="1"/>
          </p:nvPr>
        </p:nvPicPr>
        <p:blipFill>
          <a:blip r:embed="rId2"/>
          <a:stretch>
            <a:fillRect/>
          </a:stretch>
        </p:blipFill>
        <p:spPr>
          <a:xfrm>
            <a:off x="323528" y="1539988"/>
            <a:ext cx="8820471" cy="4663051"/>
          </a:xfrm>
        </p:spPr>
      </p:pic>
    </p:spTree>
    <p:extLst>
      <p:ext uri="{BB962C8B-B14F-4D97-AF65-F5344CB8AC3E}">
        <p14:creationId xmlns:p14="http://schemas.microsoft.com/office/powerpoint/2010/main" val="4414345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3AFD95-B448-DEE9-DA5B-5E42E5DCEF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901D72-07D9-2CC9-0B2A-B3E4138F6B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Future tense exercise</a:t>
            </a:r>
            <a:br>
              <a:rPr lang="nl-NL"/>
            </a:br>
            <a:r>
              <a:rPr lang="nl-NL"/>
              <a:t>Answer key (cont.)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684B6F31-6F66-8C41-9615-54957A482974}"/>
              </a:ext>
            </a:extLst>
          </p:cNvPr>
          <p:cNvPicPr>
            <a:picLocks noGrp="1" noChangeAspect="1"/>
          </p:cNvPicPr>
          <p:nvPr>
            <p:ph sz="quarter" idx="1"/>
          </p:nvPr>
        </p:nvPicPr>
        <p:blipFill>
          <a:blip r:embed="rId2"/>
          <a:stretch>
            <a:fillRect/>
          </a:stretch>
        </p:blipFill>
        <p:spPr>
          <a:xfrm>
            <a:off x="107504" y="1543230"/>
            <a:ext cx="8856984" cy="4455331"/>
          </a:xfrm>
        </p:spPr>
      </p:pic>
    </p:spTree>
    <p:extLst>
      <p:ext uri="{BB962C8B-B14F-4D97-AF65-F5344CB8AC3E}">
        <p14:creationId xmlns:p14="http://schemas.microsoft.com/office/powerpoint/2010/main" val="176981099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dian">
  <a:themeElements>
    <a:clrScheme name="Concours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Median">
      <a:maj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Me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Concours">
    <a:dk1>
      <a:sysClr val="windowText" lastClr="000000"/>
    </a:dk1>
    <a:lt1>
      <a:sysClr val="window" lastClr="FFFFFF"/>
    </a:lt1>
    <a:dk2>
      <a:srgbClr val="464646"/>
    </a:dk2>
    <a:lt2>
      <a:srgbClr val="DEF5FA"/>
    </a:lt2>
    <a:accent1>
      <a:srgbClr val="2DA2BF"/>
    </a:accent1>
    <a:accent2>
      <a:srgbClr val="DA1F28"/>
    </a:accent2>
    <a:accent3>
      <a:srgbClr val="EB641B"/>
    </a:accent3>
    <a:accent4>
      <a:srgbClr val="39639D"/>
    </a:accent4>
    <a:accent5>
      <a:srgbClr val="474B78"/>
    </a:accent5>
    <a:accent6>
      <a:srgbClr val="7D3C4A"/>
    </a:accent6>
    <a:hlink>
      <a:srgbClr val="FF8119"/>
    </a:hlink>
    <a:folHlink>
      <a:srgbClr val="44B9E8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E7C217F3DDE15439660C8A0FD095BFF" ma:contentTypeVersion="0" ma:contentTypeDescription="Create a new document." ma:contentTypeScope="" ma:versionID="178f27c8fb24e2f942a45cfe98f3550d">
  <xsd:schema xmlns:xsd="http://www.w3.org/2001/XMLSchema" xmlns:p="http://schemas.microsoft.com/office/2006/metadata/properties" targetNamespace="http://schemas.microsoft.com/office/2006/metadata/properties" ma:root="true" ma:fieldsID="4aeb20c0e3442673af7ee10786458764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office/internal/2005/internalDocumentation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 ma:readOnly="tru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lastPrinted" minOccurs="0" maxOccurs="1" type="xsd:dateTime"/>
        <xsd:element name="contentStatus" minOccurs="0" maxOccurs="1" type="xsd:string"/>
      </xsd:all>
    </xsd:complexType>
  </xsd:schema>
</ct:contentTypeSchema>
</file>

<file path=customXml/item2.xml><?xml version="1.0" encoding="utf-8"?>
<p:properties xmlns:p="http://schemas.microsoft.com/office/2006/metadata/properties" xmlns:xsi="http://www.w3.org/2001/XMLSchema-instance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394BD2CB-0752-4899-AB4C-957BE9E8958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office/internal/2005/internalDocumentation"/>
  </ds:schemaRefs>
</ds:datastoreItem>
</file>

<file path=customXml/itemProps2.xml><?xml version="1.0" encoding="utf-8"?>
<ds:datastoreItem xmlns:ds="http://schemas.openxmlformats.org/officeDocument/2006/customXml" ds:itemID="{9001DDFB-96CB-47F0-865F-F58A6766A59B}">
  <ds:schemaRefs>
    <ds:schemaRef ds:uri="http://schemas.microsoft.com/office/2006/documentManagement/types"/>
    <ds:schemaRef ds:uri="http://purl.org/dc/elements/1.1/"/>
    <ds:schemaRef ds:uri="http://www.w3.org/XML/1998/namespace"/>
    <ds:schemaRef ds:uri="http://purl.org/dc/terms/"/>
    <ds:schemaRef ds:uri="http://schemas.openxmlformats.org/package/2006/metadata/core-properties"/>
    <ds:schemaRef ds:uri="http://schemas.microsoft.com/office/2006/metadata/properties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939EE48E-5F96-4513-B66C-76E5825B693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Median</Template>
  <TotalTime>1956</TotalTime>
  <Words>2448</Words>
  <Application>Microsoft Office PowerPoint</Application>
  <PresentationFormat>On-screen Show (4:3)</PresentationFormat>
  <Paragraphs>301</Paragraphs>
  <Slides>39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6" baseType="lpstr">
      <vt:lpstr>Arial</vt:lpstr>
      <vt:lpstr>Calibri</vt:lpstr>
      <vt:lpstr>Sans sarif</vt:lpstr>
      <vt:lpstr>Tw Cen MT</vt:lpstr>
      <vt:lpstr>Wingdings</vt:lpstr>
      <vt:lpstr>Wingdings 2</vt:lpstr>
      <vt:lpstr>Median</vt:lpstr>
      <vt:lpstr>Grammar &amp; BAsics</vt:lpstr>
      <vt:lpstr>Agenda</vt:lpstr>
      <vt:lpstr>Tenses Session 2</vt:lpstr>
      <vt:lpstr>Future tenses Compared What is the difference in meaning?</vt:lpstr>
      <vt:lpstr>Future tenses Compared What is the difference in meaning?</vt:lpstr>
      <vt:lpstr>Will is used…</vt:lpstr>
      <vt:lpstr>‘Going to’ is used:</vt:lpstr>
      <vt:lpstr>PowerPoint Presentation</vt:lpstr>
      <vt:lpstr>Present forms to talk about the future</vt:lpstr>
      <vt:lpstr>Present forms to talk about the future</vt:lpstr>
      <vt:lpstr>Grammatical Tenses: Recap</vt:lpstr>
      <vt:lpstr>Answers:</vt:lpstr>
      <vt:lpstr>Questions and Negations</vt:lpstr>
      <vt:lpstr>Questions and Negations</vt:lpstr>
      <vt:lpstr>Attention: this exercise tests your knowledge of the info that follows</vt:lpstr>
      <vt:lpstr>Answers</vt:lpstr>
      <vt:lpstr>PowerPoint Presentation</vt:lpstr>
      <vt:lpstr>Asking yes/no questions</vt:lpstr>
      <vt:lpstr>“Do”-support Asking yes/no questions</vt:lpstr>
      <vt:lpstr>Asking yes/no questions about the past</vt:lpstr>
      <vt:lpstr>Asking yes/no questions</vt:lpstr>
      <vt:lpstr>“Do”-support  Wh-questions</vt:lpstr>
      <vt:lpstr>Wh-questions</vt:lpstr>
      <vt:lpstr>Wh-questions</vt:lpstr>
      <vt:lpstr>“Do”-support Negative sentences</vt:lpstr>
      <vt:lpstr>Negative sentences</vt:lpstr>
      <vt:lpstr>Negative sentences in the past</vt:lpstr>
      <vt:lpstr>Agreement</vt:lpstr>
      <vt:lpstr>What is Agreement? </vt:lpstr>
      <vt:lpstr>Noun forms and verb forms</vt:lpstr>
      <vt:lpstr>Some verbs don’t change</vt:lpstr>
      <vt:lpstr>Words that can’t be counted</vt:lpstr>
      <vt:lpstr>Some words always indicate more than one</vt:lpstr>
      <vt:lpstr>Words that refer to a group</vt:lpstr>
      <vt:lpstr>Things with two equal parts</vt:lpstr>
      <vt:lpstr>Note</vt:lpstr>
      <vt:lpstr>Future tense exercise</vt:lpstr>
      <vt:lpstr>Future tense exercise Answer key:</vt:lpstr>
      <vt:lpstr>Future tense exercise Answer key (cont.)</vt:lpstr>
    </vt:vector>
  </TitlesOfParts>
  <Company>Hogeschool Utrecht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Grammar</dc:title>
  <dc:creator>marlies.devos</dc:creator>
  <cp:lastModifiedBy>Thomas de France</cp:lastModifiedBy>
  <cp:revision>51</cp:revision>
  <cp:lastPrinted>2025-02-12T10:48:55Z</cp:lastPrinted>
  <dcterms:created xsi:type="dcterms:W3CDTF">2017-08-09T11:56:23Z</dcterms:created>
  <dcterms:modified xsi:type="dcterms:W3CDTF">2025-02-12T11:25:18Z</dcterms:modified>
</cp:coreProperties>
</file>