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38"/>
  </p:notesMasterIdLst>
  <p:sldIdLst>
    <p:sldId id="256" r:id="rId5"/>
    <p:sldId id="366" r:id="rId6"/>
    <p:sldId id="335" r:id="rId7"/>
    <p:sldId id="367" r:id="rId8"/>
    <p:sldId id="337" r:id="rId9"/>
    <p:sldId id="339" r:id="rId10"/>
    <p:sldId id="340" r:id="rId11"/>
    <p:sldId id="341" r:id="rId12"/>
    <p:sldId id="342" r:id="rId13"/>
    <p:sldId id="308" r:id="rId14"/>
    <p:sldId id="309" r:id="rId15"/>
    <p:sldId id="344" r:id="rId16"/>
    <p:sldId id="345" r:id="rId17"/>
    <p:sldId id="346" r:id="rId18"/>
    <p:sldId id="347" r:id="rId19"/>
    <p:sldId id="348" r:id="rId20"/>
    <p:sldId id="349" r:id="rId21"/>
    <p:sldId id="350" r:id="rId22"/>
    <p:sldId id="351" r:id="rId23"/>
    <p:sldId id="352" r:id="rId24"/>
    <p:sldId id="353" r:id="rId25"/>
    <p:sldId id="354" r:id="rId26"/>
    <p:sldId id="355" r:id="rId27"/>
    <p:sldId id="356" r:id="rId28"/>
    <p:sldId id="357" r:id="rId29"/>
    <p:sldId id="358" r:id="rId30"/>
    <p:sldId id="359" r:id="rId31"/>
    <p:sldId id="360" r:id="rId32"/>
    <p:sldId id="361" r:id="rId33"/>
    <p:sldId id="362" r:id="rId34"/>
    <p:sldId id="363" r:id="rId35"/>
    <p:sldId id="364" r:id="rId36"/>
    <p:sldId id="365" r:id="rId3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ED928B6-0528-40D6-BAFD-3497BAF790A5}">
          <p14:sldIdLst>
            <p14:sldId id="256"/>
            <p14:sldId id="366"/>
            <p14:sldId id="335"/>
            <p14:sldId id="367"/>
            <p14:sldId id="337"/>
            <p14:sldId id="339"/>
            <p14:sldId id="340"/>
            <p14:sldId id="341"/>
            <p14:sldId id="342"/>
            <p14:sldId id="308"/>
            <p14:sldId id="309"/>
          </p14:sldIdLst>
        </p14:section>
        <p14:section name="Questions &amp; Negations" id="{F5CB063A-6CB0-4D69-A9FF-2BE0CF278C8A}">
          <p14:sldIdLst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</p14:sldIdLst>
        </p14:section>
        <p14:section name="Agreement" id="{4DC45406-445B-4C1E-A02B-79540D299FA7}">
          <p14:sldIdLst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tima Kajouj" initials="FK" lastIdx="1" clrIdx="0">
    <p:extLst>
      <p:ext uri="{19B8F6BF-5375-455C-9EA6-DF929625EA0E}">
        <p15:presenceInfo xmlns:p15="http://schemas.microsoft.com/office/powerpoint/2012/main" userId="S-1-5-21-1757436266-1070379326-1452763161-1067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E0C334-4B16-4CBC-A83A-0D4CC757B0F4}" v="1" dt="2025-02-04T22:23:26.7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88632" autoAdjust="0"/>
  </p:normalViewPr>
  <p:slideViewPr>
    <p:cSldViewPr>
      <p:cViewPr varScale="1">
        <p:scale>
          <a:sx n="57" d="100"/>
          <a:sy n="57" d="100"/>
        </p:scale>
        <p:origin x="154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1" d="100"/>
        <a:sy n="131" d="100"/>
      </p:scale>
      <p:origin x="0" y="-1044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ommentAuthors" Target="commentAuthor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de France" userId="fbd91d28-26b5-4f93-b162-d3fc612d7479" providerId="ADAL" clId="{690FFEB3-6A72-429F-A1CE-EC3E564E7F2A}"/>
    <pc:docChg chg="custSel modSld">
      <pc:chgData name="Thomas de France" userId="fbd91d28-26b5-4f93-b162-d3fc612d7479" providerId="ADAL" clId="{690FFEB3-6A72-429F-A1CE-EC3E564E7F2A}" dt="2024-09-10T09:45:37.756" v="431" actId="20577"/>
      <pc:docMkLst>
        <pc:docMk/>
      </pc:docMkLst>
      <pc:sldChg chg="modSp mod">
        <pc:chgData name="Thomas de France" userId="fbd91d28-26b5-4f93-b162-d3fc612d7479" providerId="ADAL" clId="{690FFEB3-6A72-429F-A1CE-EC3E564E7F2A}" dt="2024-09-10T08:55:52.629" v="11" actId="20577"/>
        <pc:sldMkLst>
          <pc:docMk/>
          <pc:sldMk cId="4087256311" sldId="309"/>
        </pc:sldMkLst>
      </pc:sldChg>
      <pc:sldChg chg="modSp mod">
        <pc:chgData name="Thomas de France" userId="fbd91d28-26b5-4f93-b162-d3fc612d7479" providerId="ADAL" clId="{690FFEB3-6A72-429F-A1CE-EC3E564E7F2A}" dt="2024-09-10T09:43:48.756" v="380" actId="20577"/>
        <pc:sldMkLst>
          <pc:docMk/>
          <pc:sldMk cId="2138048556" sldId="347"/>
        </pc:sldMkLst>
      </pc:sldChg>
      <pc:sldChg chg="modSp">
        <pc:chgData name="Thomas de France" userId="fbd91d28-26b5-4f93-b162-d3fc612d7479" providerId="ADAL" clId="{690FFEB3-6A72-429F-A1CE-EC3E564E7F2A}" dt="2024-09-10T09:23:58.606" v="47" actId="115"/>
        <pc:sldMkLst>
          <pc:docMk/>
          <pc:sldMk cId="3300873791" sldId="348"/>
        </pc:sldMkLst>
      </pc:sldChg>
      <pc:sldChg chg="modSp mod modAnim">
        <pc:chgData name="Thomas de France" userId="fbd91d28-26b5-4f93-b162-d3fc612d7479" providerId="ADAL" clId="{690FFEB3-6A72-429F-A1CE-EC3E564E7F2A}" dt="2024-09-10T09:43:34.865" v="376" actId="20577"/>
        <pc:sldMkLst>
          <pc:docMk/>
          <pc:sldMk cId="2836144637" sldId="349"/>
        </pc:sldMkLst>
      </pc:sldChg>
      <pc:sldChg chg="modSp mod">
        <pc:chgData name="Thomas de France" userId="fbd91d28-26b5-4f93-b162-d3fc612d7479" providerId="ADAL" clId="{690FFEB3-6A72-429F-A1CE-EC3E564E7F2A}" dt="2024-09-10T09:43:21.291" v="355" actId="20577"/>
        <pc:sldMkLst>
          <pc:docMk/>
          <pc:sldMk cId="401139725" sldId="350"/>
        </pc:sldMkLst>
      </pc:sldChg>
      <pc:sldChg chg="modSp mod modAnim">
        <pc:chgData name="Thomas de France" userId="fbd91d28-26b5-4f93-b162-d3fc612d7479" providerId="ADAL" clId="{690FFEB3-6A72-429F-A1CE-EC3E564E7F2A}" dt="2024-09-10T09:45:19.934" v="413" actId="20577"/>
        <pc:sldMkLst>
          <pc:docMk/>
          <pc:sldMk cId="1714085871" sldId="353"/>
        </pc:sldMkLst>
      </pc:sldChg>
      <pc:sldChg chg="modSp">
        <pc:chgData name="Thomas de France" userId="fbd91d28-26b5-4f93-b162-d3fc612d7479" providerId="ADAL" clId="{690FFEB3-6A72-429F-A1CE-EC3E564E7F2A}" dt="2024-09-10T09:45:37.756" v="431" actId="20577"/>
        <pc:sldMkLst>
          <pc:docMk/>
          <pc:sldMk cId="4005483952" sldId="354"/>
        </pc:sldMkLst>
      </pc:sldChg>
    </pc:docChg>
  </pc:docChgLst>
  <pc:docChgLst>
    <pc:chgData name="Fatima Kajouj" userId="c3170573-fe56-4cc3-a17b-b68bb4d2c2dc" providerId="ADAL" clId="{9E76E538-3F22-42AC-A603-020F5CC66717}"/>
    <pc:docChg chg="modSld addSection modSection">
      <pc:chgData name="Fatima Kajouj" userId="c3170573-fe56-4cc3-a17b-b68bb4d2c2dc" providerId="ADAL" clId="{9E76E538-3F22-42AC-A603-020F5CC66717}" dt="2023-08-28T18:39:59.700" v="36" actId="17846"/>
      <pc:docMkLst>
        <pc:docMk/>
      </pc:docMkLst>
      <pc:sldChg chg="modSp mod">
        <pc:chgData name="Fatima Kajouj" userId="c3170573-fe56-4cc3-a17b-b68bb4d2c2dc" providerId="ADAL" clId="{9E76E538-3F22-42AC-A603-020F5CC66717}" dt="2023-08-22T15:46:21.827" v="29" actId="20577"/>
        <pc:sldMkLst>
          <pc:docMk/>
          <pc:sldMk cId="3682992781" sldId="308"/>
        </pc:sldMkLst>
      </pc:sldChg>
      <pc:sldChg chg="modSp mod">
        <pc:chgData name="Fatima Kajouj" userId="c3170573-fe56-4cc3-a17b-b68bb4d2c2dc" providerId="ADAL" clId="{9E76E538-3F22-42AC-A603-020F5CC66717}" dt="2023-08-22T15:47:18.595" v="32" actId="20577"/>
        <pc:sldMkLst>
          <pc:docMk/>
          <pc:sldMk cId="1563076263" sldId="356"/>
        </pc:sldMkLst>
      </pc:sldChg>
    </pc:docChg>
  </pc:docChgLst>
  <pc:docChgLst>
    <pc:chgData name="Thomas de France" userId="fbd91d28-26b5-4f93-b162-d3fc612d7479" providerId="ADAL" clId="{1AE0C334-4B16-4CBC-A83A-0D4CC757B0F4}"/>
    <pc:docChg chg="addSld modSld">
      <pc:chgData name="Thomas de France" userId="fbd91d28-26b5-4f93-b162-d3fc612d7479" providerId="ADAL" clId="{1AE0C334-4B16-4CBC-A83A-0D4CC757B0F4}" dt="2025-02-04T22:23:26.699" v="0"/>
      <pc:docMkLst>
        <pc:docMk/>
      </pc:docMkLst>
      <pc:sldChg chg="add">
        <pc:chgData name="Thomas de France" userId="fbd91d28-26b5-4f93-b162-d3fc612d7479" providerId="ADAL" clId="{1AE0C334-4B16-4CBC-A83A-0D4CC757B0F4}" dt="2025-02-04T22:23:26.699" v="0"/>
        <pc:sldMkLst>
          <pc:docMk/>
          <pc:sldMk cId="1200338313" sldId="335"/>
        </pc:sldMkLst>
      </pc:sldChg>
      <pc:sldChg chg="add">
        <pc:chgData name="Thomas de France" userId="fbd91d28-26b5-4f93-b162-d3fc612d7479" providerId="ADAL" clId="{1AE0C334-4B16-4CBC-A83A-0D4CC757B0F4}" dt="2025-02-04T22:23:26.699" v="0"/>
        <pc:sldMkLst>
          <pc:docMk/>
          <pc:sldMk cId="3905656950" sldId="337"/>
        </pc:sldMkLst>
      </pc:sldChg>
      <pc:sldChg chg="add">
        <pc:chgData name="Thomas de France" userId="fbd91d28-26b5-4f93-b162-d3fc612d7479" providerId="ADAL" clId="{1AE0C334-4B16-4CBC-A83A-0D4CC757B0F4}" dt="2025-02-04T22:23:26.699" v="0"/>
        <pc:sldMkLst>
          <pc:docMk/>
          <pc:sldMk cId="560438664" sldId="339"/>
        </pc:sldMkLst>
      </pc:sldChg>
      <pc:sldChg chg="add">
        <pc:chgData name="Thomas de France" userId="fbd91d28-26b5-4f93-b162-d3fc612d7479" providerId="ADAL" clId="{1AE0C334-4B16-4CBC-A83A-0D4CC757B0F4}" dt="2025-02-04T22:23:26.699" v="0"/>
        <pc:sldMkLst>
          <pc:docMk/>
          <pc:sldMk cId="884373031" sldId="340"/>
        </pc:sldMkLst>
      </pc:sldChg>
      <pc:sldChg chg="add">
        <pc:chgData name="Thomas de France" userId="fbd91d28-26b5-4f93-b162-d3fc612d7479" providerId="ADAL" clId="{1AE0C334-4B16-4CBC-A83A-0D4CC757B0F4}" dt="2025-02-04T22:23:26.699" v="0"/>
        <pc:sldMkLst>
          <pc:docMk/>
          <pc:sldMk cId="1524811275" sldId="341"/>
        </pc:sldMkLst>
      </pc:sldChg>
      <pc:sldChg chg="add">
        <pc:chgData name="Thomas de France" userId="fbd91d28-26b5-4f93-b162-d3fc612d7479" providerId="ADAL" clId="{1AE0C334-4B16-4CBC-A83A-0D4CC757B0F4}" dt="2025-02-04T22:23:26.699" v="0"/>
        <pc:sldMkLst>
          <pc:docMk/>
          <pc:sldMk cId="246575869" sldId="342"/>
        </pc:sldMkLst>
      </pc:sldChg>
      <pc:sldChg chg="add">
        <pc:chgData name="Thomas de France" userId="fbd91d28-26b5-4f93-b162-d3fc612d7479" providerId="ADAL" clId="{1AE0C334-4B16-4CBC-A83A-0D4CC757B0F4}" dt="2025-02-04T22:23:26.699" v="0"/>
        <pc:sldMkLst>
          <pc:docMk/>
          <pc:sldMk cId="944624358" sldId="366"/>
        </pc:sldMkLst>
      </pc:sldChg>
      <pc:sldChg chg="add">
        <pc:chgData name="Thomas de France" userId="fbd91d28-26b5-4f93-b162-d3fc612d7479" providerId="ADAL" clId="{1AE0C334-4B16-4CBC-A83A-0D4CC757B0F4}" dt="2025-02-04T22:23:26.699" v="0"/>
        <pc:sldMkLst>
          <pc:docMk/>
          <pc:sldMk cId="3224289659" sldId="3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374873D-57D9-4A5B-A4DD-585D798AE78E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6E48E25-63CB-4ED7-A555-A29ADE2CEB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0635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42B7D-9F1C-4D3D-BE18-0842AA8076D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935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FCDD5-C3E1-4EF6-8AB4-75DE8B35F82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22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FCDD5-C3E1-4EF6-8AB4-75DE8B35F82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272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17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543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193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62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77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Am </a:t>
            </a:r>
            <a:r>
              <a:rPr lang="nl-NL" dirty="0" err="1"/>
              <a:t>moving</a:t>
            </a:r>
            <a:endParaRPr lang="nl-NL" dirty="0"/>
          </a:p>
          <a:p>
            <a:r>
              <a:rPr lang="nl-NL" dirty="0"/>
              <a:t>Have </a:t>
            </a:r>
            <a:r>
              <a:rPr lang="nl-NL" dirty="0" err="1"/>
              <a:t>already</a:t>
            </a:r>
            <a:r>
              <a:rPr lang="nl-NL" dirty="0"/>
              <a:t> </a:t>
            </a:r>
            <a:r>
              <a:rPr lang="nl-NL" dirty="0" err="1"/>
              <a:t>bought</a:t>
            </a:r>
            <a:endParaRPr lang="nl-NL" dirty="0"/>
          </a:p>
          <a:p>
            <a:r>
              <a:rPr lang="nl-NL" dirty="0"/>
              <a:t>Got</a:t>
            </a:r>
          </a:p>
          <a:p>
            <a:r>
              <a:rPr lang="nl-NL" dirty="0" err="1"/>
              <a:t>Broke</a:t>
            </a:r>
            <a:endParaRPr lang="nl-NL" dirty="0"/>
          </a:p>
          <a:p>
            <a:r>
              <a:rPr lang="nl-NL" dirty="0"/>
              <a:t>Was cleaning</a:t>
            </a:r>
          </a:p>
          <a:p>
            <a:r>
              <a:rPr lang="nl-NL" dirty="0" err="1"/>
              <a:t>Didn’t</a:t>
            </a:r>
            <a:r>
              <a:rPr lang="nl-NL" dirty="0"/>
              <a:t> </a:t>
            </a:r>
            <a:r>
              <a:rPr lang="nl-NL" dirty="0" err="1"/>
              <a:t>cost</a:t>
            </a:r>
            <a:endParaRPr lang="nl-NL" dirty="0"/>
          </a:p>
          <a:p>
            <a:r>
              <a:rPr lang="nl-NL" dirty="0"/>
              <a:t>Will </a:t>
            </a:r>
            <a:r>
              <a:rPr lang="nl-NL" dirty="0" err="1"/>
              <a:t>probably</a:t>
            </a:r>
            <a:r>
              <a:rPr lang="nl-NL" dirty="0"/>
              <a:t> </a:t>
            </a:r>
            <a:r>
              <a:rPr lang="nl-NL" dirty="0" err="1"/>
              <a:t>buy</a:t>
            </a:r>
            <a:endParaRPr lang="nl-NL" dirty="0"/>
          </a:p>
          <a:p>
            <a:r>
              <a:rPr lang="nl-NL" dirty="0"/>
              <a:t>Was </a:t>
            </a:r>
            <a:r>
              <a:rPr lang="nl-NL" dirty="0" err="1"/>
              <a:t>looking</a:t>
            </a:r>
            <a:endParaRPr lang="nl-NL" dirty="0"/>
          </a:p>
          <a:p>
            <a:r>
              <a:rPr lang="nl-NL" dirty="0"/>
              <a:t>Met</a:t>
            </a:r>
          </a:p>
          <a:p>
            <a:r>
              <a:rPr lang="nl-NL" dirty="0"/>
              <a:t>Went</a:t>
            </a:r>
          </a:p>
          <a:p>
            <a:r>
              <a:rPr lang="nl-NL" dirty="0"/>
              <a:t>Are </a:t>
            </a:r>
            <a:r>
              <a:rPr lang="nl-NL" dirty="0" err="1"/>
              <a:t>having</a:t>
            </a:r>
            <a:endParaRPr lang="nl-NL" dirty="0"/>
          </a:p>
          <a:p>
            <a:r>
              <a:rPr lang="nl-NL" dirty="0"/>
              <a:t>Works</a:t>
            </a:r>
          </a:p>
          <a:p>
            <a:r>
              <a:rPr lang="nl-NL" dirty="0"/>
              <a:t>Am </a:t>
            </a:r>
            <a:r>
              <a:rPr lang="nl-NL" dirty="0" err="1"/>
              <a:t>waiting</a:t>
            </a:r>
            <a:endParaRPr lang="nl-NL" dirty="0"/>
          </a:p>
          <a:p>
            <a:r>
              <a:rPr lang="nl-NL" dirty="0"/>
              <a:t>Are </a:t>
            </a:r>
            <a:r>
              <a:rPr lang="nl-NL" dirty="0" err="1"/>
              <a:t>going</a:t>
            </a:r>
            <a:endParaRPr lang="nl-NL" dirty="0"/>
          </a:p>
          <a:p>
            <a:r>
              <a:rPr lang="nl-NL" dirty="0"/>
              <a:t>Do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/>
              <a:t>know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E48E25-63CB-4ED7-A555-A29ADE2CEB5D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79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8D2C8C-8A96-4251-B6EC-CB2F9A38626A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929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Point out the</a:t>
            </a:r>
            <a:r>
              <a:rPr lang="nl-NL" baseline="0" dirty="0"/>
              <a:t> </a:t>
            </a:r>
            <a:r>
              <a:rPr lang="nl-NL" baseline="0" dirty="0" err="1"/>
              <a:t>contracted</a:t>
            </a:r>
            <a:r>
              <a:rPr lang="nl-NL" baseline="0" dirty="0"/>
              <a:t> </a:t>
            </a:r>
            <a:r>
              <a:rPr lang="nl-NL" baseline="0" dirty="0" err="1"/>
              <a:t>forms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356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8D2C8C-8A96-4251-B6EC-CB2F9A38626A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881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3280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886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625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5778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9013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99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B861120-EFDB-4533-B87C-A1278EBF80C5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ABD6670F-63CF-4079-A794-786884DE23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A47EC1-ABE0-4B1E-BF24-47ED740CC1D4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81F90C-6C71-47B8-9FCC-79D272E824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0FB728-CF93-4632-8F9C-E98FD478B402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F88FB71-350B-4322-BA0D-67C80B780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606C057-8976-4D02-9983-C10B5586AE87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6ABA2D2-3FFE-48B9-A4B4-C7D439DF43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ABE3E2A-F99E-4BCC-A3D5-0439FB0740D0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5C33B46-E39D-4B46-855B-B2267F8475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A3AF-0E69-4F2D-82BA-173BD96689D8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B2942-9AF6-40A0-821E-30F8771252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556E5-8ADF-45D8-8531-838E30F7077A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02D403-2A6F-40B1-9F25-E15B71F266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9B093-E738-4BB2-973B-EF156D1F443B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F4BC5-822E-462D-87DC-F5E84862D2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0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11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12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D81EA648-ADAF-4466-98E9-9D38B0D713C3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3673656E-B7DE-478A-9391-C8E1CC551C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D1440-7457-414E-A0B4-FE059C00692B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A0FBEB-C9BA-450B-A377-FC3BC75FF9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825612-1A87-40E2-8D19-00DEE8E7A585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7D7120-127F-4927-851E-7F4A29C2AF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el en 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5613" y="273050"/>
            <a:ext cx="8226425" cy="1143000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abel 2"/>
          <p:cNvSpPr>
            <a:spLocks noGrp="1"/>
          </p:cNvSpPr>
          <p:nvPr>
            <p:ph type="tbl" idx="1"/>
          </p:nvPr>
        </p:nvSpPr>
        <p:spPr>
          <a:xfrm>
            <a:off x="455613" y="1598613"/>
            <a:ext cx="8226425" cy="449738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>
          <a:xfrm>
            <a:off x="455613" y="6242050"/>
            <a:ext cx="2130425" cy="474663"/>
          </a:xfrm>
        </p:spPr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3124200" y="6242050"/>
            <a:ext cx="2895600" cy="474663"/>
          </a:xfrm>
        </p:spPr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6553200" y="6242050"/>
            <a:ext cx="2130425" cy="474663"/>
          </a:xfrm>
        </p:spPr>
        <p:txBody>
          <a:bodyPr/>
          <a:lstStyle>
            <a:lvl1pPr>
              <a:defRPr/>
            </a:lvl1pPr>
          </a:lstStyle>
          <a:p>
            <a:fld id="{DF4996A3-E743-4CC6-AF03-18741D42FF9E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9613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E075E96C-375F-4DE3-B7D3-7945EE79ED46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F62A9F82-0ADA-474F-891D-EEBBE786E4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65" r:id="rId2"/>
    <p:sldLayoutId id="2147483870" r:id="rId3"/>
    <p:sldLayoutId id="2147483871" r:id="rId4"/>
    <p:sldLayoutId id="2147483872" r:id="rId5"/>
    <p:sldLayoutId id="2147483866" r:id="rId6"/>
    <p:sldLayoutId id="2147483873" r:id="rId7"/>
    <p:sldLayoutId id="2147483867" r:id="rId8"/>
    <p:sldLayoutId id="2147483874" r:id="rId9"/>
    <p:sldLayoutId id="2147483868" r:id="rId10"/>
    <p:sldLayoutId id="2147483875" r:id="rId11"/>
    <p:sldLayoutId id="2147483876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79712" y="4077072"/>
            <a:ext cx="7250360" cy="18288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Grammar &amp; </a:t>
            </a:r>
            <a:r>
              <a:rPr lang="en-US" sz="6000" dirty="0" err="1">
                <a:latin typeface="Arial" panose="020B0604020202020204" pitchFamily="34" charset="0"/>
                <a:cs typeface="Arial" panose="020B0604020202020204" pitchFamily="34" charset="0"/>
              </a:rPr>
              <a:t>BAsics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>
            <a:normAutofit fontScale="62500" lnSpcReduction="20000"/>
          </a:bodyPr>
          <a:lstStyle/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Lecture 2 Tenses and related topics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4DFE37-C0E0-2C66-5977-9CB370E0D5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Tenses</a:t>
            </a:r>
            <a:r>
              <a:rPr lang="nl-NL" dirty="0"/>
              <a:t> </a:t>
            </a:r>
            <a:r>
              <a:rPr lang="nl-NL" dirty="0" err="1"/>
              <a:t>Session</a:t>
            </a:r>
            <a:r>
              <a:rPr lang="nl-NL" dirty="0"/>
              <a:t> 2</a:t>
            </a:r>
            <a:endParaRPr lang="en-GB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4CF3701-BE53-B606-33BC-1EC3D10F38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The </a:t>
            </a:r>
            <a:r>
              <a:rPr lang="nl-NL" dirty="0" err="1"/>
              <a:t>Future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4624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17209" y="0"/>
            <a:ext cx="8226425" cy="1143000"/>
          </a:xfrm>
        </p:spPr>
        <p:txBody>
          <a:bodyPr/>
          <a:lstStyle/>
          <a:p>
            <a:r>
              <a:rPr lang="nl-NL" dirty="0" err="1">
                <a:latin typeface="Sans sarif"/>
              </a:rPr>
              <a:t>Future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tenses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Compared</a:t>
            </a:r>
            <a:br>
              <a:rPr lang="nl-NL" dirty="0">
                <a:latin typeface="Sans sarif"/>
              </a:rPr>
            </a:br>
            <a:r>
              <a:rPr lang="nl-NL" dirty="0" err="1">
                <a:solidFill>
                  <a:schemeClr val="accent3"/>
                </a:solidFill>
                <a:latin typeface="Sans sarif"/>
              </a:rPr>
              <a:t>What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is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the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difference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in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meaning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?</a:t>
            </a:r>
            <a:endParaRPr lang="nl-NL" dirty="0">
              <a:latin typeface="Sans sarif"/>
            </a:endParaRPr>
          </a:p>
        </p:txBody>
      </p:sp>
      <p:graphicFrame>
        <p:nvGraphicFramePr>
          <p:cNvPr id="21561" name="Group 57"/>
          <p:cNvGraphicFramePr>
            <a:graphicFrameLocks noGrp="1"/>
          </p:cNvGraphicFramePr>
          <p:nvPr>
            <p:ph idx="1"/>
          </p:nvPr>
        </p:nvGraphicFramePr>
        <p:xfrm>
          <a:off x="2123728" y="1674696"/>
          <a:ext cx="6192688" cy="4451351"/>
        </p:xfrm>
        <a:graphic>
          <a:graphicData uri="http://schemas.openxmlformats.org/drawingml/2006/table">
            <a:tbl>
              <a:tblPr/>
              <a:tblGrid>
                <a:gridCol w="619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1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I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will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travel 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to New York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some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day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7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I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am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going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to travel to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New York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this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summer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I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am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travelling 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to New York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tomorrow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1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My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plane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leaves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at 15:00.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1535" name="Picture 31" descr="ticke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3790" y="4005064"/>
            <a:ext cx="697930" cy="1019688"/>
          </a:xfrm>
          <a:prstGeom prst="rect">
            <a:avLst/>
          </a:prstGeom>
          <a:noFill/>
        </p:spPr>
      </p:pic>
      <p:pic>
        <p:nvPicPr>
          <p:cNvPr id="21536" name="Picture 32" descr="lpn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8486" y="2708920"/>
            <a:ext cx="904875" cy="1317625"/>
          </a:xfrm>
          <a:prstGeom prst="rect">
            <a:avLst/>
          </a:prstGeom>
          <a:noFill/>
        </p:spPr>
      </p:pic>
      <p:pic>
        <p:nvPicPr>
          <p:cNvPr id="21537" name="Picture 33" descr="nyc-sky-lin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1903" y="1674696"/>
            <a:ext cx="1828800" cy="1033463"/>
          </a:xfrm>
          <a:prstGeom prst="rect">
            <a:avLst/>
          </a:prstGeom>
          <a:noFill/>
        </p:spPr>
      </p:pic>
      <p:pic>
        <p:nvPicPr>
          <p:cNvPr id="21538" name="Picture 34" descr="schiphol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11560" y="5085184"/>
            <a:ext cx="1454150" cy="8099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0033831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17209" y="0"/>
            <a:ext cx="8226425" cy="1143000"/>
          </a:xfrm>
        </p:spPr>
        <p:txBody>
          <a:bodyPr/>
          <a:lstStyle/>
          <a:p>
            <a:r>
              <a:rPr lang="nl-NL" dirty="0" err="1">
                <a:latin typeface="Sans sarif"/>
              </a:rPr>
              <a:t>Future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tenses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Compared</a:t>
            </a:r>
            <a:br>
              <a:rPr lang="nl-NL" dirty="0">
                <a:latin typeface="Sans sarif"/>
              </a:rPr>
            </a:br>
            <a:r>
              <a:rPr lang="nl-NL" dirty="0" err="1">
                <a:solidFill>
                  <a:schemeClr val="accent3"/>
                </a:solidFill>
                <a:latin typeface="Sans sarif"/>
              </a:rPr>
              <a:t>What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is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the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difference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in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meaning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?</a:t>
            </a:r>
            <a:endParaRPr lang="nl-NL" dirty="0">
              <a:latin typeface="Sans sarif"/>
            </a:endParaRPr>
          </a:p>
        </p:txBody>
      </p:sp>
      <p:graphicFrame>
        <p:nvGraphicFramePr>
          <p:cNvPr id="21561" name="Group 57"/>
          <p:cNvGraphicFramePr>
            <a:graphicFrameLocks noGrp="1"/>
          </p:cNvGraphicFramePr>
          <p:nvPr>
            <p:ph idx="1"/>
          </p:nvPr>
        </p:nvGraphicFramePr>
        <p:xfrm>
          <a:off x="2048553" y="1556792"/>
          <a:ext cx="2704218" cy="5135034"/>
        </p:xfrm>
        <a:graphic>
          <a:graphicData uri="http://schemas.openxmlformats.org/drawingml/2006/table">
            <a:tbl>
              <a:tblPr/>
              <a:tblGrid>
                <a:gridCol w="2704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76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I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will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travel 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to New York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some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day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31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I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am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going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to travel to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New York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this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summer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79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I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am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travelling 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to New York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tomorrow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6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My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plane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leaves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at 15:00.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1535" name="Picture 31" descr="ticke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05431" y="4425536"/>
            <a:ext cx="697930" cy="1019688"/>
          </a:xfrm>
          <a:prstGeom prst="rect">
            <a:avLst/>
          </a:prstGeom>
          <a:noFill/>
        </p:spPr>
      </p:pic>
      <p:pic>
        <p:nvPicPr>
          <p:cNvPr id="21536" name="Picture 32" descr="lpn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6845" y="2780928"/>
            <a:ext cx="904875" cy="1317625"/>
          </a:xfrm>
          <a:prstGeom prst="rect">
            <a:avLst/>
          </a:prstGeom>
          <a:noFill/>
        </p:spPr>
      </p:pic>
      <p:pic>
        <p:nvPicPr>
          <p:cNvPr id="21537" name="Picture 33" descr="nyc-sky-lin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1903" y="1674696"/>
            <a:ext cx="1828800" cy="1033463"/>
          </a:xfrm>
          <a:prstGeom prst="rect">
            <a:avLst/>
          </a:prstGeom>
          <a:noFill/>
        </p:spPr>
      </p:pic>
      <p:pic>
        <p:nvPicPr>
          <p:cNvPr id="21538" name="Picture 34" descr="schiphol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11560" y="5643394"/>
            <a:ext cx="1454150" cy="809942"/>
          </a:xfrm>
          <a:prstGeom prst="rect">
            <a:avLst/>
          </a:prstGeom>
          <a:noFill/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151374E-D1F3-C444-05FD-615D9DEBA019}"/>
              </a:ext>
            </a:extLst>
          </p:cNvPr>
          <p:cNvGraphicFramePr>
            <a:graphicFrameLocks noGrp="1"/>
          </p:cNvGraphicFramePr>
          <p:nvPr/>
        </p:nvGraphicFramePr>
        <p:xfrm>
          <a:off x="4803280" y="1556792"/>
          <a:ext cx="3104243" cy="5135034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104243">
                  <a:extLst>
                    <a:ext uri="{9D8B030D-6E8A-4147-A177-3AD203B41FA5}">
                      <a16:colId xmlns:a16="http://schemas.microsoft.com/office/drawing/2014/main" val="96545397"/>
                    </a:ext>
                  </a:extLst>
                </a:gridCol>
              </a:tblGrid>
              <a:tr h="11521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Prediction</a:t>
                      </a:r>
                      <a:r>
                        <a:rPr kumimoji="0" lang="nl-NL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kumimoji="0" lang="nl-NL" sz="24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neutral</a:t>
                      </a:r>
                      <a:r>
                        <a:rPr kumimoji="0" lang="nl-NL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attitude</a:t>
                      </a:r>
                      <a:endParaRPr kumimoji="0" lang="nl-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s sarif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704984428"/>
                  </a:ext>
                </a:extLst>
              </a:tr>
              <a:tr h="15841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Plan, </a:t>
                      </a:r>
                      <a:r>
                        <a:rPr kumimoji="0" lang="nl-NL" sz="24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intention</a:t>
                      </a:r>
                      <a:endParaRPr kumimoji="0" lang="nl-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s sarif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587161113"/>
                  </a:ext>
                </a:extLst>
              </a:tr>
              <a:tr h="11521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Arrangement</a:t>
                      </a:r>
                      <a:endParaRPr kumimoji="0" lang="nl-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s sarif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576306636"/>
                  </a:ext>
                </a:extLst>
              </a:tr>
              <a:tr h="12466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Fixed</a:t>
                      </a:r>
                      <a:r>
                        <a:rPr kumimoji="0" lang="nl-NL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in a timetable</a:t>
                      </a:r>
                      <a:endParaRPr kumimoji="0" lang="nl-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s sarif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73485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28965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>
                <a:latin typeface="Sans sarif"/>
              </a:rPr>
              <a:t>Will </a:t>
            </a:r>
            <a:r>
              <a:rPr lang="nl-NL">
                <a:latin typeface="Sans sarif"/>
              </a:rPr>
              <a:t>is used…</a:t>
            </a:r>
            <a:endParaRPr lang="en-US" dirty="0">
              <a:latin typeface="Sans sarif"/>
            </a:endParaRPr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4" y="1600200"/>
            <a:ext cx="8531225" cy="4495800"/>
          </a:xfrm>
        </p:spPr>
        <p:txBody>
          <a:bodyPr/>
          <a:lstStyle/>
          <a:p>
            <a:r>
              <a:rPr lang="nl-NL">
                <a:latin typeface="Sans sarif"/>
              </a:rPr>
              <a:t>For </a:t>
            </a:r>
            <a:r>
              <a:rPr lang="nl-NL" dirty="0" err="1">
                <a:latin typeface="Sans sarif"/>
              </a:rPr>
              <a:t>predictions</a:t>
            </a:r>
            <a:endParaRPr lang="nl-NL" dirty="0">
              <a:latin typeface="Sans sarif"/>
            </a:endParaRPr>
          </a:p>
          <a:p>
            <a:pPr lvl="1"/>
            <a:r>
              <a:rPr lang="nl-NL">
                <a:latin typeface="Sans sarif"/>
              </a:rPr>
              <a:t>[I think that] Kamala </a:t>
            </a:r>
            <a:r>
              <a:rPr lang="nl-NL" b="1" err="1">
                <a:latin typeface="Sans sarif"/>
              </a:rPr>
              <a:t>will</a:t>
            </a:r>
            <a:r>
              <a:rPr lang="nl-NL" b="1">
                <a:latin typeface="Sans sarif"/>
              </a:rPr>
              <a:t> </a:t>
            </a:r>
            <a:r>
              <a:rPr lang="nl-NL">
                <a:latin typeface="Sans sarif"/>
              </a:rPr>
              <a:t>win.</a:t>
            </a:r>
            <a:endParaRPr lang="nl-NL" dirty="0">
              <a:latin typeface="Sans sarif"/>
            </a:endParaRPr>
          </a:p>
          <a:p>
            <a:pPr lvl="1"/>
            <a:r>
              <a:rPr lang="nl-NL" dirty="0" err="1">
                <a:latin typeface="Sans sarif"/>
              </a:rPr>
              <a:t>Tomorrow</a:t>
            </a:r>
            <a:r>
              <a:rPr lang="nl-NL" dirty="0">
                <a:latin typeface="Sans sarif"/>
              </a:rPr>
              <a:t> </a:t>
            </a:r>
            <a:r>
              <a:rPr lang="nl-NL" b="1" err="1">
                <a:latin typeface="Sans sarif"/>
              </a:rPr>
              <a:t>will</a:t>
            </a:r>
            <a:r>
              <a:rPr lang="nl-NL">
                <a:latin typeface="Sans sarif"/>
              </a:rPr>
              <a:t> [probably, although I don’t know] be </a:t>
            </a:r>
            <a:r>
              <a:rPr lang="nl-NL" dirty="0" err="1">
                <a:latin typeface="Sans sarif"/>
              </a:rPr>
              <a:t>rainy</a:t>
            </a:r>
            <a:r>
              <a:rPr lang="nl-NL" dirty="0">
                <a:latin typeface="Sans sarif"/>
              </a:rPr>
              <a:t>.</a:t>
            </a:r>
          </a:p>
          <a:p>
            <a:r>
              <a:rPr lang="nl-NL" dirty="0">
                <a:latin typeface="Sans sarif"/>
              </a:rPr>
              <a:t>For </a:t>
            </a:r>
            <a:r>
              <a:rPr lang="nl-NL" dirty="0" err="1">
                <a:latin typeface="Sans sarif"/>
              </a:rPr>
              <a:t>decisions</a:t>
            </a:r>
            <a:r>
              <a:rPr lang="nl-NL" dirty="0">
                <a:latin typeface="Sans sarif"/>
              </a:rPr>
              <a:t> made at the moment of </a:t>
            </a:r>
            <a:r>
              <a:rPr lang="nl-NL" dirty="0" err="1">
                <a:latin typeface="Sans sarif"/>
              </a:rPr>
              <a:t>speaking</a:t>
            </a:r>
            <a:endParaRPr lang="nl-NL" dirty="0">
              <a:latin typeface="Sans sarif"/>
            </a:endParaRPr>
          </a:p>
          <a:p>
            <a:pPr lvl="1"/>
            <a:r>
              <a:rPr lang="nl-NL" dirty="0">
                <a:latin typeface="Sans sarif"/>
              </a:rPr>
              <a:t>[</a:t>
            </a:r>
            <a:r>
              <a:rPr lang="nl-NL" dirty="0" err="1">
                <a:latin typeface="Sans sarif"/>
              </a:rPr>
              <a:t>phone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ringing</a:t>
            </a:r>
            <a:r>
              <a:rPr lang="nl-NL">
                <a:latin typeface="Sans sarif"/>
              </a:rPr>
              <a:t>] I’</a:t>
            </a:r>
            <a:r>
              <a:rPr lang="nl-NL" b="1">
                <a:latin typeface="Sans sarif"/>
              </a:rPr>
              <a:t>ll</a:t>
            </a:r>
            <a:r>
              <a:rPr lang="nl-NL">
                <a:latin typeface="Sans sarif"/>
              </a:rPr>
              <a:t> </a:t>
            </a:r>
            <a:r>
              <a:rPr lang="nl-NL" err="1">
                <a:latin typeface="Sans sarif"/>
              </a:rPr>
              <a:t>get</a:t>
            </a:r>
            <a:r>
              <a:rPr lang="nl-NL">
                <a:latin typeface="Sans sarif"/>
              </a:rPr>
              <a:t> it / I </a:t>
            </a:r>
            <a:r>
              <a:rPr lang="nl-NL" b="1">
                <a:latin typeface="Sans sarif"/>
              </a:rPr>
              <a:t>will</a:t>
            </a:r>
            <a:r>
              <a:rPr lang="nl-NL">
                <a:latin typeface="Sans sarif"/>
              </a:rPr>
              <a:t> get it.</a:t>
            </a:r>
            <a:endParaRPr lang="nl-NL" dirty="0">
              <a:latin typeface="Sans sarif"/>
            </a:endParaRPr>
          </a:p>
          <a:p>
            <a:pPr lvl="1"/>
            <a:r>
              <a:rPr lang="nl-NL">
                <a:latin typeface="Sans sarif"/>
              </a:rPr>
              <a:t>“John </a:t>
            </a:r>
            <a:r>
              <a:rPr lang="nl-NL" err="1">
                <a:latin typeface="Sans sarif"/>
              </a:rPr>
              <a:t>called</a:t>
            </a:r>
            <a:r>
              <a:rPr lang="nl-NL">
                <a:latin typeface="Sans sarif"/>
              </a:rPr>
              <a:t>.”   –“Ok</a:t>
            </a:r>
            <a:r>
              <a:rPr lang="nl-NL" dirty="0">
                <a:latin typeface="Sans sarif"/>
              </a:rPr>
              <a:t>, I </a:t>
            </a:r>
            <a:r>
              <a:rPr lang="nl-NL" b="1" dirty="0" err="1">
                <a:latin typeface="Sans sarif"/>
              </a:rPr>
              <a:t>will</a:t>
            </a:r>
            <a:r>
              <a:rPr lang="nl-NL" dirty="0">
                <a:latin typeface="Sans sarif"/>
              </a:rPr>
              <a:t> call </a:t>
            </a:r>
            <a:r>
              <a:rPr lang="nl-NL" dirty="0" err="1">
                <a:latin typeface="Sans sarif"/>
              </a:rPr>
              <a:t>him</a:t>
            </a:r>
            <a:r>
              <a:rPr lang="nl-NL" dirty="0">
                <a:latin typeface="Sans sarif"/>
              </a:rPr>
              <a:t> </a:t>
            </a:r>
            <a:r>
              <a:rPr lang="nl-NL">
                <a:latin typeface="Sans sarif"/>
              </a:rPr>
              <a:t>back.”</a:t>
            </a:r>
            <a:endParaRPr lang="nl-NL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390565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>
                <a:latin typeface="Sans sarif"/>
              </a:rPr>
              <a:t>‘</a:t>
            </a:r>
            <a:r>
              <a:rPr lang="nl-NL" dirty="0" err="1">
                <a:latin typeface="Sans sarif"/>
              </a:rPr>
              <a:t>Going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to</a:t>
            </a:r>
            <a:r>
              <a:rPr lang="nl-NL" dirty="0">
                <a:latin typeface="Sans sarif"/>
              </a:rPr>
              <a:t>’ is </a:t>
            </a:r>
            <a:r>
              <a:rPr lang="nl-NL" dirty="0" err="1">
                <a:latin typeface="Sans sarif"/>
              </a:rPr>
              <a:t>used</a:t>
            </a:r>
            <a:r>
              <a:rPr lang="nl-NL" dirty="0">
                <a:latin typeface="Sans sarif"/>
              </a:rPr>
              <a:t>:</a:t>
            </a:r>
            <a:endParaRPr lang="en-US" dirty="0">
              <a:latin typeface="Sans sarif"/>
            </a:endParaRPr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>
                <a:latin typeface="Sans sarif"/>
              </a:rPr>
              <a:t>For plans and </a:t>
            </a:r>
            <a:r>
              <a:rPr lang="nl-NL" dirty="0" err="1">
                <a:latin typeface="Sans sarif"/>
              </a:rPr>
              <a:t>intentions</a:t>
            </a:r>
            <a:endParaRPr lang="nl-NL" dirty="0">
              <a:latin typeface="Sans sarif"/>
            </a:endParaRPr>
          </a:p>
          <a:p>
            <a:pPr lvl="1"/>
            <a:r>
              <a:rPr lang="nl-NL" dirty="0" err="1">
                <a:latin typeface="Sans sarif"/>
              </a:rPr>
              <a:t>I</a:t>
            </a:r>
            <a:r>
              <a:rPr lang="nl-NL" b="1" dirty="0" err="1">
                <a:latin typeface="Sans sarif"/>
              </a:rPr>
              <a:t>’m</a:t>
            </a:r>
            <a:r>
              <a:rPr lang="nl-NL" b="1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going</a:t>
            </a:r>
            <a:r>
              <a:rPr lang="nl-NL" b="1" dirty="0">
                <a:latin typeface="Sans sarif"/>
              </a:rPr>
              <a:t> to </a:t>
            </a:r>
            <a:r>
              <a:rPr lang="nl-NL" b="1" dirty="0" err="1">
                <a:latin typeface="Sans sarif"/>
              </a:rPr>
              <a:t>buy</a:t>
            </a:r>
            <a:r>
              <a:rPr lang="nl-NL" b="1" dirty="0">
                <a:latin typeface="Sans sarif"/>
              </a:rPr>
              <a:t> </a:t>
            </a:r>
            <a:r>
              <a:rPr lang="nl-NL" dirty="0">
                <a:latin typeface="Sans sarif"/>
              </a:rPr>
              <a:t>a </a:t>
            </a:r>
            <a:r>
              <a:rPr lang="nl-NL" dirty="0" err="1">
                <a:latin typeface="Sans sarif"/>
              </a:rPr>
              <a:t>new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car</a:t>
            </a:r>
            <a:r>
              <a:rPr lang="nl-NL" dirty="0">
                <a:latin typeface="Sans sarif"/>
              </a:rPr>
              <a:t>.</a:t>
            </a:r>
          </a:p>
          <a:p>
            <a:pPr lvl="1"/>
            <a:r>
              <a:rPr lang="nl-NL" dirty="0">
                <a:latin typeface="Sans sarif"/>
              </a:rPr>
              <a:t>We </a:t>
            </a:r>
            <a:r>
              <a:rPr lang="nl-NL" b="1" dirty="0">
                <a:latin typeface="Sans sarif"/>
              </a:rPr>
              <a:t>are </a:t>
            </a:r>
            <a:r>
              <a:rPr lang="nl-NL" b="1" dirty="0" err="1">
                <a:latin typeface="Sans sarif"/>
              </a:rPr>
              <a:t>going</a:t>
            </a:r>
            <a:r>
              <a:rPr lang="nl-NL" b="1" dirty="0">
                <a:latin typeface="Sans sarif"/>
              </a:rPr>
              <a:t> to </a:t>
            </a:r>
            <a:r>
              <a:rPr lang="nl-NL" b="1" dirty="0" err="1">
                <a:latin typeface="Sans sarif"/>
              </a:rPr>
              <a:t>visit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my</a:t>
            </a:r>
            <a:r>
              <a:rPr lang="nl-NL" dirty="0">
                <a:latin typeface="Sans sarif"/>
              </a:rPr>
              <a:t> sister on </a:t>
            </a:r>
            <a:r>
              <a:rPr lang="nl-NL" dirty="0" err="1">
                <a:latin typeface="Sans sarif"/>
              </a:rPr>
              <a:t>Monday</a:t>
            </a:r>
            <a:r>
              <a:rPr lang="nl-NL" dirty="0">
                <a:latin typeface="Sans sarif"/>
              </a:rPr>
              <a:t>.</a:t>
            </a:r>
          </a:p>
          <a:p>
            <a:pPr marL="366713" lvl="1" indent="0">
              <a:buNone/>
            </a:pPr>
            <a:endParaRPr lang="nl-NL" dirty="0">
              <a:latin typeface="Sans sarif"/>
            </a:endParaRPr>
          </a:p>
          <a:p>
            <a:r>
              <a:rPr lang="nl-NL" dirty="0" err="1">
                <a:latin typeface="Sans sarif"/>
              </a:rPr>
              <a:t>When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there</a:t>
            </a:r>
            <a:r>
              <a:rPr lang="nl-NL" dirty="0">
                <a:latin typeface="Sans sarif"/>
              </a:rPr>
              <a:t> are </a:t>
            </a:r>
            <a:r>
              <a:rPr lang="nl-NL" dirty="0" err="1">
                <a:latin typeface="Sans sarif"/>
              </a:rPr>
              <a:t>signs</a:t>
            </a:r>
            <a:r>
              <a:rPr lang="nl-NL" dirty="0">
                <a:latin typeface="Sans sarif"/>
              </a:rPr>
              <a:t> of </a:t>
            </a:r>
            <a:r>
              <a:rPr lang="nl-NL" dirty="0" err="1">
                <a:latin typeface="Sans sarif"/>
              </a:rPr>
              <a:t>something</a:t>
            </a:r>
            <a:r>
              <a:rPr lang="nl-NL" dirty="0">
                <a:latin typeface="Sans sarif"/>
              </a:rPr>
              <a:t> happening</a:t>
            </a:r>
          </a:p>
          <a:p>
            <a:pPr lvl="1"/>
            <a:r>
              <a:rPr lang="nl-NL" dirty="0">
                <a:latin typeface="Sans sarif"/>
              </a:rPr>
              <a:t>Look at the </a:t>
            </a:r>
            <a:r>
              <a:rPr lang="nl-NL" dirty="0" err="1">
                <a:latin typeface="Sans sarif"/>
              </a:rPr>
              <a:t>clouds</a:t>
            </a:r>
            <a:r>
              <a:rPr lang="nl-NL" dirty="0">
                <a:latin typeface="Sans sarif"/>
              </a:rPr>
              <a:t>. </a:t>
            </a:r>
            <a:r>
              <a:rPr lang="nl-NL" dirty="0" err="1">
                <a:latin typeface="Sans sarif"/>
              </a:rPr>
              <a:t>It</a:t>
            </a:r>
            <a:r>
              <a:rPr lang="nl-NL" b="1" dirty="0">
                <a:latin typeface="Sans sarif"/>
              </a:rPr>
              <a:t>‘s </a:t>
            </a:r>
            <a:r>
              <a:rPr lang="nl-NL" b="1" dirty="0" err="1">
                <a:latin typeface="Sans sarif"/>
              </a:rPr>
              <a:t>going</a:t>
            </a:r>
            <a:r>
              <a:rPr lang="nl-NL" b="1" dirty="0">
                <a:latin typeface="Sans sarif"/>
              </a:rPr>
              <a:t> to </a:t>
            </a:r>
            <a:r>
              <a:rPr lang="nl-NL" b="1" dirty="0" err="1">
                <a:latin typeface="Sans sarif"/>
              </a:rPr>
              <a:t>rain</a:t>
            </a:r>
            <a:r>
              <a:rPr lang="nl-NL" dirty="0">
                <a:latin typeface="Sans sarif"/>
              </a:rPr>
              <a:t>.</a:t>
            </a:r>
          </a:p>
          <a:p>
            <a:pPr lvl="1"/>
            <a:r>
              <a:rPr lang="en-US" dirty="0">
                <a:latin typeface="Sans sarif"/>
              </a:rPr>
              <a:t>That vase is tipping on the edge of that shelf. It</a:t>
            </a:r>
            <a:r>
              <a:rPr lang="en-US" b="1" dirty="0">
                <a:latin typeface="Sans sarif"/>
              </a:rPr>
              <a:t>’s going to fall</a:t>
            </a:r>
            <a:r>
              <a:rPr lang="en-US" dirty="0">
                <a:latin typeface="Sans sarif"/>
              </a:rPr>
              <a:t> down.</a:t>
            </a:r>
            <a:endParaRPr lang="nl-NL" dirty="0">
              <a:latin typeface="Sans sarif"/>
            </a:endParaRPr>
          </a:p>
          <a:p>
            <a:endParaRPr lang="nl-NL" dirty="0">
              <a:latin typeface="Sans sarif"/>
            </a:endParaRPr>
          </a:p>
          <a:p>
            <a:endParaRPr lang="nl-NL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56043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>
                <a:latin typeface="Sans sarif"/>
              </a:rPr>
              <a:t>Oh, I</a:t>
            </a:r>
            <a:r>
              <a:rPr lang="nl-NL" b="1" dirty="0">
                <a:latin typeface="Sans sarif"/>
              </a:rPr>
              <a:t>‘</a:t>
            </a:r>
            <a:r>
              <a:rPr lang="nl-NL" b="1" dirty="0" err="1">
                <a:latin typeface="Sans sarif"/>
              </a:rPr>
              <a:t>ll</a:t>
            </a:r>
            <a:r>
              <a:rPr lang="nl-NL" b="1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buy</a:t>
            </a:r>
            <a:r>
              <a:rPr lang="nl-NL" b="1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some</a:t>
            </a:r>
            <a:r>
              <a:rPr lang="nl-NL" dirty="0">
                <a:latin typeface="Sans sarif"/>
              </a:rPr>
              <a:t> chocolate </a:t>
            </a:r>
            <a:r>
              <a:rPr lang="nl-NL" dirty="0" err="1">
                <a:latin typeface="Sans sarif"/>
              </a:rPr>
              <a:t>on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my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way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there</a:t>
            </a:r>
            <a:r>
              <a:rPr lang="nl-NL" dirty="0">
                <a:latin typeface="Sans sarif"/>
              </a:rPr>
              <a:t>. </a:t>
            </a:r>
          </a:p>
          <a:p>
            <a:r>
              <a:rPr lang="nl-NL" dirty="0">
                <a:latin typeface="Sans sarif"/>
              </a:rPr>
              <a:t>(I </a:t>
            </a:r>
            <a:r>
              <a:rPr lang="nl-NL" dirty="0" err="1">
                <a:latin typeface="Sans sarif"/>
              </a:rPr>
              <a:t>think</a:t>
            </a:r>
            <a:r>
              <a:rPr lang="nl-NL" dirty="0">
                <a:latin typeface="Sans sarif"/>
              </a:rPr>
              <a:t>/I hope) I</a:t>
            </a:r>
            <a:r>
              <a:rPr lang="nl-NL" b="1" dirty="0">
                <a:latin typeface="Sans sarif"/>
              </a:rPr>
              <a:t>‘</a:t>
            </a:r>
            <a:r>
              <a:rPr lang="nl-NL" b="1" dirty="0" err="1">
                <a:latin typeface="Sans sarif"/>
              </a:rPr>
              <a:t>ll</a:t>
            </a:r>
            <a:r>
              <a:rPr lang="nl-NL" b="1" dirty="0">
                <a:latin typeface="Sans sarif"/>
              </a:rPr>
              <a:t> have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so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much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fun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this</a:t>
            </a:r>
            <a:r>
              <a:rPr lang="nl-NL" dirty="0">
                <a:latin typeface="Sans sarif"/>
              </a:rPr>
              <a:t> weekend.</a:t>
            </a:r>
          </a:p>
          <a:p>
            <a:r>
              <a:rPr lang="en-US" dirty="0">
                <a:latin typeface="Sans sarif"/>
              </a:rPr>
              <a:t>I think he</a:t>
            </a:r>
            <a:r>
              <a:rPr lang="en-US" b="1" dirty="0">
                <a:latin typeface="Sans sarif"/>
              </a:rPr>
              <a:t>’ll fail.</a:t>
            </a:r>
            <a:br>
              <a:rPr lang="en-US" dirty="0">
                <a:latin typeface="Sans sarif"/>
              </a:rPr>
            </a:br>
            <a:endParaRPr lang="en-US" dirty="0">
              <a:latin typeface="Sans sarif"/>
            </a:endParaRPr>
          </a:p>
          <a:p>
            <a:pPr lvl="1"/>
            <a:endParaRPr lang="nl-NL" dirty="0">
              <a:latin typeface="Sans sarif"/>
            </a:endParaRPr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nl-NL" dirty="0">
                <a:latin typeface="Sans sarif"/>
              </a:rPr>
              <a:t>I</a:t>
            </a:r>
            <a:r>
              <a:rPr lang="nl-NL" b="1" dirty="0">
                <a:latin typeface="Sans sarif"/>
              </a:rPr>
              <a:t>‘m </a:t>
            </a:r>
            <a:r>
              <a:rPr lang="nl-NL" b="1" dirty="0" err="1">
                <a:latin typeface="Sans sarif"/>
              </a:rPr>
              <a:t>going</a:t>
            </a:r>
            <a:r>
              <a:rPr lang="nl-NL" b="1" dirty="0">
                <a:latin typeface="Sans sarif"/>
              </a:rPr>
              <a:t> to </a:t>
            </a:r>
            <a:r>
              <a:rPr lang="nl-NL" b="1" dirty="0" err="1">
                <a:latin typeface="Sans sarif"/>
              </a:rPr>
              <a:t>buy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some</a:t>
            </a:r>
            <a:r>
              <a:rPr lang="nl-NL" dirty="0">
                <a:latin typeface="Sans sarif"/>
              </a:rPr>
              <a:t> chocolate </a:t>
            </a:r>
            <a:r>
              <a:rPr lang="nl-NL" dirty="0" err="1">
                <a:latin typeface="Sans sarif"/>
              </a:rPr>
              <a:t>on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my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way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there</a:t>
            </a:r>
            <a:r>
              <a:rPr lang="nl-NL" dirty="0">
                <a:latin typeface="Sans sarif"/>
              </a:rPr>
              <a:t>.</a:t>
            </a:r>
          </a:p>
          <a:p>
            <a:r>
              <a:rPr lang="nl-NL" dirty="0">
                <a:latin typeface="Sans sarif"/>
              </a:rPr>
              <a:t>I</a:t>
            </a:r>
            <a:r>
              <a:rPr lang="nl-NL" b="1" dirty="0">
                <a:latin typeface="Sans sarif"/>
              </a:rPr>
              <a:t>‘m </a:t>
            </a:r>
            <a:r>
              <a:rPr lang="nl-NL" b="1" dirty="0" err="1">
                <a:latin typeface="Sans sarif"/>
              </a:rPr>
              <a:t>going</a:t>
            </a:r>
            <a:r>
              <a:rPr lang="nl-NL" b="1" dirty="0">
                <a:latin typeface="Sans sarif"/>
              </a:rPr>
              <a:t> to have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so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much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fun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this</a:t>
            </a:r>
            <a:r>
              <a:rPr lang="nl-NL" dirty="0">
                <a:latin typeface="Sans sarif"/>
              </a:rPr>
              <a:t> weekend.</a:t>
            </a:r>
          </a:p>
          <a:p>
            <a:r>
              <a:rPr lang="nl-NL" dirty="0">
                <a:latin typeface="Sans sarif"/>
              </a:rPr>
              <a:t>He </a:t>
            </a:r>
            <a:r>
              <a:rPr lang="nl-NL" dirty="0" err="1">
                <a:latin typeface="Sans sarif"/>
              </a:rPr>
              <a:t>didn’t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study</a:t>
            </a:r>
            <a:r>
              <a:rPr lang="nl-NL" dirty="0">
                <a:latin typeface="Sans sarif"/>
              </a:rPr>
              <a:t>. </a:t>
            </a:r>
            <a:r>
              <a:rPr lang="nl-NL" dirty="0" err="1">
                <a:latin typeface="Sans sarif"/>
              </a:rPr>
              <a:t>He</a:t>
            </a:r>
            <a:r>
              <a:rPr lang="nl-NL" b="1" dirty="0" err="1">
                <a:latin typeface="Sans sarif"/>
              </a:rPr>
              <a:t>’s</a:t>
            </a:r>
            <a:r>
              <a:rPr lang="nl-NL" b="1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going</a:t>
            </a:r>
            <a:r>
              <a:rPr lang="nl-NL" b="1" dirty="0">
                <a:latin typeface="Sans sarif"/>
              </a:rPr>
              <a:t> to </a:t>
            </a:r>
            <a:r>
              <a:rPr lang="nl-NL" b="1" dirty="0" err="1">
                <a:latin typeface="Sans sarif"/>
              </a:rPr>
              <a:t>fail</a:t>
            </a:r>
            <a:r>
              <a:rPr lang="nl-NL" dirty="0">
                <a:latin typeface="Sans sarif"/>
              </a:rPr>
              <a:t>.</a:t>
            </a:r>
            <a:endParaRPr lang="en-US" dirty="0">
              <a:latin typeface="Sans sarif"/>
            </a:endParaRPr>
          </a:p>
        </p:txBody>
      </p:sp>
      <p:sp>
        <p:nvSpPr>
          <p:cNvPr id="2" name="Titel 3">
            <a:extLst>
              <a:ext uri="{FF2B5EF4-FFF2-40B4-BE49-F238E27FC236}">
                <a16:creationId xmlns:a16="http://schemas.microsoft.com/office/drawing/2014/main" id="{D6F18E7D-F78D-BD81-CACC-4DEE9F75B4B0}"/>
              </a:ext>
            </a:extLst>
          </p:cNvPr>
          <p:cNvSpPr txBox="1">
            <a:spLocks/>
          </p:cNvSpPr>
          <p:nvPr/>
        </p:nvSpPr>
        <p:spPr bwMode="auto">
          <a:xfrm>
            <a:off x="609600" y="261458"/>
            <a:ext cx="8153400" cy="86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9pPr>
          </a:lstStyle>
          <a:p>
            <a:r>
              <a:rPr lang="nl-NL" sz="3600" dirty="0" err="1">
                <a:latin typeface="Sans sarif"/>
              </a:rPr>
              <a:t>FutureTenses</a:t>
            </a:r>
            <a:r>
              <a:rPr lang="nl-NL" sz="3600" dirty="0">
                <a:latin typeface="Sans sarif"/>
              </a:rPr>
              <a:t> </a:t>
            </a:r>
            <a:r>
              <a:rPr lang="nl-NL" sz="3600" dirty="0" err="1">
                <a:latin typeface="Sans sarif"/>
              </a:rPr>
              <a:t>Compared</a:t>
            </a:r>
            <a:br>
              <a:rPr lang="nl-NL" sz="3600" dirty="0">
                <a:latin typeface="Sans sarif"/>
              </a:rPr>
            </a:br>
            <a:r>
              <a:rPr lang="nl-NL" dirty="0" err="1">
                <a:solidFill>
                  <a:schemeClr val="accent3"/>
                </a:solidFill>
                <a:latin typeface="Sans sarif"/>
              </a:rPr>
              <a:t>What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is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the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difference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in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meaning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?</a:t>
            </a:r>
            <a:endParaRPr lang="nl-NL" sz="3600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884373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4000" dirty="0">
                <a:latin typeface="Sans sarif"/>
              </a:rPr>
              <a:t>Present </a:t>
            </a:r>
            <a:r>
              <a:rPr lang="nl-NL" sz="4000" dirty="0" err="1">
                <a:latin typeface="Sans sarif"/>
              </a:rPr>
              <a:t>forms</a:t>
            </a:r>
            <a:r>
              <a:rPr lang="nl-NL" sz="4000" dirty="0">
                <a:latin typeface="Sans sarif"/>
              </a:rPr>
              <a:t> to talk </a:t>
            </a:r>
            <a:r>
              <a:rPr lang="nl-NL" sz="4000" dirty="0" err="1">
                <a:latin typeface="Sans sarif"/>
              </a:rPr>
              <a:t>about</a:t>
            </a:r>
            <a:r>
              <a:rPr lang="nl-NL" sz="4000" dirty="0">
                <a:latin typeface="Sans sarif"/>
              </a:rPr>
              <a:t> the </a:t>
            </a:r>
            <a:r>
              <a:rPr lang="nl-NL" sz="4000" dirty="0" err="1">
                <a:latin typeface="Sans sarif"/>
              </a:rPr>
              <a:t>future</a:t>
            </a:r>
            <a:endParaRPr lang="en-US" sz="4000" dirty="0">
              <a:latin typeface="Sans sarif"/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sz="2800" dirty="0">
                <a:latin typeface="Sans sarif"/>
              </a:rPr>
              <a:t>In </a:t>
            </a:r>
            <a:r>
              <a:rPr lang="nl-NL" sz="2800" dirty="0" err="1">
                <a:latin typeface="Sans sarif"/>
              </a:rPr>
              <a:t>some</a:t>
            </a:r>
            <a:r>
              <a:rPr lang="nl-NL" sz="2800" dirty="0">
                <a:latin typeface="Sans sarif"/>
              </a:rPr>
              <a:t> cases </a:t>
            </a:r>
            <a:r>
              <a:rPr lang="nl-NL" sz="2800" dirty="0" err="1">
                <a:latin typeface="Sans sarif"/>
              </a:rPr>
              <a:t>you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can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use</a:t>
            </a:r>
            <a:r>
              <a:rPr lang="nl-NL" sz="2800" dirty="0">
                <a:latin typeface="Sans sarif"/>
              </a:rPr>
              <a:t> a present </a:t>
            </a:r>
            <a:r>
              <a:rPr lang="nl-NL" sz="2800" dirty="0" err="1">
                <a:latin typeface="Sans sarif"/>
              </a:rPr>
              <a:t>form</a:t>
            </a:r>
            <a:r>
              <a:rPr lang="nl-NL" sz="2800" dirty="0">
                <a:latin typeface="Sans sarif"/>
              </a:rPr>
              <a:t> to talk </a:t>
            </a:r>
            <a:r>
              <a:rPr lang="nl-NL" sz="2800" dirty="0" err="1">
                <a:latin typeface="Sans sarif"/>
              </a:rPr>
              <a:t>about</a:t>
            </a:r>
            <a:r>
              <a:rPr lang="nl-NL" sz="2800" dirty="0">
                <a:latin typeface="Sans sarif"/>
              </a:rPr>
              <a:t> the </a:t>
            </a:r>
            <a:r>
              <a:rPr lang="nl-NL" sz="2800" dirty="0" err="1">
                <a:latin typeface="Sans sarif"/>
              </a:rPr>
              <a:t>future</a:t>
            </a:r>
            <a:endParaRPr lang="nl-NL" sz="2800" dirty="0">
              <a:latin typeface="Sans sarif"/>
            </a:endParaRPr>
          </a:p>
          <a:p>
            <a:r>
              <a:rPr lang="nl-NL" sz="2800" dirty="0" err="1">
                <a:latin typeface="Sans sarif"/>
              </a:rPr>
              <a:t>Instead</a:t>
            </a:r>
            <a:r>
              <a:rPr lang="nl-NL" sz="2800" dirty="0">
                <a:latin typeface="Sans sarif"/>
              </a:rPr>
              <a:t> of I </a:t>
            </a:r>
            <a:r>
              <a:rPr lang="nl-NL" sz="2800" b="1" dirty="0">
                <a:latin typeface="Sans sarif"/>
              </a:rPr>
              <a:t>‘m </a:t>
            </a:r>
            <a:r>
              <a:rPr lang="nl-NL" sz="2800" b="1" dirty="0" err="1">
                <a:latin typeface="Sans sarif"/>
              </a:rPr>
              <a:t>going</a:t>
            </a:r>
            <a:r>
              <a:rPr lang="nl-NL" sz="2800" b="1" dirty="0">
                <a:latin typeface="Sans sarif"/>
              </a:rPr>
              <a:t> to do </a:t>
            </a:r>
            <a:r>
              <a:rPr lang="nl-NL" sz="2800" dirty="0" err="1">
                <a:latin typeface="Sans sarif"/>
              </a:rPr>
              <a:t>you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can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also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use</a:t>
            </a:r>
            <a:r>
              <a:rPr lang="nl-NL" sz="2800" dirty="0">
                <a:latin typeface="Sans sarif"/>
              </a:rPr>
              <a:t> I </a:t>
            </a:r>
            <a:r>
              <a:rPr lang="nl-NL" sz="2800" b="1" dirty="0" err="1">
                <a:latin typeface="Sans sarif"/>
              </a:rPr>
              <a:t>am</a:t>
            </a:r>
            <a:r>
              <a:rPr lang="nl-NL" sz="2800" b="1" dirty="0">
                <a:latin typeface="Sans sarif"/>
              </a:rPr>
              <a:t> </a:t>
            </a:r>
            <a:r>
              <a:rPr lang="nl-NL" sz="2800" b="1" dirty="0" err="1">
                <a:latin typeface="Sans sarif"/>
              </a:rPr>
              <a:t>doing</a:t>
            </a:r>
            <a:r>
              <a:rPr lang="nl-NL" sz="2800" b="1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when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talking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about</a:t>
            </a:r>
            <a:r>
              <a:rPr lang="nl-NL" sz="2800" dirty="0">
                <a:latin typeface="Sans sarif"/>
              </a:rPr>
              <a:t> plans and </a:t>
            </a:r>
            <a:r>
              <a:rPr lang="nl-NL" sz="2800" dirty="0" err="1">
                <a:latin typeface="Sans sarif"/>
              </a:rPr>
              <a:t>intentions</a:t>
            </a:r>
            <a:endParaRPr lang="nl-NL" sz="2800" dirty="0">
              <a:latin typeface="Sans sarif"/>
            </a:endParaRPr>
          </a:p>
          <a:p>
            <a:r>
              <a:rPr lang="nl-NL" sz="2800" dirty="0" err="1">
                <a:latin typeface="Sans sarif"/>
              </a:rPr>
              <a:t>Especially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if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you</a:t>
            </a:r>
            <a:r>
              <a:rPr lang="nl-NL" sz="2800" dirty="0">
                <a:latin typeface="Sans sarif"/>
              </a:rPr>
              <a:t> have </a:t>
            </a:r>
            <a:r>
              <a:rPr lang="nl-NL" sz="2800" dirty="0" err="1">
                <a:latin typeface="Sans sarif"/>
              </a:rPr>
              <a:t>already</a:t>
            </a:r>
            <a:r>
              <a:rPr lang="nl-NL" sz="2800" dirty="0">
                <a:latin typeface="Sans sarif"/>
              </a:rPr>
              <a:t> made the </a:t>
            </a:r>
            <a:r>
              <a:rPr lang="nl-NL" sz="2800" dirty="0" err="1">
                <a:latin typeface="Sans sarif"/>
              </a:rPr>
              <a:t>arrangements</a:t>
            </a:r>
            <a:endParaRPr lang="nl-NL" sz="2800" dirty="0">
              <a:latin typeface="Sans sarif"/>
            </a:endParaRPr>
          </a:p>
          <a:p>
            <a:pPr lvl="1"/>
            <a:r>
              <a:rPr lang="nl-NL" sz="2400" dirty="0">
                <a:latin typeface="Sans sarif"/>
              </a:rPr>
              <a:t>We </a:t>
            </a:r>
            <a:r>
              <a:rPr lang="nl-NL" sz="2400" b="1" dirty="0">
                <a:latin typeface="Sans sarif"/>
              </a:rPr>
              <a:t>are </a:t>
            </a:r>
            <a:r>
              <a:rPr lang="nl-NL" sz="2400" b="1" dirty="0" err="1">
                <a:latin typeface="Sans sarif"/>
              </a:rPr>
              <a:t>flying</a:t>
            </a:r>
            <a:r>
              <a:rPr lang="nl-NL" sz="2400" dirty="0">
                <a:latin typeface="Sans sarif"/>
              </a:rPr>
              <a:t> to Australia </a:t>
            </a:r>
            <a:r>
              <a:rPr lang="nl-NL" sz="2400" dirty="0" err="1">
                <a:latin typeface="Sans sarif"/>
              </a:rPr>
              <a:t>tomorrow</a:t>
            </a:r>
            <a:r>
              <a:rPr lang="nl-NL" sz="2400" dirty="0">
                <a:latin typeface="Sans sarif"/>
              </a:rPr>
              <a:t>.</a:t>
            </a:r>
          </a:p>
          <a:p>
            <a:pPr lvl="1"/>
            <a:r>
              <a:rPr lang="nl-NL" sz="2400" dirty="0">
                <a:latin typeface="Sans sarif"/>
              </a:rPr>
              <a:t>I </a:t>
            </a:r>
            <a:r>
              <a:rPr lang="nl-NL" sz="2400" b="1" dirty="0" err="1">
                <a:latin typeface="Sans sarif"/>
              </a:rPr>
              <a:t>am</a:t>
            </a:r>
            <a:r>
              <a:rPr lang="nl-NL" sz="2400" b="1" dirty="0">
                <a:latin typeface="Sans sarif"/>
              </a:rPr>
              <a:t> </a:t>
            </a:r>
            <a:r>
              <a:rPr lang="nl-NL" sz="2400" b="1" dirty="0" err="1">
                <a:latin typeface="Sans sarif"/>
              </a:rPr>
              <a:t>seeing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my</a:t>
            </a:r>
            <a:r>
              <a:rPr lang="nl-NL" sz="2400" dirty="0">
                <a:latin typeface="Sans sarif"/>
              </a:rPr>
              <a:t> dentist </a:t>
            </a:r>
            <a:r>
              <a:rPr lang="nl-NL" sz="2400" dirty="0" err="1">
                <a:latin typeface="Sans sarif"/>
              </a:rPr>
              <a:t>next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Tuesday</a:t>
            </a:r>
            <a:endParaRPr lang="nl-NL" sz="2400" dirty="0">
              <a:latin typeface="Sans sarif"/>
            </a:endParaRPr>
          </a:p>
          <a:p>
            <a:r>
              <a:rPr lang="nl-NL" sz="2800" dirty="0" err="1">
                <a:latin typeface="Sans sarif"/>
              </a:rPr>
              <a:t>Make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sure</a:t>
            </a:r>
            <a:r>
              <a:rPr lang="nl-NL" sz="2800" dirty="0">
                <a:latin typeface="Sans sarif"/>
              </a:rPr>
              <a:t> to </a:t>
            </a:r>
            <a:r>
              <a:rPr lang="nl-NL" sz="2800" dirty="0" err="1">
                <a:latin typeface="Sans sarif"/>
              </a:rPr>
              <a:t>add</a:t>
            </a:r>
            <a:r>
              <a:rPr lang="nl-NL" sz="2800" dirty="0">
                <a:latin typeface="Sans sarif"/>
              </a:rPr>
              <a:t> a </a:t>
            </a:r>
            <a:r>
              <a:rPr lang="nl-NL" sz="2800" dirty="0" err="1">
                <a:latin typeface="Sans sarif"/>
              </a:rPr>
              <a:t>reference</a:t>
            </a:r>
            <a:r>
              <a:rPr lang="nl-NL" sz="2800" dirty="0">
                <a:latin typeface="Sans sarif"/>
              </a:rPr>
              <a:t> to the </a:t>
            </a:r>
            <a:r>
              <a:rPr lang="nl-NL" sz="2800" dirty="0" err="1">
                <a:latin typeface="Sans sarif"/>
              </a:rPr>
              <a:t>future</a:t>
            </a:r>
            <a:r>
              <a:rPr lang="nl-NL" sz="2800" dirty="0">
                <a:latin typeface="Sans sarif"/>
              </a:rPr>
              <a:t> (</a:t>
            </a:r>
            <a:r>
              <a:rPr lang="nl-NL" sz="2800" dirty="0" err="1">
                <a:latin typeface="Sans sarif"/>
              </a:rPr>
              <a:t>tomorrow</a:t>
            </a:r>
            <a:r>
              <a:rPr lang="nl-NL" sz="2800" dirty="0">
                <a:latin typeface="Sans sarif"/>
              </a:rPr>
              <a:t>, </a:t>
            </a:r>
            <a:r>
              <a:rPr lang="nl-NL" sz="2800" dirty="0" err="1">
                <a:latin typeface="Sans sarif"/>
              </a:rPr>
              <a:t>next</a:t>
            </a:r>
            <a:r>
              <a:rPr lang="nl-NL" sz="2800" dirty="0">
                <a:latin typeface="Sans sarif"/>
              </a:rPr>
              <a:t> …, etc.) to </a:t>
            </a:r>
            <a:r>
              <a:rPr lang="nl-NL" sz="2800" dirty="0" err="1">
                <a:latin typeface="Sans sarif"/>
              </a:rPr>
              <a:t>avoid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confusion</a:t>
            </a:r>
            <a:endParaRPr lang="nl-NL" sz="2800" dirty="0">
              <a:latin typeface="Sans sarif"/>
            </a:endParaRPr>
          </a:p>
          <a:p>
            <a:endParaRPr lang="nl-NL" sz="2800" dirty="0">
              <a:latin typeface="Sans sarif"/>
            </a:endParaRPr>
          </a:p>
          <a:p>
            <a:endParaRPr lang="nl-NL" sz="2800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152481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4000" dirty="0">
                <a:latin typeface="Sans sarif"/>
              </a:rPr>
              <a:t>Present </a:t>
            </a:r>
            <a:r>
              <a:rPr lang="nl-NL" sz="4000" dirty="0" err="1">
                <a:latin typeface="Sans sarif"/>
              </a:rPr>
              <a:t>forms</a:t>
            </a:r>
            <a:r>
              <a:rPr lang="nl-NL" sz="4000" dirty="0">
                <a:latin typeface="Sans sarif"/>
              </a:rPr>
              <a:t> to talk </a:t>
            </a:r>
            <a:r>
              <a:rPr lang="nl-NL" sz="4000" dirty="0" err="1">
                <a:latin typeface="Sans sarif"/>
              </a:rPr>
              <a:t>about</a:t>
            </a:r>
            <a:r>
              <a:rPr lang="nl-NL" sz="4000" dirty="0">
                <a:latin typeface="Sans sarif"/>
              </a:rPr>
              <a:t> the </a:t>
            </a:r>
            <a:r>
              <a:rPr lang="nl-NL" sz="4000" dirty="0" err="1">
                <a:latin typeface="Sans sarif"/>
              </a:rPr>
              <a:t>future</a:t>
            </a:r>
            <a:endParaRPr lang="en-US" sz="4000" dirty="0">
              <a:latin typeface="Sans sarif"/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>
                <a:latin typeface="Sans sarif"/>
              </a:rPr>
              <a:t>The present </a:t>
            </a:r>
            <a:r>
              <a:rPr lang="nl-NL" dirty="0" err="1">
                <a:latin typeface="Sans sarif"/>
              </a:rPr>
              <a:t>form</a:t>
            </a:r>
            <a:r>
              <a:rPr lang="nl-NL" dirty="0">
                <a:latin typeface="Sans sarif"/>
              </a:rPr>
              <a:t> without -</a:t>
            </a:r>
            <a:r>
              <a:rPr lang="nl-NL" dirty="0" err="1">
                <a:latin typeface="Sans sarif"/>
              </a:rPr>
              <a:t>ing</a:t>
            </a:r>
            <a:r>
              <a:rPr lang="nl-NL" dirty="0">
                <a:latin typeface="Sans sarif"/>
              </a:rPr>
              <a:t> (I </a:t>
            </a:r>
            <a:r>
              <a:rPr lang="nl-NL" dirty="0" err="1">
                <a:latin typeface="Sans sarif"/>
              </a:rPr>
              <a:t>work</a:t>
            </a:r>
            <a:r>
              <a:rPr lang="nl-NL" dirty="0">
                <a:latin typeface="Sans sarif"/>
              </a:rPr>
              <a:t>) is </a:t>
            </a:r>
            <a:r>
              <a:rPr lang="nl-NL" dirty="0" err="1">
                <a:latin typeface="Sans sarif"/>
              </a:rPr>
              <a:t>not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used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often</a:t>
            </a:r>
            <a:r>
              <a:rPr lang="nl-NL" dirty="0">
                <a:latin typeface="Sans sarif"/>
              </a:rPr>
              <a:t> to talk </a:t>
            </a:r>
            <a:r>
              <a:rPr lang="nl-NL" dirty="0" err="1">
                <a:latin typeface="Sans sarif"/>
              </a:rPr>
              <a:t>about</a:t>
            </a:r>
            <a:r>
              <a:rPr lang="nl-NL" dirty="0">
                <a:latin typeface="Sans sarif"/>
              </a:rPr>
              <a:t> the </a:t>
            </a:r>
            <a:r>
              <a:rPr lang="nl-NL" dirty="0" err="1">
                <a:latin typeface="Sans sarif"/>
              </a:rPr>
              <a:t>future</a:t>
            </a:r>
            <a:endParaRPr lang="nl-NL" dirty="0">
              <a:latin typeface="Sans sarif"/>
            </a:endParaRPr>
          </a:p>
          <a:p>
            <a:r>
              <a:rPr lang="nl-NL" dirty="0" err="1">
                <a:latin typeface="Sans sarif"/>
              </a:rPr>
              <a:t>It</a:t>
            </a:r>
            <a:r>
              <a:rPr lang="nl-NL" dirty="0">
                <a:latin typeface="Sans sarif"/>
              </a:rPr>
              <a:t> is </a:t>
            </a:r>
            <a:r>
              <a:rPr lang="nl-NL" dirty="0" err="1">
                <a:latin typeface="Sans sarif"/>
              </a:rPr>
              <a:t>used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when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talking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about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things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that</a:t>
            </a:r>
            <a:r>
              <a:rPr lang="nl-NL" dirty="0">
                <a:latin typeface="Sans sarif"/>
              </a:rPr>
              <a:t> are </a:t>
            </a:r>
            <a:r>
              <a:rPr lang="nl-NL" dirty="0" err="1">
                <a:latin typeface="Sans sarif"/>
              </a:rPr>
              <a:t>fixed</a:t>
            </a:r>
            <a:r>
              <a:rPr lang="nl-NL" dirty="0">
                <a:latin typeface="Sans sarif"/>
              </a:rPr>
              <a:t> in a </a:t>
            </a:r>
            <a:r>
              <a:rPr lang="nl-NL" dirty="0" err="1">
                <a:latin typeface="Sans sarif"/>
              </a:rPr>
              <a:t>schedule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or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timetable</a:t>
            </a:r>
            <a:endParaRPr lang="nl-NL" dirty="0">
              <a:latin typeface="Sans sarif"/>
            </a:endParaRPr>
          </a:p>
          <a:p>
            <a:pPr lvl="1"/>
            <a:r>
              <a:rPr lang="nl-NL" dirty="0">
                <a:latin typeface="Sans sarif"/>
              </a:rPr>
              <a:t>The </a:t>
            </a:r>
            <a:r>
              <a:rPr lang="nl-NL" dirty="0" err="1">
                <a:latin typeface="Sans sarif"/>
              </a:rPr>
              <a:t>autumn</a:t>
            </a:r>
            <a:r>
              <a:rPr lang="nl-NL" dirty="0">
                <a:latin typeface="Sans sarif"/>
              </a:rPr>
              <a:t> break </a:t>
            </a:r>
            <a:r>
              <a:rPr lang="nl-NL" b="1" dirty="0">
                <a:latin typeface="Sans sarif"/>
              </a:rPr>
              <a:t>starts</a:t>
            </a:r>
            <a:r>
              <a:rPr lang="nl-NL" dirty="0">
                <a:latin typeface="Sans sarif"/>
              </a:rPr>
              <a:t> on </a:t>
            </a:r>
            <a:r>
              <a:rPr lang="nl-NL" dirty="0" err="1">
                <a:latin typeface="Sans sarif"/>
              </a:rPr>
              <a:t>October</a:t>
            </a:r>
            <a:r>
              <a:rPr lang="nl-NL" dirty="0">
                <a:latin typeface="Sans sarif"/>
              </a:rPr>
              <a:t> 20th.</a:t>
            </a:r>
          </a:p>
          <a:p>
            <a:pPr lvl="1"/>
            <a:r>
              <a:rPr lang="nl-NL" dirty="0" err="1">
                <a:latin typeface="Sans sarif"/>
              </a:rPr>
              <a:t>Their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plane</a:t>
            </a:r>
            <a:r>
              <a:rPr lang="nl-NL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arrives</a:t>
            </a:r>
            <a:r>
              <a:rPr lang="nl-NL" dirty="0">
                <a:latin typeface="Sans sarif"/>
              </a:rPr>
              <a:t> at 10:15</a:t>
            </a:r>
            <a:endParaRPr lang="en-US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24657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Recap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Tenses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Tense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related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topics</a:t>
            </a:r>
          </a:p>
          <a:p>
            <a:pPr lvl="1"/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negatives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Agreement </a:t>
            </a:r>
          </a:p>
        </p:txBody>
      </p:sp>
    </p:spTree>
    <p:extLst>
      <p:ext uri="{BB962C8B-B14F-4D97-AF65-F5344CB8AC3E}">
        <p14:creationId xmlns:p14="http://schemas.microsoft.com/office/powerpoint/2010/main" val="3682992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Grammatical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Tenses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Recap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251520" y="1412776"/>
            <a:ext cx="8514528" cy="4495800"/>
          </a:xfrm>
        </p:spPr>
        <p:txBody>
          <a:bodyPr/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What have you remembered about tenses? 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Imagine the following story and try and fill in the correct tenses, if it helps imagine yourself explaining this to someone…</a:t>
            </a: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7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Next month I (move) …. </a:t>
            </a:r>
            <a:r>
              <a:rPr lang="en-GB" sz="1700" b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 a </a:t>
            </a:r>
            <a:r>
              <a:rPr lang="en-GB" sz="17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new flat and I (already/buy) … the furniture. I can’t wait! Let me tell you more about the flat: there are two big rooms, a kitchenette and a small bathroom. Last weekend I  (get) … a very nice lamp for the living room, but unfortunately I (break) … it when I (clean) … the flat. How clumsy of me! Luckily it </a:t>
            </a:r>
            <a:r>
              <a:rPr lang="en-GB" sz="1700" b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(not/cost) … </a:t>
            </a:r>
            <a:r>
              <a:rPr lang="en-GB" sz="17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much, I </a:t>
            </a:r>
            <a:r>
              <a:rPr lang="en-GB" sz="1700" b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(probably/buy</a:t>
            </a:r>
            <a:r>
              <a:rPr lang="en-GB" sz="17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… another one next Saturday. </a:t>
            </a:r>
            <a:endParaRPr lang="nl-NL" sz="17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7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By the way, I have some news to tell you:  While  I (look) … for the flat, I (meet) … a very nice estate agent: his name is Jamie. We (be)… out for dinner twice and tomorrow we (have) … lunch together.  He (work) … near here.</a:t>
            </a:r>
            <a:endParaRPr lang="nl-NL" sz="17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7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Now I (wait) … for my sister. We (go) …to a party together later and I </a:t>
            </a:r>
            <a:r>
              <a:rPr lang="en-GB" sz="1700" b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(not/know</a:t>
            </a:r>
            <a:r>
              <a:rPr lang="en-GB" sz="17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… what to wear: my old flat is full of boxes and I can’t find a nice dress.</a:t>
            </a:r>
            <a:endParaRPr lang="nl-NL" sz="17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7256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Negations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917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xplosie 1 8"/>
          <p:cNvSpPr/>
          <p:nvPr/>
        </p:nvSpPr>
        <p:spPr>
          <a:xfrm>
            <a:off x="5284386" y="3160926"/>
            <a:ext cx="3752110" cy="3697073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Negations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jdelijke aanduiding voor inhoud 4"/>
          <p:cNvSpPr>
            <a:spLocks noGrp="1"/>
          </p:cNvSpPr>
          <p:nvPr>
            <p:ph sz="quarter" idx="1"/>
          </p:nvPr>
        </p:nvSpPr>
        <p:spPr>
          <a:xfrm>
            <a:off x="395536" y="1604086"/>
            <a:ext cx="8370512" cy="4495800"/>
          </a:xfrm>
        </p:spPr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Tenses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describe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actions</a:t>
            </a:r>
          </a:p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But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speaking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requires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more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1 person,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we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also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need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able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INFORM ABOUT or DENY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action.</a:t>
            </a:r>
          </a:p>
        </p:txBody>
      </p:sp>
      <p:pic>
        <p:nvPicPr>
          <p:cNvPr id="6" name="Afbeelding 5" descr="Two dogs. One skinny with an empty bowl asks &quot;did you eat my food?&quot; The other dog looks full but answers &quot;oh no, i didn't eat your food!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441" y="3758324"/>
            <a:ext cx="3933825" cy="2686050"/>
          </a:xfrm>
          <a:prstGeom prst="rect">
            <a:avLst/>
          </a:prstGeom>
        </p:spPr>
      </p:pic>
      <p:sp>
        <p:nvSpPr>
          <p:cNvPr id="8" name="Tekstvak 7"/>
          <p:cNvSpPr txBox="1"/>
          <p:nvPr/>
        </p:nvSpPr>
        <p:spPr>
          <a:xfrm>
            <a:off x="6012160" y="4132299"/>
            <a:ext cx="25202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Sentence needs </a:t>
            </a:r>
            <a:r>
              <a:rPr lang="en-US" b="1" i="1" dirty="0">
                <a:solidFill>
                  <a:srgbClr val="FFFF00"/>
                </a:solidFill>
              </a:rPr>
              <a:t>restructuring</a:t>
            </a:r>
            <a:r>
              <a:rPr lang="en-US" i="1" dirty="0"/>
              <a:t> for questions!</a:t>
            </a:r>
          </a:p>
          <a:p>
            <a:r>
              <a:rPr lang="en-US" i="1" dirty="0"/>
              <a:t>Sentence needs </a:t>
            </a:r>
            <a:r>
              <a:rPr lang="en-US" b="1" i="1" dirty="0">
                <a:solidFill>
                  <a:srgbClr val="FFFF00"/>
                </a:solidFill>
              </a:rPr>
              <a:t>adding</a:t>
            </a:r>
            <a:r>
              <a:rPr lang="en-US" i="1" dirty="0"/>
              <a:t> for negations!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2308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Asking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yes/no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67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83568" y="1589567"/>
            <a:ext cx="3886200" cy="4572000"/>
          </a:xfrm>
        </p:spPr>
        <p:txBody>
          <a:bodyPr/>
          <a:lstStyle/>
          <a:p>
            <a:r>
              <a:rPr lang="nl-NL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nl-NL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he American?</a:t>
            </a:r>
          </a:p>
          <a:p>
            <a:r>
              <a:rPr lang="nl-NL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around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here?</a:t>
            </a:r>
          </a:p>
          <a:p>
            <a:pPr marL="0" indent="0">
              <a:buNone/>
            </a:pP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b="1" u="sng" dirty="0">
                <a:latin typeface="Arial" panose="020B0604020202020204" pitchFamily="34" charset="0"/>
                <a:cs typeface="Arial" panose="020B0604020202020204" pitchFamily="34" charset="0"/>
              </a:rPr>
              <a:t>Has</a:t>
            </a:r>
            <a:r>
              <a:rPr lang="nl-NL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b="1" u="sng" dirty="0">
                <a:latin typeface="Arial" panose="020B0604020202020204" pitchFamily="34" charset="0"/>
                <a:cs typeface="Arial" panose="020B0604020202020204" pitchFamily="34" charset="0"/>
              </a:rPr>
              <a:t>been</a:t>
            </a:r>
            <a:r>
              <a:rPr lang="nl-NL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television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nl-NL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b="1" u="sng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he </a:t>
            </a:r>
            <a:r>
              <a:rPr lang="nl-NL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playing</a:t>
            </a:r>
            <a:r>
              <a:rPr lang="nl-NL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football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>
              <a:buFont typeface="Wingdings" pitchFamily="2" charset="2"/>
              <a:buNone/>
            </a:pPr>
            <a:endParaRPr lang="nl-NL" b="1" dirty="0"/>
          </a:p>
        </p:txBody>
      </p:sp>
      <p:sp>
        <p:nvSpPr>
          <p:cNvPr id="2" name="Tijdelijke aanduiding voor inhoud 1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forms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nl-NL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(is,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am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, are,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were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): move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beginning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sentence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nl-NL" i="1" u="sng" dirty="0">
                <a:latin typeface="Arial" panose="020B0604020202020204" pitchFamily="34" charset="0"/>
                <a:cs typeface="Arial" panose="020B0604020202020204" pitchFamily="34" charset="0"/>
              </a:rPr>
              <a:t>more </a:t>
            </a:r>
            <a:r>
              <a:rPr lang="nl-NL" i="1" u="sng" dirty="0" err="1"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lang="nl-NL" i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i="1" u="sng" dirty="0" err="1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nl-NL" i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i="1" u="sng" dirty="0" err="1">
                <a:latin typeface="Arial" panose="020B0604020202020204" pitchFamily="34" charset="0"/>
                <a:cs typeface="Arial" panose="020B0604020202020204" pitchFamily="34" charset="0"/>
              </a:rPr>
              <a:t>verb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: move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first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beginning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sentence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nl-NL" dirty="0"/>
              <a:t>	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19829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>
                <a:latin typeface="Arial" panose="020B0604020202020204" pitchFamily="34" charset="0"/>
                <a:cs typeface="Arial" panose="020B0604020202020204" pitchFamily="34" charset="0"/>
              </a:rPr>
              <a:t>“Do”-support</a:t>
            </a:r>
            <a:br>
              <a:rPr lang="nl-NL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>
                <a:latin typeface="Arial" panose="020B0604020202020204" pitchFamily="34" charset="0"/>
                <a:cs typeface="Arial" panose="020B0604020202020204" pitchFamily="34" charset="0"/>
              </a:rPr>
              <a:t>Asking 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yes/</a:t>
            </a:r>
            <a:r>
              <a:rPr lang="nl-NL">
                <a:latin typeface="Arial" panose="020B0604020202020204" pitchFamily="34" charset="0"/>
                <a:cs typeface="Arial" panose="020B0604020202020204" pitchFamily="34" charset="0"/>
              </a:rPr>
              <a:t>no questions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verb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in the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sentence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nl-NL" u="sng" dirty="0" err="1">
                <a:latin typeface="Arial" panose="020B0604020202020204" pitchFamily="34" charset="0"/>
                <a:cs typeface="Arial" panose="020B0604020202020204" pitchFamily="34" charset="0"/>
              </a:rPr>
              <a:t>play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football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‘do’ to the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beginning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of the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sentence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nl-NL" u="sng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  <a:r>
              <a:rPr lang="nl-NL" u="sng" dirty="0" err="1">
                <a:latin typeface="Arial" panose="020B0604020202020204" pitchFamily="34" charset="0"/>
                <a:cs typeface="Arial" panose="020B0604020202020204" pitchFamily="34" charset="0"/>
              </a:rPr>
              <a:t>play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football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always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-es,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she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Does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play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football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the -s is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added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to ‘do’,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to ‘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play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</a:p>
          <a:p>
            <a:pPr lvl="1"/>
            <a:r>
              <a:rPr lang="nl-NL" strike="sngStrike" dirty="0">
                <a:latin typeface="Arial" panose="020B0604020202020204" pitchFamily="34" charset="0"/>
                <a:cs typeface="Arial" panose="020B0604020202020204" pitchFamily="34" charset="0"/>
              </a:rPr>
              <a:t>Does </a:t>
            </a:r>
            <a:r>
              <a:rPr lang="nl-NL" strike="sngStrike" dirty="0" err="1">
                <a:latin typeface="Arial" panose="020B0604020202020204" pitchFamily="34" charset="0"/>
                <a:cs typeface="Arial" panose="020B0604020202020204" pitchFamily="34" charset="0"/>
              </a:rPr>
              <a:t>he</a:t>
            </a:r>
            <a:r>
              <a:rPr lang="nl-NL" strike="sngStrik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trike="sngStrike" dirty="0" err="1">
                <a:latin typeface="Arial" panose="020B0604020202020204" pitchFamily="34" charset="0"/>
                <a:cs typeface="Arial" panose="020B0604020202020204" pitchFamily="34" charset="0"/>
              </a:rPr>
              <a:t>plays</a:t>
            </a:r>
            <a:r>
              <a:rPr lang="nl-NL" strike="sngStrik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trike="sngStrike" dirty="0" err="1">
                <a:latin typeface="Arial" panose="020B0604020202020204" pitchFamily="34" charset="0"/>
                <a:cs typeface="Arial" panose="020B0604020202020204" pitchFamily="34" charset="0"/>
              </a:rPr>
              <a:t>football</a:t>
            </a:r>
            <a:r>
              <a:rPr lang="nl-NL" strike="sngStrike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38048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766175" cy="990600"/>
          </a:xfrm>
        </p:spPr>
        <p:txBody>
          <a:bodyPr/>
          <a:lstStyle/>
          <a:p>
            <a:r>
              <a:rPr lang="nl-NL" sz="4000" dirty="0" err="1"/>
              <a:t>Asking</a:t>
            </a:r>
            <a:r>
              <a:rPr lang="nl-NL" sz="4000" dirty="0"/>
              <a:t> </a:t>
            </a:r>
            <a:r>
              <a:rPr lang="nl-NL" sz="4000" dirty="0" err="1"/>
              <a:t>yes</a:t>
            </a:r>
            <a:r>
              <a:rPr lang="nl-NL" sz="4000" dirty="0"/>
              <a:t>/</a:t>
            </a:r>
            <a:r>
              <a:rPr lang="nl-NL" sz="4000" dirty="0" err="1"/>
              <a:t>no</a:t>
            </a:r>
            <a:r>
              <a:rPr lang="nl-NL" sz="4000" dirty="0"/>
              <a:t> </a:t>
            </a:r>
            <a:r>
              <a:rPr lang="nl-NL" sz="4000" dirty="0" err="1"/>
              <a:t>questions</a:t>
            </a:r>
            <a:r>
              <a:rPr lang="nl-NL" sz="4000" dirty="0"/>
              <a:t> </a:t>
            </a:r>
            <a:r>
              <a:rPr lang="nl-NL" sz="4000" dirty="0" err="1"/>
              <a:t>about</a:t>
            </a:r>
            <a:r>
              <a:rPr lang="nl-NL" sz="4000" dirty="0"/>
              <a:t> the past</a:t>
            </a:r>
            <a:endParaRPr lang="en-US" sz="4000" dirty="0"/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is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u="sng" dirty="0" err="1"/>
              <a:t>one</a:t>
            </a:r>
            <a:r>
              <a:rPr lang="nl-NL" u="sng" dirty="0"/>
              <a:t> </a:t>
            </a:r>
            <a:r>
              <a:rPr lang="nl-NL" u="sng" dirty="0" err="1"/>
              <a:t>verb</a:t>
            </a:r>
            <a:r>
              <a:rPr lang="nl-NL" u="sng" dirty="0"/>
              <a:t> </a:t>
            </a:r>
            <a:r>
              <a:rPr lang="nl-NL" dirty="0"/>
              <a:t>in the </a:t>
            </a:r>
            <a:r>
              <a:rPr lang="nl-NL" dirty="0" err="1"/>
              <a:t>sentence</a:t>
            </a:r>
            <a:endParaRPr lang="nl-NL" dirty="0"/>
          </a:p>
          <a:p>
            <a:pPr lvl="1"/>
            <a:r>
              <a:rPr lang="nl-NL" dirty="0"/>
              <a:t>I </a:t>
            </a:r>
            <a:r>
              <a:rPr lang="nl-NL" u="sng" dirty="0" err="1"/>
              <a:t>played</a:t>
            </a:r>
            <a:r>
              <a:rPr lang="nl-NL" dirty="0"/>
              <a:t> </a:t>
            </a:r>
            <a:r>
              <a:rPr lang="nl-NL" dirty="0" err="1"/>
              <a:t>football</a:t>
            </a:r>
            <a:endParaRPr lang="nl-NL" dirty="0"/>
          </a:p>
          <a:p>
            <a:pPr marL="366713" lvl="1" indent="0">
              <a:buNone/>
            </a:pPr>
            <a:endParaRPr lang="nl-NL" dirty="0"/>
          </a:p>
          <a:p>
            <a:r>
              <a:rPr lang="nl-NL" dirty="0" err="1"/>
              <a:t>Add</a:t>
            </a:r>
            <a:r>
              <a:rPr lang="nl-NL" dirty="0"/>
              <a:t> ‘</a:t>
            </a:r>
            <a:r>
              <a:rPr lang="nl-NL" dirty="0" err="1">
                <a:solidFill>
                  <a:srgbClr val="FF0000"/>
                </a:solidFill>
              </a:rPr>
              <a:t>did</a:t>
            </a:r>
            <a:r>
              <a:rPr lang="nl-NL" dirty="0"/>
              <a:t>’ to the </a:t>
            </a:r>
            <a:r>
              <a:rPr lang="nl-NL" dirty="0" err="1"/>
              <a:t>beginning</a:t>
            </a:r>
            <a:r>
              <a:rPr lang="nl-NL" dirty="0"/>
              <a:t> of the </a:t>
            </a:r>
            <a:r>
              <a:rPr lang="nl-NL" dirty="0" err="1"/>
              <a:t>sentence</a:t>
            </a:r>
            <a:r>
              <a:rPr lang="nl-NL" dirty="0"/>
              <a:t>, and </a:t>
            </a:r>
            <a:r>
              <a:rPr lang="nl-NL" dirty="0" err="1"/>
              <a:t>use</a:t>
            </a:r>
            <a:r>
              <a:rPr lang="nl-NL" dirty="0"/>
              <a:t> the </a:t>
            </a:r>
            <a:r>
              <a:rPr lang="nl-NL" dirty="0" err="1"/>
              <a:t>normal</a:t>
            </a:r>
            <a:r>
              <a:rPr lang="nl-NL" dirty="0"/>
              <a:t> </a:t>
            </a:r>
            <a:r>
              <a:rPr lang="nl-NL" dirty="0" err="1"/>
              <a:t>form</a:t>
            </a:r>
            <a:r>
              <a:rPr lang="nl-NL" dirty="0"/>
              <a:t> of the </a:t>
            </a:r>
            <a:r>
              <a:rPr lang="nl-NL" dirty="0" err="1"/>
              <a:t>verb</a:t>
            </a:r>
            <a:r>
              <a:rPr lang="nl-NL" dirty="0"/>
              <a:t> (</a:t>
            </a:r>
            <a:r>
              <a:rPr lang="nl-NL" u="sng" dirty="0"/>
              <a:t>without -</a:t>
            </a:r>
            <a:r>
              <a:rPr lang="nl-NL" u="sng" dirty="0" err="1"/>
              <a:t>ed</a:t>
            </a:r>
            <a:r>
              <a:rPr lang="nl-NL" dirty="0"/>
              <a:t>)</a:t>
            </a:r>
          </a:p>
          <a:p>
            <a:pPr lvl="1"/>
            <a:r>
              <a:rPr lang="nl-NL" dirty="0" err="1">
                <a:solidFill>
                  <a:srgbClr val="FF0000"/>
                </a:solidFill>
              </a:rPr>
              <a:t>Did</a:t>
            </a:r>
            <a:r>
              <a:rPr lang="nl-NL" dirty="0"/>
              <a:t> I </a:t>
            </a:r>
            <a:r>
              <a:rPr lang="nl-NL" u="sng" dirty="0" err="1"/>
              <a:t>play</a:t>
            </a:r>
            <a:r>
              <a:rPr lang="nl-NL" dirty="0"/>
              <a:t> </a:t>
            </a:r>
            <a:r>
              <a:rPr lang="nl-NL" dirty="0" err="1"/>
              <a:t>football</a:t>
            </a:r>
            <a:r>
              <a:rPr lang="nl-NL" dirty="0"/>
              <a:t>?</a:t>
            </a:r>
          </a:p>
          <a:p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form</a:t>
            </a:r>
            <a:r>
              <a:rPr lang="nl-NL" dirty="0"/>
              <a:t> is the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, we, </a:t>
            </a:r>
            <a:r>
              <a:rPr lang="nl-NL" dirty="0" err="1"/>
              <a:t>he</a:t>
            </a:r>
            <a:r>
              <a:rPr lang="nl-NL" dirty="0"/>
              <a:t>, </a:t>
            </a:r>
            <a:r>
              <a:rPr lang="nl-NL" dirty="0" err="1"/>
              <a:t>she</a:t>
            </a:r>
            <a:r>
              <a:rPr lang="nl-NL" dirty="0"/>
              <a:t> etc.</a:t>
            </a:r>
          </a:p>
          <a:p>
            <a:endParaRPr lang="nl-NL" dirty="0"/>
          </a:p>
          <a:p>
            <a:r>
              <a:rPr lang="nl-NL" dirty="0" err="1"/>
              <a:t>Note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‘</a:t>
            </a:r>
            <a:r>
              <a:rPr lang="nl-NL" dirty="0" err="1"/>
              <a:t>did</a:t>
            </a:r>
            <a:r>
              <a:rPr lang="nl-NL" dirty="0"/>
              <a:t>’ is the past </a:t>
            </a:r>
            <a:r>
              <a:rPr lang="nl-NL" dirty="0" err="1"/>
              <a:t>form</a:t>
            </a:r>
            <a:r>
              <a:rPr lang="nl-NL" dirty="0"/>
              <a:t>, </a:t>
            </a:r>
            <a:r>
              <a:rPr lang="nl-NL" dirty="0" err="1"/>
              <a:t>not</a:t>
            </a:r>
            <a:r>
              <a:rPr lang="nl-NL" dirty="0"/>
              <a:t> ‘</a:t>
            </a:r>
            <a:r>
              <a:rPr lang="nl-NL" dirty="0" err="1"/>
              <a:t>play</a:t>
            </a:r>
            <a:r>
              <a:rPr lang="nl-NL" dirty="0"/>
              <a:t>’</a:t>
            </a:r>
          </a:p>
          <a:p>
            <a:pPr lvl="1"/>
            <a:r>
              <a:rPr lang="nl-NL" strike="sngStrike" dirty="0" err="1"/>
              <a:t>Did</a:t>
            </a:r>
            <a:r>
              <a:rPr lang="nl-NL" strike="sngStrike" dirty="0"/>
              <a:t> </a:t>
            </a:r>
            <a:r>
              <a:rPr lang="nl-NL" strike="sngStrike" dirty="0" err="1"/>
              <a:t>he</a:t>
            </a:r>
            <a:r>
              <a:rPr lang="nl-NL" strike="sngStrike" dirty="0"/>
              <a:t> </a:t>
            </a:r>
            <a:r>
              <a:rPr lang="nl-NL" strike="sngStrike" dirty="0" err="1"/>
              <a:t>played</a:t>
            </a:r>
            <a:r>
              <a:rPr lang="nl-NL" strike="sngStrike" dirty="0"/>
              <a:t> </a:t>
            </a:r>
            <a:r>
              <a:rPr lang="nl-NL" strike="sngStrike" dirty="0" err="1"/>
              <a:t>football</a:t>
            </a:r>
            <a:r>
              <a:rPr lang="nl-NL" strike="sngStrike" dirty="0"/>
              <a:t>?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0087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/>
              <a:t>Asking yes/no questions</a:t>
            </a:r>
            <a:endParaRPr lang="en-US"/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/>
              <a:t>Whenever</a:t>
            </a:r>
            <a:r>
              <a:rPr lang="nl-NL" dirty="0"/>
              <a:t> </a:t>
            </a:r>
            <a:r>
              <a:rPr lang="nl-NL" err="1"/>
              <a:t>there</a:t>
            </a:r>
            <a:r>
              <a:rPr lang="nl-NL"/>
              <a:t> a helping or modal verb, don’t add “do”-support. Just </a:t>
            </a:r>
            <a:r>
              <a:rPr lang="nl-NL" dirty="0" err="1"/>
              <a:t>change</a:t>
            </a:r>
            <a:r>
              <a:rPr lang="nl-NL" dirty="0"/>
              <a:t> the </a:t>
            </a:r>
            <a:r>
              <a:rPr lang="nl-NL"/>
              <a:t>word order.</a:t>
            </a:r>
            <a:endParaRPr lang="nl-NL" dirty="0"/>
          </a:p>
          <a:p>
            <a:pPr lvl="1"/>
            <a:r>
              <a:rPr lang="nl-NL" dirty="0" err="1"/>
              <a:t>You</a:t>
            </a:r>
            <a:r>
              <a:rPr lang="nl-NL" dirty="0"/>
              <a:t> are </a:t>
            </a:r>
            <a:r>
              <a:rPr lang="nl-NL" dirty="0" err="1"/>
              <a:t>going</a:t>
            </a:r>
            <a:r>
              <a:rPr lang="nl-NL" dirty="0"/>
              <a:t> </a:t>
            </a:r>
            <a:r>
              <a:rPr lang="nl-NL" dirty="0">
                <a:sym typeface="Wingdings" pitchFamily="2" charset="2"/>
              </a:rPr>
              <a:t> </a:t>
            </a:r>
            <a:r>
              <a:rPr lang="nl-NL" u="sng" dirty="0">
                <a:sym typeface="Wingdings" pitchFamily="2" charset="2"/>
              </a:rPr>
              <a:t>Are </a:t>
            </a:r>
            <a:r>
              <a:rPr lang="nl-NL" dirty="0" err="1">
                <a:sym typeface="Wingdings" pitchFamily="2" charset="2"/>
              </a:rPr>
              <a:t>you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going</a:t>
            </a:r>
            <a:r>
              <a:rPr lang="nl-NL" dirty="0">
                <a:sym typeface="Wingdings" pitchFamily="2" charset="2"/>
              </a:rPr>
              <a:t>?</a:t>
            </a:r>
          </a:p>
          <a:p>
            <a:pPr lvl="1"/>
            <a:r>
              <a:rPr lang="nl-NL" dirty="0" err="1">
                <a:sym typeface="Wingdings" pitchFamily="2" charset="2"/>
              </a:rPr>
              <a:t>She</a:t>
            </a:r>
            <a:r>
              <a:rPr lang="nl-NL" dirty="0">
                <a:sym typeface="Wingdings" pitchFamily="2" charset="2"/>
              </a:rPr>
              <a:t> has </a:t>
            </a:r>
            <a:r>
              <a:rPr lang="nl-NL" dirty="0" err="1">
                <a:sym typeface="Wingdings" pitchFamily="2" charset="2"/>
              </a:rPr>
              <a:t>seen</a:t>
            </a:r>
            <a:r>
              <a:rPr lang="nl-NL" dirty="0">
                <a:sym typeface="Wingdings" pitchFamily="2" charset="2"/>
              </a:rPr>
              <a:t>  </a:t>
            </a:r>
            <a:r>
              <a:rPr lang="nl-NL" u="sng" dirty="0">
                <a:sym typeface="Wingdings" pitchFamily="2" charset="2"/>
              </a:rPr>
              <a:t>Has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she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u="sng" err="1">
                <a:sym typeface="Wingdings" pitchFamily="2" charset="2"/>
              </a:rPr>
              <a:t>seen</a:t>
            </a:r>
            <a:r>
              <a:rPr lang="nl-NL">
                <a:sym typeface="Wingdings" pitchFamily="2" charset="2"/>
              </a:rPr>
              <a:t>?</a:t>
            </a:r>
          </a:p>
          <a:p>
            <a:pPr lvl="1"/>
            <a:r>
              <a:rPr lang="nl-NL">
                <a:sym typeface="Wingdings" pitchFamily="2" charset="2"/>
              </a:rPr>
              <a:t>He doesn’t care  </a:t>
            </a:r>
            <a:r>
              <a:rPr lang="nl-NL" u="sng">
                <a:sym typeface="Wingdings" pitchFamily="2" charset="2"/>
              </a:rPr>
              <a:t>Doesn’t</a:t>
            </a:r>
            <a:r>
              <a:rPr lang="nl-NL">
                <a:sym typeface="Wingdings" pitchFamily="2" charset="2"/>
              </a:rPr>
              <a:t> he </a:t>
            </a:r>
            <a:r>
              <a:rPr lang="nl-NL" u="sng">
                <a:sym typeface="Wingdings" pitchFamily="2" charset="2"/>
              </a:rPr>
              <a:t>care</a:t>
            </a:r>
            <a:r>
              <a:rPr lang="nl-NL">
                <a:sym typeface="Wingdings" pitchFamily="2" charset="2"/>
              </a:rPr>
              <a:t>?</a:t>
            </a:r>
          </a:p>
          <a:p>
            <a:pPr lvl="1"/>
            <a:endParaRPr lang="nl-NL">
              <a:sym typeface="Wingdings" pitchFamily="2" charset="2"/>
            </a:endParaRPr>
          </a:p>
          <a:p>
            <a:pPr lvl="1"/>
            <a:r>
              <a:rPr lang="nl-NL">
                <a:sym typeface="Wingdings" pitchFamily="2" charset="2"/>
              </a:rPr>
              <a:t>He will go  </a:t>
            </a:r>
            <a:r>
              <a:rPr lang="nl-NL" u="sng">
                <a:sym typeface="Wingdings" pitchFamily="2" charset="2"/>
              </a:rPr>
              <a:t>Will</a:t>
            </a:r>
            <a:r>
              <a:rPr lang="nl-NL">
                <a:sym typeface="Wingdings" pitchFamily="2" charset="2"/>
              </a:rPr>
              <a:t> he </a:t>
            </a:r>
            <a:r>
              <a:rPr lang="nl-NL" u="sng">
                <a:sym typeface="Wingdings" pitchFamily="2" charset="2"/>
              </a:rPr>
              <a:t>go</a:t>
            </a:r>
            <a:r>
              <a:rPr lang="nl-NL">
                <a:sym typeface="Wingdings" pitchFamily="2" charset="2"/>
              </a:rPr>
              <a:t>?</a:t>
            </a:r>
          </a:p>
          <a:p>
            <a:pPr lvl="1"/>
            <a:r>
              <a:rPr lang="nl-NL">
                <a:sym typeface="Wingdings" pitchFamily="2" charset="2"/>
              </a:rPr>
              <a:t>She can speak  </a:t>
            </a:r>
            <a:r>
              <a:rPr lang="nl-NL" u="sng">
                <a:sym typeface="Wingdings" pitchFamily="2" charset="2"/>
              </a:rPr>
              <a:t>Can</a:t>
            </a:r>
            <a:r>
              <a:rPr lang="nl-NL">
                <a:sym typeface="Wingdings" pitchFamily="2" charset="2"/>
              </a:rPr>
              <a:t> she </a:t>
            </a:r>
            <a:r>
              <a:rPr lang="nl-NL" u="sng">
                <a:sym typeface="Wingdings" pitchFamily="2" charset="2"/>
              </a:rPr>
              <a:t>speak</a:t>
            </a:r>
            <a:r>
              <a:rPr lang="nl-NL">
                <a:sym typeface="Wingdings" pitchFamily="2" charset="2"/>
              </a:rPr>
              <a:t>?</a:t>
            </a:r>
          </a:p>
          <a:p>
            <a:pPr lvl="1"/>
            <a:r>
              <a:rPr lang="nl-NL">
                <a:sym typeface="Wingdings" pitchFamily="2" charset="2"/>
              </a:rPr>
              <a:t>It could work  </a:t>
            </a:r>
            <a:r>
              <a:rPr lang="nl-NL" u="sng">
                <a:sym typeface="Wingdings" pitchFamily="2" charset="2"/>
              </a:rPr>
              <a:t>Could</a:t>
            </a:r>
            <a:r>
              <a:rPr lang="nl-NL">
                <a:sym typeface="Wingdings" pitchFamily="2" charset="2"/>
              </a:rPr>
              <a:t> it </a:t>
            </a:r>
            <a:r>
              <a:rPr lang="nl-NL" u="sng">
                <a:sym typeface="Wingdings" pitchFamily="2" charset="2"/>
              </a:rPr>
              <a:t>work</a:t>
            </a:r>
            <a:r>
              <a:rPr lang="nl-NL">
                <a:sym typeface="Wingdings" pitchFamily="2" charset="2"/>
              </a:rPr>
              <a:t>?</a:t>
            </a:r>
          </a:p>
          <a:p>
            <a:pPr lvl="1"/>
            <a:r>
              <a:rPr lang="nl-NL">
                <a:sym typeface="Wingdings" pitchFamily="2" charset="2"/>
              </a:rPr>
              <a:t>You would like  </a:t>
            </a:r>
            <a:r>
              <a:rPr lang="nl-NL" u="sng">
                <a:sym typeface="Wingdings" pitchFamily="2" charset="2"/>
              </a:rPr>
              <a:t>Would</a:t>
            </a:r>
            <a:r>
              <a:rPr lang="nl-NL">
                <a:sym typeface="Wingdings" pitchFamily="2" charset="2"/>
              </a:rPr>
              <a:t> you </a:t>
            </a:r>
            <a:r>
              <a:rPr lang="nl-NL" u="sng">
                <a:sym typeface="Wingdings" pitchFamily="2" charset="2"/>
              </a:rPr>
              <a:t>like</a:t>
            </a:r>
            <a:r>
              <a:rPr lang="nl-NL">
                <a:sym typeface="Wingdings" pitchFamily="2" charset="2"/>
              </a:rPr>
              <a:t>?</a:t>
            </a:r>
            <a:endParaRPr lang="nl-NL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3614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/>
              <a:t>“Do”-support </a:t>
            </a:r>
            <a:br>
              <a:rPr lang="nl-NL"/>
            </a:br>
            <a:r>
              <a:rPr lang="nl-NL"/>
              <a:t>Wh-questions</a:t>
            </a:r>
            <a:endParaRPr lang="en-US" dirty="0"/>
          </a:p>
        </p:txBody>
      </p:sp>
      <p:sp>
        <p:nvSpPr>
          <p:cNvPr id="16387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Wh-</a:t>
            </a:r>
            <a:r>
              <a:rPr lang="nl-NL" dirty="0" err="1"/>
              <a:t>words</a:t>
            </a:r>
            <a:r>
              <a:rPr lang="nl-NL" dirty="0"/>
              <a:t> </a:t>
            </a:r>
          </a:p>
          <a:p>
            <a:pPr lvl="1"/>
            <a:r>
              <a:rPr lang="nl-NL" dirty="0" err="1"/>
              <a:t>who</a:t>
            </a:r>
            <a:r>
              <a:rPr lang="nl-NL" dirty="0"/>
              <a:t>, </a:t>
            </a:r>
            <a:r>
              <a:rPr lang="nl-NL" dirty="0" err="1"/>
              <a:t>what</a:t>
            </a:r>
            <a:r>
              <a:rPr lang="nl-NL" dirty="0"/>
              <a:t>, </a:t>
            </a:r>
            <a:r>
              <a:rPr lang="nl-NL" dirty="0" err="1"/>
              <a:t>why</a:t>
            </a:r>
            <a:r>
              <a:rPr lang="nl-NL" dirty="0"/>
              <a:t>, </a:t>
            </a:r>
            <a:r>
              <a:rPr lang="nl-NL" dirty="0" err="1"/>
              <a:t>where</a:t>
            </a:r>
            <a:r>
              <a:rPr lang="nl-NL" dirty="0"/>
              <a:t>, </a:t>
            </a:r>
            <a:r>
              <a:rPr lang="nl-NL" dirty="0" err="1"/>
              <a:t>which</a:t>
            </a:r>
            <a:r>
              <a:rPr lang="nl-NL" dirty="0"/>
              <a:t>, </a:t>
            </a:r>
            <a:r>
              <a:rPr lang="nl-NL" dirty="0" err="1"/>
              <a:t>when</a:t>
            </a:r>
            <a:r>
              <a:rPr lang="nl-NL" dirty="0"/>
              <a:t>, </a:t>
            </a:r>
            <a:r>
              <a:rPr lang="nl-NL" dirty="0" err="1"/>
              <a:t>how</a:t>
            </a:r>
            <a:endParaRPr lang="nl-NL" dirty="0"/>
          </a:p>
          <a:p>
            <a:pPr lvl="1"/>
            <a:r>
              <a:rPr lang="nl-NL" dirty="0"/>
              <a:t>at the </a:t>
            </a:r>
            <a:r>
              <a:rPr lang="nl-NL" dirty="0" err="1"/>
              <a:t>beginning</a:t>
            </a:r>
            <a:r>
              <a:rPr lang="nl-NL" dirty="0"/>
              <a:t> of a question to make </a:t>
            </a:r>
            <a:r>
              <a:rPr lang="nl-NL" dirty="0" err="1"/>
              <a:t>another</a:t>
            </a:r>
            <a:r>
              <a:rPr lang="nl-NL" dirty="0"/>
              <a:t> type of question</a:t>
            </a:r>
          </a:p>
          <a:p>
            <a:pPr lvl="3"/>
            <a:r>
              <a:rPr lang="nl-NL" b="1" dirty="0" err="1"/>
              <a:t>How</a:t>
            </a:r>
            <a:r>
              <a:rPr lang="nl-NL" b="1" dirty="0"/>
              <a:t> </a:t>
            </a:r>
            <a:r>
              <a:rPr lang="nl-NL" dirty="0"/>
              <a:t>does </a:t>
            </a:r>
            <a:r>
              <a:rPr lang="nl-NL" dirty="0" err="1"/>
              <a:t>he</a:t>
            </a:r>
            <a:r>
              <a:rPr lang="nl-NL" dirty="0"/>
              <a:t> travel to school </a:t>
            </a:r>
            <a:r>
              <a:rPr lang="nl-NL" dirty="0" err="1"/>
              <a:t>every</a:t>
            </a:r>
            <a:r>
              <a:rPr lang="nl-NL" dirty="0"/>
              <a:t> </a:t>
            </a:r>
            <a:r>
              <a:rPr lang="nl-NL" dirty="0" err="1"/>
              <a:t>day</a:t>
            </a:r>
            <a:r>
              <a:rPr lang="nl-NL" dirty="0"/>
              <a:t>?</a:t>
            </a:r>
            <a:endParaRPr lang="en-US" b="1" dirty="0"/>
          </a:p>
          <a:p>
            <a:pPr lvl="3"/>
            <a:r>
              <a:rPr lang="nl-NL" b="1" dirty="0" err="1"/>
              <a:t>Why</a:t>
            </a:r>
            <a:r>
              <a:rPr lang="nl-NL" b="1" dirty="0"/>
              <a:t> </a:t>
            </a:r>
            <a:r>
              <a:rPr lang="nl-NL" dirty="0"/>
              <a:t>are we </a:t>
            </a:r>
            <a:r>
              <a:rPr lang="nl-NL" dirty="0" err="1"/>
              <a:t>going</a:t>
            </a:r>
            <a:r>
              <a:rPr lang="nl-NL" dirty="0"/>
              <a:t> to school right </a:t>
            </a:r>
            <a:r>
              <a:rPr lang="nl-NL" dirty="0" err="1"/>
              <a:t>now</a:t>
            </a:r>
            <a:r>
              <a:rPr lang="nl-NL" dirty="0"/>
              <a:t>?</a:t>
            </a:r>
          </a:p>
          <a:p>
            <a:pPr lvl="3"/>
            <a:r>
              <a:rPr lang="nl-NL" b="1" dirty="0" err="1"/>
              <a:t>When</a:t>
            </a:r>
            <a:r>
              <a:rPr lang="nl-NL" b="1" dirty="0"/>
              <a:t> </a:t>
            </a:r>
            <a:r>
              <a:rPr lang="nl-NL" dirty="0" err="1"/>
              <a:t>did</a:t>
            </a:r>
            <a:r>
              <a:rPr lang="nl-NL" dirty="0"/>
              <a:t> we go to school?</a:t>
            </a:r>
          </a:p>
          <a:p>
            <a:pPr lvl="3"/>
            <a:r>
              <a:rPr lang="nl-NL" b="1" dirty="0" err="1"/>
              <a:t>How</a:t>
            </a:r>
            <a:r>
              <a:rPr lang="nl-NL" b="1" dirty="0"/>
              <a:t> long </a:t>
            </a:r>
            <a:r>
              <a:rPr lang="nl-NL" dirty="0"/>
              <a:t>have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worked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?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40113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Wh-questions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sz="2800" dirty="0" err="1"/>
              <a:t>Sometimes</a:t>
            </a:r>
            <a:r>
              <a:rPr lang="nl-NL" sz="2800" dirty="0"/>
              <a:t> </a:t>
            </a:r>
            <a:r>
              <a:rPr lang="nl-NL" sz="2800" dirty="0" err="1"/>
              <a:t>who</a:t>
            </a:r>
            <a:r>
              <a:rPr lang="nl-NL" sz="2800" dirty="0"/>
              <a:t>, </a:t>
            </a:r>
            <a:r>
              <a:rPr lang="nl-NL" sz="2800" dirty="0" err="1"/>
              <a:t>what</a:t>
            </a:r>
            <a:r>
              <a:rPr lang="nl-NL" sz="2800" dirty="0"/>
              <a:t>, </a:t>
            </a:r>
            <a:r>
              <a:rPr lang="nl-NL" sz="2800" dirty="0" err="1"/>
              <a:t>or</a:t>
            </a:r>
            <a:r>
              <a:rPr lang="nl-NL" sz="2800" dirty="0"/>
              <a:t> </a:t>
            </a:r>
            <a:r>
              <a:rPr lang="nl-NL" sz="2800" dirty="0" err="1"/>
              <a:t>which</a:t>
            </a:r>
            <a:r>
              <a:rPr lang="nl-NL" sz="2800" dirty="0"/>
              <a:t> is the subject of the </a:t>
            </a:r>
            <a:r>
              <a:rPr lang="nl-NL" sz="2800" dirty="0" err="1"/>
              <a:t>sentence</a:t>
            </a:r>
            <a:r>
              <a:rPr lang="en-US" sz="2800" dirty="0"/>
              <a:t>. </a:t>
            </a:r>
          </a:p>
          <a:p>
            <a:r>
              <a:rPr lang="en-US" sz="2800" dirty="0"/>
              <a:t>In that case you just use that word to replace the subject of a normal sentence (you don’t use do, does or did)</a:t>
            </a:r>
          </a:p>
          <a:p>
            <a:pPr lvl="2"/>
            <a:r>
              <a:rPr lang="nl-NL" sz="2100" dirty="0"/>
              <a:t>John </a:t>
            </a:r>
            <a:r>
              <a:rPr lang="nl-NL" sz="2100" dirty="0" err="1"/>
              <a:t>called</a:t>
            </a:r>
            <a:r>
              <a:rPr lang="nl-NL" sz="2100" dirty="0"/>
              <a:t> Emma </a:t>
            </a:r>
            <a:r>
              <a:rPr lang="nl-NL" sz="2100" dirty="0">
                <a:sym typeface="Wingdings" pitchFamily="2" charset="2"/>
              </a:rPr>
              <a:t> </a:t>
            </a:r>
            <a:r>
              <a:rPr lang="nl-NL" sz="2100" dirty="0" err="1">
                <a:solidFill>
                  <a:srgbClr val="FF0000"/>
                </a:solidFill>
                <a:sym typeface="Wingdings" pitchFamily="2" charset="2"/>
              </a:rPr>
              <a:t>Who</a:t>
            </a:r>
            <a:r>
              <a:rPr lang="nl-NL" sz="2100" dirty="0">
                <a:sym typeface="Wingdings" pitchFamily="2" charset="2"/>
              </a:rPr>
              <a:t> </a:t>
            </a:r>
            <a:r>
              <a:rPr lang="nl-NL" sz="2100" dirty="0" err="1">
                <a:sym typeface="Wingdings" pitchFamily="2" charset="2"/>
              </a:rPr>
              <a:t>called</a:t>
            </a:r>
            <a:r>
              <a:rPr lang="nl-NL" sz="2100" dirty="0">
                <a:sym typeface="Wingdings" pitchFamily="2" charset="2"/>
              </a:rPr>
              <a:t> Emma?</a:t>
            </a:r>
          </a:p>
          <a:p>
            <a:pPr lvl="2"/>
            <a:r>
              <a:rPr lang="nl-NL" sz="2100" dirty="0">
                <a:sym typeface="Wingdings" pitchFamily="2" charset="2"/>
              </a:rPr>
              <a:t>Amsterdam is the </a:t>
            </a:r>
            <a:r>
              <a:rPr lang="nl-NL" sz="2100" dirty="0" err="1">
                <a:sym typeface="Wingdings" pitchFamily="2" charset="2"/>
              </a:rPr>
              <a:t>capital</a:t>
            </a:r>
            <a:r>
              <a:rPr lang="nl-NL" sz="2100" dirty="0">
                <a:sym typeface="Wingdings" pitchFamily="2" charset="2"/>
              </a:rPr>
              <a:t> of the Netherlands  </a:t>
            </a:r>
            <a:r>
              <a:rPr lang="nl-NL" sz="2100" dirty="0" err="1">
                <a:solidFill>
                  <a:srgbClr val="FF0000"/>
                </a:solidFill>
                <a:sym typeface="Wingdings" pitchFamily="2" charset="2"/>
              </a:rPr>
              <a:t>What</a:t>
            </a:r>
            <a:r>
              <a:rPr lang="nl-NL" sz="2100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nl-NL" sz="2100" dirty="0">
                <a:sym typeface="Wingdings" pitchFamily="2" charset="2"/>
              </a:rPr>
              <a:t>is the </a:t>
            </a:r>
            <a:r>
              <a:rPr lang="nl-NL" sz="2100" dirty="0" err="1">
                <a:sym typeface="Wingdings" pitchFamily="2" charset="2"/>
              </a:rPr>
              <a:t>capital</a:t>
            </a:r>
            <a:r>
              <a:rPr lang="nl-NL" sz="2100" dirty="0">
                <a:sym typeface="Wingdings" pitchFamily="2" charset="2"/>
              </a:rPr>
              <a:t> of the Netherlands?</a:t>
            </a:r>
          </a:p>
          <a:p>
            <a:r>
              <a:rPr lang="nl-NL" sz="2800" dirty="0" err="1">
                <a:sym typeface="Wingdings" pitchFamily="2" charset="2"/>
              </a:rPr>
              <a:t>But</a:t>
            </a:r>
            <a:r>
              <a:rPr lang="nl-NL" sz="2800" dirty="0">
                <a:sym typeface="Wingdings" pitchFamily="2" charset="2"/>
              </a:rPr>
              <a:t> </a:t>
            </a:r>
            <a:r>
              <a:rPr lang="nl-NL" sz="2800" dirty="0" err="1">
                <a:sym typeface="Wingdings" pitchFamily="2" charset="2"/>
              </a:rPr>
              <a:t>if</a:t>
            </a:r>
            <a:r>
              <a:rPr lang="nl-NL" sz="2800" dirty="0">
                <a:sym typeface="Wingdings" pitchFamily="2" charset="2"/>
              </a:rPr>
              <a:t> </a:t>
            </a:r>
            <a:r>
              <a:rPr lang="nl-NL" sz="2800" dirty="0" err="1">
                <a:sym typeface="Wingdings" pitchFamily="2" charset="2"/>
              </a:rPr>
              <a:t>you</a:t>
            </a:r>
            <a:r>
              <a:rPr lang="nl-NL" sz="2800" dirty="0">
                <a:sym typeface="Wingdings" pitchFamily="2" charset="2"/>
              </a:rPr>
              <a:t> want to </a:t>
            </a:r>
            <a:r>
              <a:rPr lang="nl-NL" sz="2800" dirty="0" err="1">
                <a:sym typeface="Wingdings" pitchFamily="2" charset="2"/>
              </a:rPr>
              <a:t>ask</a:t>
            </a:r>
            <a:r>
              <a:rPr lang="nl-NL" sz="2800" dirty="0">
                <a:sym typeface="Wingdings" pitchFamily="2" charset="2"/>
              </a:rPr>
              <a:t> </a:t>
            </a:r>
            <a:r>
              <a:rPr lang="nl-NL" sz="2800" dirty="0" err="1">
                <a:sym typeface="Wingdings" pitchFamily="2" charset="2"/>
              </a:rPr>
              <a:t>about</a:t>
            </a:r>
            <a:r>
              <a:rPr lang="nl-NL" sz="2800" dirty="0">
                <a:sym typeface="Wingdings" pitchFamily="2" charset="2"/>
              </a:rPr>
              <a:t> the object </a:t>
            </a:r>
            <a:r>
              <a:rPr lang="nl-NL" sz="2800" dirty="0" err="1">
                <a:sym typeface="Wingdings" pitchFamily="2" charset="2"/>
              </a:rPr>
              <a:t>you</a:t>
            </a:r>
            <a:r>
              <a:rPr lang="nl-NL" sz="2800" dirty="0">
                <a:sym typeface="Wingdings" pitchFamily="2" charset="2"/>
              </a:rPr>
              <a:t> have to </a:t>
            </a:r>
            <a:r>
              <a:rPr lang="nl-NL" sz="2800" dirty="0" err="1">
                <a:sym typeface="Wingdings" pitchFamily="2" charset="2"/>
              </a:rPr>
              <a:t>use</a:t>
            </a:r>
            <a:r>
              <a:rPr lang="nl-NL" sz="2800" dirty="0">
                <a:sym typeface="Wingdings" pitchFamily="2" charset="2"/>
              </a:rPr>
              <a:t> do, does </a:t>
            </a:r>
            <a:r>
              <a:rPr lang="nl-NL" sz="2800" dirty="0" err="1">
                <a:sym typeface="Wingdings" pitchFamily="2" charset="2"/>
              </a:rPr>
              <a:t>or</a:t>
            </a:r>
            <a:r>
              <a:rPr lang="nl-NL" sz="2800" dirty="0">
                <a:sym typeface="Wingdings" pitchFamily="2" charset="2"/>
              </a:rPr>
              <a:t> </a:t>
            </a:r>
            <a:r>
              <a:rPr lang="nl-NL" sz="2800" dirty="0" err="1">
                <a:sym typeface="Wingdings" pitchFamily="2" charset="2"/>
              </a:rPr>
              <a:t>did</a:t>
            </a:r>
            <a:endParaRPr lang="nl-NL" sz="2800" dirty="0">
              <a:sym typeface="Wingdings" pitchFamily="2" charset="2"/>
            </a:endParaRPr>
          </a:p>
          <a:p>
            <a:pPr lvl="1"/>
            <a:r>
              <a:rPr lang="nl-NL" sz="2400" dirty="0">
                <a:sym typeface="Wingdings" pitchFamily="2" charset="2"/>
              </a:rPr>
              <a:t>John </a:t>
            </a:r>
            <a:r>
              <a:rPr lang="nl-NL" sz="2400" dirty="0" err="1">
                <a:sym typeface="Wingdings" pitchFamily="2" charset="2"/>
              </a:rPr>
              <a:t>called</a:t>
            </a:r>
            <a:r>
              <a:rPr lang="nl-NL" sz="2400" dirty="0">
                <a:sym typeface="Wingdings" pitchFamily="2" charset="2"/>
              </a:rPr>
              <a:t> Emma  </a:t>
            </a:r>
            <a:r>
              <a:rPr lang="nl-NL" sz="2400" dirty="0" err="1">
                <a:solidFill>
                  <a:srgbClr val="FF0000"/>
                </a:solidFill>
                <a:sym typeface="Wingdings" pitchFamily="2" charset="2"/>
              </a:rPr>
              <a:t>Who</a:t>
            </a:r>
            <a:r>
              <a:rPr lang="nl-NL" sz="2400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nl-NL" sz="2400" dirty="0" err="1">
                <a:solidFill>
                  <a:srgbClr val="FF0000"/>
                </a:solidFill>
                <a:sym typeface="Wingdings" pitchFamily="2" charset="2"/>
              </a:rPr>
              <a:t>did</a:t>
            </a:r>
            <a:r>
              <a:rPr lang="nl-NL" sz="2400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nl-NL" sz="2400" dirty="0">
                <a:sym typeface="Wingdings" pitchFamily="2" charset="2"/>
              </a:rPr>
              <a:t>John </a:t>
            </a:r>
            <a:r>
              <a:rPr lang="nl-NL" sz="2400" dirty="0" err="1">
                <a:sym typeface="Wingdings" pitchFamily="2" charset="2"/>
              </a:rPr>
              <a:t>call</a:t>
            </a:r>
            <a:r>
              <a:rPr lang="nl-NL" sz="2400" dirty="0">
                <a:sym typeface="Wingdings" pitchFamily="2" charset="2"/>
              </a:rPr>
              <a:t>?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95305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Wh-questions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 err="1"/>
              <a:t>Some</a:t>
            </a:r>
            <a:r>
              <a:rPr lang="nl-NL" dirty="0"/>
              <a:t> more </a:t>
            </a:r>
            <a:r>
              <a:rPr lang="nl-NL" dirty="0" err="1"/>
              <a:t>examples</a:t>
            </a:r>
            <a:r>
              <a:rPr lang="nl-NL" dirty="0"/>
              <a:t> </a:t>
            </a:r>
          </a:p>
          <a:p>
            <a:pPr lvl="1"/>
            <a:r>
              <a:rPr lang="nl-NL" dirty="0" err="1"/>
              <a:t>Who</a:t>
            </a:r>
            <a:r>
              <a:rPr lang="nl-NL" dirty="0"/>
              <a:t> wants </a:t>
            </a:r>
            <a:r>
              <a:rPr lang="nl-NL" dirty="0" err="1"/>
              <a:t>something</a:t>
            </a:r>
            <a:r>
              <a:rPr lang="nl-NL" dirty="0"/>
              <a:t> to </a:t>
            </a:r>
            <a:r>
              <a:rPr lang="nl-NL" dirty="0" err="1"/>
              <a:t>eat</a:t>
            </a:r>
            <a:r>
              <a:rPr lang="nl-NL" dirty="0"/>
              <a:t>?</a:t>
            </a:r>
          </a:p>
          <a:p>
            <a:pPr lvl="1"/>
            <a:r>
              <a:rPr lang="nl-NL" strike="sngStrike" dirty="0" err="1"/>
              <a:t>Who</a:t>
            </a:r>
            <a:r>
              <a:rPr lang="nl-NL" strike="sngStrike" dirty="0"/>
              <a:t> does want </a:t>
            </a:r>
            <a:r>
              <a:rPr lang="nl-NL" strike="sngStrike" dirty="0" err="1"/>
              <a:t>something</a:t>
            </a:r>
            <a:r>
              <a:rPr lang="nl-NL" strike="sngStrike" dirty="0"/>
              <a:t> to </a:t>
            </a:r>
            <a:r>
              <a:rPr lang="nl-NL" strike="sngStrike" dirty="0" err="1"/>
              <a:t>eat</a:t>
            </a:r>
            <a:r>
              <a:rPr lang="nl-NL" strike="sngStrike" dirty="0"/>
              <a:t>?</a:t>
            </a:r>
          </a:p>
          <a:p>
            <a:pPr lvl="1"/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happened</a:t>
            </a:r>
            <a:r>
              <a:rPr lang="nl-NL" dirty="0"/>
              <a:t> to </a:t>
            </a:r>
            <a:r>
              <a:rPr lang="nl-NL" dirty="0" err="1"/>
              <a:t>you</a:t>
            </a:r>
            <a:r>
              <a:rPr lang="nl-NL" dirty="0"/>
              <a:t> last </a:t>
            </a:r>
            <a:r>
              <a:rPr lang="nl-NL" dirty="0" err="1"/>
              <a:t>night</a:t>
            </a:r>
            <a:r>
              <a:rPr lang="nl-NL" dirty="0"/>
              <a:t>?</a:t>
            </a:r>
          </a:p>
          <a:p>
            <a:pPr lvl="1"/>
            <a:r>
              <a:rPr lang="nl-NL" strike="sngStrike" dirty="0" err="1"/>
              <a:t>What</a:t>
            </a:r>
            <a:r>
              <a:rPr lang="nl-NL" strike="sngStrike" dirty="0"/>
              <a:t> </a:t>
            </a:r>
            <a:r>
              <a:rPr lang="nl-NL" strike="sngStrike" dirty="0" err="1"/>
              <a:t>did</a:t>
            </a:r>
            <a:r>
              <a:rPr lang="nl-NL" strike="sngStrike" dirty="0"/>
              <a:t> happen to </a:t>
            </a:r>
            <a:r>
              <a:rPr lang="nl-NL" strike="sngStrike" dirty="0" err="1"/>
              <a:t>you</a:t>
            </a:r>
            <a:r>
              <a:rPr lang="nl-NL" strike="sngStrike" dirty="0"/>
              <a:t> last </a:t>
            </a:r>
            <a:r>
              <a:rPr lang="nl-NL" strike="sngStrike" dirty="0" err="1"/>
              <a:t>night</a:t>
            </a:r>
            <a:r>
              <a:rPr lang="nl-NL" strike="sngStrike" dirty="0"/>
              <a:t>?</a:t>
            </a:r>
          </a:p>
          <a:p>
            <a:pPr lvl="1">
              <a:buNone/>
            </a:pPr>
            <a:endParaRPr lang="en-US" strike="sngStrike" dirty="0"/>
          </a:p>
        </p:txBody>
      </p:sp>
    </p:spTree>
    <p:extLst>
      <p:ext uri="{BB962C8B-B14F-4D97-AF65-F5344CB8AC3E}">
        <p14:creationId xmlns:p14="http://schemas.microsoft.com/office/powerpoint/2010/main" val="1690973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/>
              <a:t>“Do”-support</a:t>
            </a:r>
            <a:br>
              <a:rPr lang="nl-NL"/>
            </a:br>
            <a:r>
              <a:rPr lang="nl-NL"/>
              <a:t>Negative </a:t>
            </a:r>
            <a:r>
              <a:rPr lang="nl-NL" dirty="0" err="1"/>
              <a:t>sentences</a:t>
            </a:r>
            <a:endParaRPr lang="en-US" dirty="0"/>
          </a:p>
        </p:txBody>
      </p:sp>
      <p:sp>
        <p:nvSpPr>
          <p:cNvPr id="13315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5257800"/>
          </a:xfrm>
        </p:spPr>
        <p:txBody>
          <a:bodyPr/>
          <a:lstStyle/>
          <a:p>
            <a:r>
              <a:rPr lang="nl-NL" dirty="0" err="1"/>
              <a:t>Negative</a:t>
            </a:r>
            <a:r>
              <a:rPr lang="nl-NL" dirty="0"/>
              <a:t> </a:t>
            </a:r>
            <a:r>
              <a:rPr lang="nl-NL" dirty="0" err="1"/>
              <a:t>sentences</a:t>
            </a:r>
            <a:r>
              <a:rPr lang="nl-NL" dirty="0"/>
              <a:t> are </a:t>
            </a:r>
            <a:r>
              <a:rPr lang="nl-NL" dirty="0" err="1"/>
              <a:t>very</a:t>
            </a:r>
            <a:r>
              <a:rPr lang="nl-NL" dirty="0"/>
              <a:t> </a:t>
            </a:r>
            <a:r>
              <a:rPr lang="nl-NL" dirty="0" err="1"/>
              <a:t>similar</a:t>
            </a:r>
            <a:r>
              <a:rPr lang="nl-NL" dirty="0"/>
              <a:t> to </a:t>
            </a:r>
            <a:r>
              <a:rPr lang="nl-NL" dirty="0" err="1"/>
              <a:t>questions</a:t>
            </a:r>
            <a:endParaRPr lang="nl-NL" dirty="0"/>
          </a:p>
          <a:p>
            <a:r>
              <a:rPr lang="nl-NL" dirty="0" err="1"/>
              <a:t>Whenever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u="sng" dirty="0" err="1"/>
              <a:t>two</a:t>
            </a:r>
            <a:r>
              <a:rPr lang="nl-NL" u="sng" dirty="0"/>
              <a:t> </a:t>
            </a:r>
            <a:r>
              <a:rPr lang="nl-NL" u="sng" err="1"/>
              <a:t>verbs</a:t>
            </a:r>
            <a:r>
              <a:rPr lang="nl-NL"/>
              <a:t>, </a:t>
            </a:r>
            <a:r>
              <a:rPr lang="nl-NL" dirty="0" err="1"/>
              <a:t>add</a:t>
            </a:r>
            <a:r>
              <a:rPr lang="nl-NL" dirty="0"/>
              <a:t> ‘</a:t>
            </a:r>
            <a:r>
              <a:rPr lang="nl-NL" dirty="0" err="1">
                <a:solidFill>
                  <a:srgbClr val="FF0000"/>
                </a:solidFill>
              </a:rPr>
              <a:t>not</a:t>
            </a:r>
            <a:r>
              <a:rPr lang="nl-NL" dirty="0"/>
              <a:t>’ </a:t>
            </a:r>
            <a:r>
              <a:rPr lang="nl-NL" dirty="0" err="1"/>
              <a:t>between</a:t>
            </a:r>
            <a:r>
              <a:rPr lang="nl-NL" dirty="0"/>
              <a:t> the </a:t>
            </a:r>
            <a:r>
              <a:rPr lang="nl-NL" err="1"/>
              <a:t>two</a:t>
            </a:r>
            <a:r>
              <a:rPr lang="nl-NL"/>
              <a:t> verbs</a:t>
            </a:r>
            <a:endParaRPr lang="nl-NL" dirty="0"/>
          </a:p>
          <a:p>
            <a:pPr lvl="1"/>
            <a:r>
              <a:rPr lang="nl-NL"/>
              <a:t>You </a:t>
            </a:r>
            <a:r>
              <a:rPr lang="nl-NL" dirty="0"/>
              <a:t>are </a:t>
            </a:r>
            <a:r>
              <a:rPr lang="nl-NL" dirty="0" err="1"/>
              <a:t>going</a:t>
            </a:r>
            <a:r>
              <a:rPr lang="nl-NL" dirty="0"/>
              <a:t> </a:t>
            </a:r>
            <a:r>
              <a:rPr lang="nl-NL" dirty="0">
                <a:sym typeface="Wingdings" pitchFamily="2" charset="2"/>
              </a:rPr>
              <a:t> </a:t>
            </a:r>
            <a:r>
              <a:rPr lang="nl-NL" dirty="0" err="1">
                <a:sym typeface="Wingdings" pitchFamily="2" charset="2"/>
              </a:rPr>
              <a:t>You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u="sng" dirty="0">
                <a:sym typeface="Wingdings" pitchFamily="2" charset="2"/>
              </a:rPr>
              <a:t>are </a:t>
            </a:r>
            <a:r>
              <a:rPr lang="nl-NL" u="sng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u="sng">
                <a:sym typeface="Wingdings" pitchFamily="2" charset="2"/>
              </a:rPr>
              <a:t> going</a:t>
            </a:r>
            <a:endParaRPr lang="nl-NL" u="sng" dirty="0">
              <a:sym typeface="Wingdings" pitchFamily="2" charset="2"/>
            </a:endParaRPr>
          </a:p>
          <a:p>
            <a:pPr lvl="1"/>
            <a:r>
              <a:rPr lang="nl-NL">
                <a:sym typeface="Wingdings" pitchFamily="2" charset="2"/>
              </a:rPr>
              <a:t>She </a:t>
            </a:r>
            <a:r>
              <a:rPr lang="nl-NL" dirty="0">
                <a:sym typeface="Wingdings" pitchFamily="2" charset="2"/>
              </a:rPr>
              <a:t>has </a:t>
            </a:r>
            <a:r>
              <a:rPr lang="nl-NL" dirty="0" err="1">
                <a:sym typeface="Wingdings" pitchFamily="2" charset="2"/>
              </a:rPr>
              <a:t>seen</a:t>
            </a:r>
            <a:r>
              <a:rPr lang="nl-NL" dirty="0">
                <a:sym typeface="Wingdings" pitchFamily="2" charset="2"/>
              </a:rPr>
              <a:t>  </a:t>
            </a:r>
            <a:r>
              <a:rPr lang="nl-NL" dirty="0" err="1">
                <a:sym typeface="Wingdings" pitchFamily="2" charset="2"/>
              </a:rPr>
              <a:t>She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u="sng" dirty="0">
                <a:sym typeface="Wingdings" pitchFamily="2" charset="2"/>
              </a:rPr>
              <a:t>has </a:t>
            </a:r>
            <a:r>
              <a:rPr lang="nl-NL" u="sng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u="sng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nl-NL" u="sng">
                <a:sym typeface="Wingdings" pitchFamily="2" charset="2"/>
              </a:rPr>
              <a:t>seen</a:t>
            </a:r>
          </a:p>
          <a:p>
            <a:pPr lvl="1"/>
            <a:endParaRPr lang="nl-NL" sz="2800" dirty="0">
              <a:sym typeface="Wingdings" pitchFamily="2" charset="2"/>
            </a:endParaRPr>
          </a:p>
          <a:p>
            <a:pPr lvl="1"/>
            <a:r>
              <a:rPr lang="nl-NL" sz="2400" dirty="0">
                <a:sym typeface="Wingdings" pitchFamily="2" charset="2"/>
              </a:rPr>
              <a:t>He </a:t>
            </a:r>
            <a:r>
              <a:rPr lang="nl-NL" sz="2400" dirty="0" err="1">
                <a:sym typeface="Wingdings" pitchFamily="2" charset="2"/>
              </a:rPr>
              <a:t>will</a:t>
            </a:r>
            <a:r>
              <a:rPr lang="nl-NL" sz="2400" dirty="0">
                <a:sym typeface="Wingdings" pitchFamily="2" charset="2"/>
              </a:rPr>
              <a:t> go  He </a:t>
            </a:r>
            <a:r>
              <a:rPr lang="nl-NL" sz="2400" u="sng" dirty="0" err="1">
                <a:sym typeface="Wingdings" pitchFamily="2" charset="2"/>
              </a:rPr>
              <a:t>will</a:t>
            </a:r>
            <a:r>
              <a:rPr lang="nl-NL" sz="2400" u="sng" dirty="0">
                <a:sym typeface="Wingdings" pitchFamily="2" charset="2"/>
              </a:rPr>
              <a:t> </a:t>
            </a:r>
            <a:r>
              <a:rPr lang="nl-NL" sz="2400" u="sng" dirty="0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sz="2400" u="sng" dirty="0">
                <a:sym typeface="Wingdings" pitchFamily="2" charset="2"/>
              </a:rPr>
              <a:t> go</a:t>
            </a:r>
          </a:p>
          <a:p>
            <a:pPr lvl="1"/>
            <a:r>
              <a:rPr lang="nl-NL" sz="2400" dirty="0" err="1">
                <a:sym typeface="Wingdings" pitchFamily="2" charset="2"/>
              </a:rPr>
              <a:t>She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can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speak</a:t>
            </a:r>
            <a:r>
              <a:rPr lang="nl-NL" sz="2400" dirty="0">
                <a:sym typeface="Wingdings" pitchFamily="2" charset="2"/>
              </a:rPr>
              <a:t>  </a:t>
            </a:r>
            <a:r>
              <a:rPr lang="nl-NL" sz="2400" dirty="0" err="1">
                <a:sym typeface="Wingdings" pitchFamily="2" charset="2"/>
              </a:rPr>
              <a:t>She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u="sng" dirty="0" err="1">
                <a:sym typeface="Wingdings" pitchFamily="2" charset="2"/>
              </a:rPr>
              <a:t>can</a:t>
            </a:r>
            <a:r>
              <a:rPr lang="nl-NL" sz="2400" u="sng" dirty="0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sz="2400" u="sng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nl-NL" sz="2400" u="sng" dirty="0" err="1">
                <a:sym typeface="Wingdings" pitchFamily="2" charset="2"/>
              </a:rPr>
              <a:t>speak</a:t>
            </a:r>
            <a:endParaRPr lang="nl-NL" sz="2400" u="sng" dirty="0">
              <a:sym typeface="Wingdings" pitchFamily="2" charset="2"/>
            </a:endParaRPr>
          </a:p>
          <a:p>
            <a:pPr lvl="1"/>
            <a:r>
              <a:rPr lang="nl-NL" sz="2400" dirty="0" err="1">
                <a:sym typeface="Wingdings" pitchFamily="2" charset="2"/>
              </a:rPr>
              <a:t>It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could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work</a:t>
            </a:r>
            <a:r>
              <a:rPr lang="nl-NL" sz="2400" dirty="0">
                <a:sym typeface="Wingdings" pitchFamily="2" charset="2"/>
              </a:rPr>
              <a:t>  </a:t>
            </a:r>
            <a:r>
              <a:rPr lang="nl-NL" sz="2400" dirty="0" err="1">
                <a:sym typeface="Wingdings" pitchFamily="2" charset="2"/>
              </a:rPr>
              <a:t>It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u="sng" dirty="0" err="1">
                <a:sym typeface="Wingdings" pitchFamily="2" charset="2"/>
              </a:rPr>
              <a:t>could</a:t>
            </a:r>
            <a:r>
              <a:rPr lang="nl-NL" sz="2400" u="sng" dirty="0">
                <a:sym typeface="Wingdings" pitchFamily="2" charset="2"/>
              </a:rPr>
              <a:t> </a:t>
            </a:r>
            <a:r>
              <a:rPr lang="nl-NL" sz="2400" u="sng" dirty="0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sz="2400" u="sng" dirty="0">
                <a:sym typeface="Wingdings" pitchFamily="2" charset="2"/>
              </a:rPr>
              <a:t> </a:t>
            </a:r>
            <a:r>
              <a:rPr lang="nl-NL" sz="2400" u="sng" dirty="0" err="1">
                <a:sym typeface="Wingdings" pitchFamily="2" charset="2"/>
              </a:rPr>
              <a:t>work</a:t>
            </a:r>
            <a:endParaRPr lang="nl-NL" sz="2400" u="sng" dirty="0">
              <a:sym typeface="Wingdings" pitchFamily="2" charset="2"/>
            </a:endParaRPr>
          </a:p>
          <a:p>
            <a:pPr lvl="1"/>
            <a:r>
              <a:rPr lang="nl-NL" sz="2400" dirty="0" err="1">
                <a:sym typeface="Wingdings" pitchFamily="2" charset="2"/>
              </a:rPr>
              <a:t>You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would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like</a:t>
            </a:r>
            <a:r>
              <a:rPr lang="nl-NL" sz="2400" dirty="0">
                <a:sym typeface="Wingdings" pitchFamily="2" charset="2"/>
              </a:rPr>
              <a:t>  </a:t>
            </a:r>
            <a:r>
              <a:rPr lang="nl-NL" sz="2400" dirty="0" err="1">
                <a:sym typeface="Wingdings" pitchFamily="2" charset="2"/>
              </a:rPr>
              <a:t>You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u="sng" dirty="0" err="1">
                <a:sym typeface="Wingdings" pitchFamily="2" charset="2"/>
              </a:rPr>
              <a:t>would</a:t>
            </a:r>
            <a:r>
              <a:rPr lang="nl-NL" sz="2400" u="sng" dirty="0">
                <a:sym typeface="Wingdings" pitchFamily="2" charset="2"/>
              </a:rPr>
              <a:t> </a:t>
            </a:r>
            <a:r>
              <a:rPr lang="nl-NL" sz="2400" u="sng" dirty="0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sz="2400" u="sng" dirty="0">
                <a:sym typeface="Wingdings" pitchFamily="2" charset="2"/>
              </a:rPr>
              <a:t> </a:t>
            </a:r>
            <a:r>
              <a:rPr lang="nl-NL" sz="2400" u="sng" dirty="0" err="1">
                <a:sym typeface="Wingdings" pitchFamily="2" charset="2"/>
              </a:rPr>
              <a:t>like</a:t>
            </a:r>
            <a:endParaRPr lang="nl-NL" sz="2400" u="sng" dirty="0"/>
          </a:p>
          <a:p>
            <a:pPr lvl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08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/>
              <a:t>Negative</a:t>
            </a:r>
            <a:r>
              <a:rPr lang="nl-NL" dirty="0"/>
              <a:t> </a:t>
            </a:r>
            <a:r>
              <a:rPr lang="nl-NL" dirty="0" err="1"/>
              <a:t>sentences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/>
              <a:t>But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is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u="sng" dirty="0" err="1"/>
              <a:t>one</a:t>
            </a:r>
            <a:r>
              <a:rPr lang="nl-NL" u="sng" dirty="0"/>
              <a:t> </a:t>
            </a:r>
            <a:r>
              <a:rPr lang="nl-NL" u="sng" dirty="0" err="1"/>
              <a:t>verb</a:t>
            </a:r>
            <a:r>
              <a:rPr lang="nl-NL" u="sng" dirty="0"/>
              <a:t> </a:t>
            </a:r>
            <a:r>
              <a:rPr lang="nl-NL" dirty="0"/>
              <a:t>in the </a:t>
            </a:r>
            <a:r>
              <a:rPr lang="nl-NL" dirty="0" err="1"/>
              <a:t>sentence</a:t>
            </a:r>
            <a:r>
              <a:rPr lang="nl-NL" dirty="0"/>
              <a:t>, we </a:t>
            </a:r>
            <a:r>
              <a:rPr lang="nl-NL" dirty="0" err="1"/>
              <a:t>need</a:t>
            </a:r>
            <a:r>
              <a:rPr lang="nl-NL" dirty="0"/>
              <a:t> to </a:t>
            </a:r>
            <a:r>
              <a:rPr lang="nl-NL" err="1"/>
              <a:t>use</a:t>
            </a:r>
            <a:r>
              <a:rPr lang="nl-NL"/>
              <a:t> “do”-support </a:t>
            </a:r>
            <a:r>
              <a:rPr lang="nl-NL" dirty="0"/>
              <a:t>(in </a:t>
            </a:r>
            <a:r>
              <a:rPr lang="nl-NL" dirty="0" err="1"/>
              <a:t>combination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‘</a:t>
            </a:r>
            <a:r>
              <a:rPr lang="nl-NL" dirty="0" err="1">
                <a:solidFill>
                  <a:srgbClr val="FF0000"/>
                </a:solidFill>
              </a:rPr>
              <a:t>not</a:t>
            </a:r>
            <a:r>
              <a:rPr lang="nl-NL" dirty="0"/>
              <a:t>’)</a:t>
            </a:r>
          </a:p>
          <a:p>
            <a:pPr lvl="2"/>
            <a:r>
              <a:rPr lang="nl-NL" dirty="0"/>
              <a:t>I </a:t>
            </a:r>
            <a:r>
              <a:rPr lang="nl-NL" dirty="0" err="1"/>
              <a:t>play</a:t>
            </a:r>
            <a:r>
              <a:rPr lang="nl-NL" dirty="0"/>
              <a:t> </a:t>
            </a:r>
            <a:r>
              <a:rPr lang="nl-NL" dirty="0" err="1"/>
              <a:t>football</a:t>
            </a:r>
            <a:r>
              <a:rPr lang="nl-NL" dirty="0"/>
              <a:t> </a:t>
            </a:r>
            <a:r>
              <a:rPr lang="nl-NL" dirty="0">
                <a:sym typeface="Wingdings" pitchFamily="2" charset="2"/>
              </a:rPr>
              <a:t> I </a:t>
            </a:r>
            <a:r>
              <a:rPr lang="nl-NL" u="sng" dirty="0">
                <a:sym typeface="Wingdings" pitchFamily="2" charset="2"/>
              </a:rPr>
              <a:t>do </a:t>
            </a:r>
            <a:r>
              <a:rPr lang="nl-NL" u="sng" dirty="0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play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football</a:t>
            </a:r>
            <a:endParaRPr lang="nl-NL" dirty="0">
              <a:sym typeface="Wingdings" pitchFamily="2" charset="2"/>
            </a:endParaRPr>
          </a:p>
          <a:p>
            <a:pPr lvl="2"/>
            <a:r>
              <a:rPr lang="nl-NL" dirty="0">
                <a:sym typeface="Wingdings" pitchFamily="2" charset="2"/>
              </a:rPr>
              <a:t>He </a:t>
            </a:r>
            <a:r>
              <a:rPr lang="nl-NL" dirty="0" err="1">
                <a:sym typeface="Wingdings" pitchFamily="2" charset="2"/>
              </a:rPr>
              <a:t>plays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football</a:t>
            </a:r>
            <a:r>
              <a:rPr lang="nl-NL" dirty="0">
                <a:sym typeface="Wingdings" pitchFamily="2" charset="2"/>
              </a:rPr>
              <a:t>  He </a:t>
            </a:r>
            <a:r>
              <a:rPr lang="nl-NL" u="sng" dirty="0">
                <a:sym typeface="Wingdings" pitchFamily="2" charset="2"/>
              </a:rPr>
              <a:t>does </a:t>
            </a:r>
            <a:r>
              <a:rPr lang="nl-NL" u="sng" dirty="0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play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football</a:t>
            </a:r>
            <a:endParaRPr lang="nl-NL" dirty="0">
              <a:sym typeface="Wingdings" pitchFamily="2" charset="2"/>
            </a:endParaRPr>
          </a:p>
          <a:p>
            <a:pPr marL="685800" lvl="2" indent="0">
              <a:buNone/>
            </a:pPr>
            <a:endParaRPr lang="nl-NL" dirty="0">
              <a:sym typeface="Wingdings" pitchFamily="2" charset="2"/>
            </a:endParaRPr>
          </a:p>
          <a:p>
            <a:r>
              <a:rPr lang="nl-NL" dirty="0" err="1">
                <a:sym typeface="Wingdings" pitchFamily="2" charset="2"/>
              </a:rPr>
              <a:t>Again</a:t>
            </a:r>
            <a:r>
              <a:rPr lang="nl-NL" dirty="0">
                <a:sym typeface="Wingdings" pitchFamily="2" charset="2"/>
              </a:rPr>
              <a:t>, the -s is </a:t>
            </a:r>
            <a:r>
              <a:rPr lang="nl-NL" dirty="0" err="1">
                <a:sym typeface="Wingdings" pitchFamily="2" charset="2"/>
              </a:rPr>
              <a:t>only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used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for</a:t>
            </a:r>
            <a:r>
              <a:rPr lang="nl-NL" dirty="0">
                <a:sym typeface="Wingdings" pitchFamily="2" charset="2"/>
              </a:rPr>
              <a:t> ‘does’, </a:t>
            </a:r>
            <a:r>
              <a:rPr lang="nl-NL" dirty="0" err="1">
                <a:sym typeface="Wingdings" pitchFamily="2" charset="2"/>
              </a:rPr>
              <a:t>not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for</a:t>
            </a:r>
            <a:r>
              <a:rPr lang="nl-NL" dirty="0">
                <a:sym typeface="Wingdings" pitchFamily="2" charset="2"/>
              </a:rPr>
              <a:t> ‘</a:t>
            </a:r>
            <a:r>
              <a:rPr lang="nl-NL" dirty="0" err="1">
                <a:sym typeface="Wingdings" pitchFamily="2" charset="2"/>
              </a:rPr>
              <a:t>play</a:t>
            </a:r>
            <a:r>
              <a:rPr lang="nl-NL" dirty="0">
                <a:sym typeface="Wingdings" pitchFamily="2" charset="2"/>
              </a:rPr>
              <a:t>’</a:t>
            </a:r>
          </a:p>
          <a:p>
            <a:pPr lvl="1"/>
            <a:r>
              <a:rPr lang="nl-NL" strike="sngStrike" dirty="0">
                <a:sym typeface="Wingdings" pitchFamily="2" charset="2"/>
              </a:rPr>
              <a:t>He does </a:t>
            </a:r>
            <a:r>
              <a:rPr lang="nl-NL" strike="sngStrike" dirty="0" err="1">
                <a:sym typeface="Wingdings" pitchFamily="2" charset="2"/>
              </a:rPr>
              <a:t>not</a:t>
            </a:r>
            <a:r>
              <a:rPr lang="nl-NL" strike="sngStrike" dirty="0">
                <a:sym typeface="Wingdings" pitchFamily="2" charset="2"/>
              </a:rPr>
              <a:t> </a:t>
            </a:r>
            <a:r>
              <a:rPr lang="nl-NL" strike="sngStrike" dirty="0" err="1">
                <a:sym typeface="Wingdings" pitchFamily="2" charset="2"/>
              </a:rPr>
              <a:t>plays</a:t>
            </a:r>
            <a:r>
              <a:rPr lang="nl-NL" strike="sngStrike" dirty="0">
                <a:sym typeface="Wingdings" pitchFamily="2" charset="2"/>
              </a:rPr>
              <a:t> </a:t>
            </a:r>
            <a:r>
              <a:rPr lang="nl-NL" strike="sngStrike" dirty="0" err="1">
                <a:sym typeface="Wingdings" pitchFamily="2" charset="2"/>
              </a:rPr>
              <a:t>football</a:t>
            </a:r>
            <a:endParaRPr lang="nl-NL" strike="sngStrike" dirty="0"/>
          </a:p>
        </p:txBody>
      </p:sp>
    </p:spTree>
    <p:extLst>
      <p:ext uri="{BB962C8B-B14F-4D97-AF65-F5344CB8AC3E}">
        <p14:creationId xmlns:p14="http://schemas.microsoft.com/office/powerpoint/2010/main" val="400548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/>
              <a:t>Negative</a:t>
            </a:r>
            <a:r>
              <a:rPr lang="nl-NL" dirty="0"/>
              <a:t> </a:t>
            </a:r>
            <a:r>
              <a:rPr lang="nl-NL" dirty="0" err="1"/>
              <a:t>sentences</a:t>
            </a:r>
            <a:r>
              <a:rPr lang="nl-NL" dirty="0"/>
              <a:t> in the past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/>
              <a:t>For the past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‘</a:t>
            </a:r>
            <a:r>
              <a:rPr lang="nl-NL" dirty="0" err="1">
                <a:solidFill>
                  <a:srgbClr val="FF0000"/>
                </a:solidFill>
              </a:rPr>
              <a:t>did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not</a:t>
            </a:r>
            <a:r>
              <a:rPr lang="nl-NL" dirty="0"/>
              <a:t>’</a:t>
            </a:r>
          </a:p>
          <a:p>
            <a:pPr lvl="2"/>
            <a:r>
              <a:rPr lang="nl-NL" dirty="0"/>
              <a:t>I </a:t>
            </a:r>
            <a:r>
              <a:rPr lang="nl-NL" dirty="0" err="1"/>
              <a:t>played</a:t>
            </a:r>
            <a:r>
              <a:rPr lang="nl-NL" dirty="0"/>
              <a:t> </a:t>
            </a:r>
            <a:r>
              <a:rPr lang="nl-NL" dirty="0" err="1"/>
              <a:t>football</a:t>
            </a:r>
            <a:r>
              <a:rPr lang="nl-NL" dirty="0"/>
              <a:t> </a:t>
            </a:r>
            <a:r>
              <a:rPr lang="nl-NL" dirty="0">
                <a:sym typeface="Wingdings" pitchFamily="2" charset="2"/>
              </a:rPr>
              <a:t> I </a:t>
            </a:r>
            <a:r>
              <a:rPr lang="nl-NL" u="sng" dirty="0" err="1">
                <a:sym typeface="Wingdings" pitchFamily="2" charset="2"/>
              </a:rPr>
              <a:t>did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not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play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football</a:t>
            </a:r>
            <a:endParaRPr lang="nl-NL" dirty="0">
              <a:sym typeface="Wingdings" pitchFamily="2" charset="2"/>
            </a:endParaRPr>
          </a:p>
          <a:p>
            <a:pPr lvl="2"/>
            <a:r>
              <a:rPr lang="nl-NL" dirty="0">
                <a:sym typeface="Wingdings" pitchFamily="2" charset="2"/>
              </a:rPr>
              <a:t>He </a:t>
            </a:r>
            <a:r>
              <a:rPr lang="nl-NL" dirty="0" err="1">
                <a:sym typeface="Wingdings" pitchFamily="2" charset="2"/>
              </a:rPr>
              <a:t>played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football</a:t>
            </a:r>
            <a:r>
              <a:rPr lang="nl-NL" dirty="0">
                <a:sym typeface="Wingdings" pitchFamily="2" charset="2"/>
              </a:rPr>
              <a:t>  He </a:t>
            </a:r>
            <a:r>
              <a:rPr lang="nl-NL" u="sng" dirty="0" err="1">
                <a:sym typeface="Wingdings" pitchFamily="2" charset="2"/>
              </a:rPr>
              <a:t>did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not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play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football</a:t>
            </a:r>
            <a:endParaRPr lang="nl-NL" dirty="0">
              <a:sym typeface="Wingdings" pitchFamily="2" charset="2"/>
            </a:endParaRPr>
          </a:p>
          <a:p>
            <a:pPr marL="685800" lvl="2" indent="0">
              <a:buNone/>
            </a:pPr>
            <a:endParaRPr lang="nl-NL" dirty="0">
              <a:sym typeface="Wingdings" pitchFamily="2" charset="2"/>
            </a:endParaRPr>
          </a:p>
          <a:p>
            <a:r>
              <a:rPr lang="nl-NL" sz="2800" dirty="0" err="1">
                <a:sym typeface="Wingdings" pitchFamily="2" charset="2"/>
              </a:rPr>
              <a:t>Again</a:t>
            </a:r>
            <a:r>
              <a:rPr lang="nl-NL" sz="2800" dirty="0">
                <a:sym typeface="Wingdings" pitchFamily="2" charset="2"/>
              </a:rPr>
              <a:t>, </a:t>
            </a:r>
            <a:r>
              <a:rPr lang="nl-NL" sz="2800" dirty="0" err="1">
                <a:sym typeface="Wingdings" pitchFamily="2" charset="2"/>
              </a:rPr>
              <a:t>only</a:t>
            </a:r>
            <a:r>
              <a:rPr lang="nl-NL" sz="2800" dirty="0">
                <a:sym typeface="Wingdings" pitchFamily="2" charset="2"/>
              </a:rPr>
              <a:t> ‘</a:t>
            </a:r>
            <a:r>
              <a:rPr lang="nl-NL" sz="2800" dirty="0" err="1">
                <a:sym typeface="Wingdings" pitchFamily="2" charset="2"/>
              </a:rPr>
              <a:t>did</a:t>
            </a:r>
            <a:r>
              <a:rPr lang="nl-NL" sz="2800" dirty="0">
                <a:sym typeface="Wingdings" pitchFamily="2" charset="2"/>
              </a:rPr>
              <a:t>’ is the past </a:t>
            </a:r>
            <a:r>
              <a:rPr lang="nl-NL" sz="2800" dirty="0" err="1">
                <a:sym typeface="Wingdings" pitchFamily="2" charset="2"/>
              </a:rPr>
              <a:t>form</a:t>
            </a:r>
            <a:r>
              <a:rPr lang="nl-NL" sz="2800" dirty="0">
                <a:sym typeface="Wingdings" pitchFamily="2" charset="2"/>
              </a:rPr>
              <a:t> , </a:t>
            </a:r>
            <a:r>
              <a:rPr lang="nl-NL" sz="2800" dirty="0" err="1">
                <a:sym typeface="Wingdings" pitchFamily="2" charset="2"/>
              </a:rPr>
              <a:t>not</a:t>
            </a:r>
            <a:r>
              <a:rPr lang="nl-NL" sz="2800" dirty="0">
                <a:sym typeface="Wingdings" pitchFamily="2" charset="2"/>
              </a:rPr>
              <a:t> ‘</a:t>
            </a:r>
            <a:r>
              <a:rPr lang="nl-NL" sz="2800" dirty="0" err="1">
                <a:sym typeface="Wingdings" pitchFamily="2" charset="2"/>
              </a:rPr>
              <a:t>play</a:t>
            </a:r>
            <a:r>
              <a:rPr lang="nl-NL" sz="2800" dirty="0">
                <a:sym typeface="Wingdings" pitchFamily="2" charset="2"/>
              </a:rPr>
              <a:t>’</a:t>
            </a:r>
          </a:p>
          <a:p>
            <a:pPr lvl="1"/>
            <a:r>
              <a:rPr lang="nl-NL" sz="2400" strike="sngStrike" dirty="0">
                <a:sym typeface="Wingdings" pitchFamily="2" charset="2"/>
              </a:rPr>
              <a:t>I </a:t>
            </a:r>
            <a:r>
              <a:rPr lang="nl-NL" sz="2400" strike="sngStrike" dirty="0" err="1">
                <a:sym typeface="Wingdings" pitchFamily="2" charset="2"/>
              </a:rPr>
              <a:t>did</a:t>
            </a:r>
            <a:r>
              <a:rPr lang="nl-NL" sz="2400" strike="sngStrike" dirty="0">
                <a:sym typeface="Wingdings" pitchFamily="2" charset="2"/>
              </a:rPr>
              <a:t> </a:t>
            </a:r>
            <a:r>
              <a:rPr lang="nl-NL" sz="2400" strike="sngStrike" dirty="0" err="1">
                <a:sym typeface="Wingdings" pitchFamily="2" charset="2"/>
              </a:rPr>
              <a:t>not</a:t>
            </a:r>
            <a:r>
              <a:rPr lang="nl-NL" sz="2400" strike="sngStrike" dirty="0">
                <a:sym typeface="Wingdings" pitchFamily="2" charset="2"/>
              </a:rPr>
              <a:t> </a:t>
            </a:r>
            <a:r>
              <a:rPr lang="nl-NL" sz="2400" strike="sngStrike" dirty="0" err="1">
                <a:sym typeface="Wingdings" pitchFamily="2" charset="2"/>
              </a:rPr>
              <a:t>played</a:t>
            </a:r>
            <a:r>
              <a:rPr lang="nl-NL" sz="2400" strike="sngStrike" dirty="0">
                <a:sym typeface="Wingdings" pitchFamily="2" charset="2"/>
              </a:rPr>
              <a:t> </a:t>
            </a:r>
            <a:r>
              <a:rPr lang="nl-NL" sz="2400" strike="sngStrike" dirty="0" err="1">
                <a:sym typeface="Wingdings" pitchFamily="2" charset="2"/>
              </a:rPr>
              <a:t>football</a:t>
            </a:r>
            <a:endParaRPr lang="nl-NL" sz="2400" strike="sngStrike" dirty="0">
              <a:sym typeface="Wingdings" pitchFamily="2" charset="2"/>
            </a:endParaRPr>
          </a:p>
          <a:p>
            <a:pPr lvl="1"/>
            <a:r>
              <a:rPr lang="nl-NL" sz="2400" strike="sngStrike" dirty="0">
                <a:sym typeface="Wingdings" pitchFamily="2" charset="2"/>
              </a:rPr>
              <a:t>He </a:t>
            </a:r>
            <a:r>
              <a:rPr lang="nl-NL" sz="2400" strike="sngStrike" dirty="0" err="1">
                <a:sym typeface="Wingdings" pitchFamily="2" charset="2"/>
              </a:rPr>
              <a:t>did</a:t>
            </a:r>
            <a:r>
              <a:rPr lang="nl-NL" sz="2400" strike="sngStrike" dirty="0">
                <a:sym typeface="Wingdings" pitchFamily="2" charset="2"/>
              </a:rPr>
              <a:t> </a:t>
            </a:r>
            <a:r>
              <a:rPr lang="nl-NL" sz="2400" strike="sngStrike" dirty="0" err="1">
                <a:sym typeface="Wingdings" pitchFamily="2" charset="2"/>
              </a:rPr>
              <a:t>not</a:t>
            </a:r>
            <a:r>
              <a:rPr lang="nl-NL" sz="2400" strike="sngStrike" dirty="0">
                <a:sym typeface="Wingdings" pitchFamily="2" charset="2"/>
              </a:rPr>
              <a:t> </a:t>
            </a:r>
            <a:r>
              <a:rPr lang="nl-NL" sz="2400" strike="sngStrike" dirty="0" err="1">
                <a:sym typeface="Wingdings" pitchFamily="2" charset="2"/>
              </a:rPr>
              <a:t>played</a:t>
            </a:r>
            <a:r>
              <a:rPr lang="nl-NL" sz="2400" strike="sngStrike" dirty="0">
                <a:sym typeface="Wingdings" pitchFamily="2" charset="2"/>
              </a:rPr>
              <a:t> </a:t>
            </a:r>
            <a:r>
              <a:rPr lang="nl-NL" sz="2400" strike="sngStrike" dirty="0" err="1">
                <a:sym typeface="Wingdings" pitchFamily="2" charset="2"/>
              </a:rPr>
              <a:t>football</a:t>
            </a:r>
            <a:endParaRPr lang="nl-NL" sz="2400" strike="sngStrike" dirty="0"/>
          </a:p>
        </p:txBody>
      </p:sp>
    </p:spTree>
    <p:extLst>
      <p:ext uri="{BB962C8B-B14F-4D97-AF65-F5344CB8AC3E}">
        <p14:creationId xmlns:p14="http://schemas.microsoft.com/office/powerpoint/2010/main" val="200042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Break</a:t>
            </a:r>
          </a:p>
        </p:txBody>
      </p:sp>
      <p:sp>
        <p:nvSpPr>
          <p:cNvPr id="5" name="Ondertitel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3076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Agreement</a:t>
            </a:r>
          </a:p>
        </p:txBody>
      </p:sp>
    </p:spTree>
    <p:extLst>
      <p:ext uri="{BB962C8B-B14F-4D97-AF65-F5344CB8AC3E}">
        <p14:creationId xmlns:p14="http://schemas.microsoft.com/office/powerpoint/2010/main" val="2311062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What</a:t>
            </a:r>
            <a:r>
              <a:rPr lang="nl-NL" dirty="0"/>
              <a:t> is Agreement? 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648" y="1556792"/>
            <a:ext cx="8153400" cy="4495800"/>
          </a:xfrm>
        </p:spPr>
        <p:txBody>
          <a:bodyPr/>
          <a:lstStyle/>
          <a:p>
            <a:r>
              <a:rPr lang="en-US" sz="2800" dirty="0"/>
              <a:t>A sentence is made up of a </a:t>
            </a:r>
            <a:r>
              <a:rPr lang="en-US" sz="2800" u="sng" dirty="0"/>
              <a:t>Subject</a:t>
            </a:r>
            <a:r>
              <a:rPr lang="en-US" sz="2800" dirty="0"/>
              <a:t> and a </a:t>
            </a:r>
            <a:r>
              <a:rPr lang="en-US" sz="2800" u="sng" dirty="0"/>
              <a:t>Verb</a:t>
            </a:r>
          </a:p>
          <a:p>
            <a:endParaRPr lang="en-US" sz="2800" b="1" dirty="0"/>
          </a:p>
          <a:p>
            <a:r>
              <a:rPr lang="en-US" sz="2800" b="1" dirty="0"/>
              <a:t>SUBJECT</a:t>
            </a:r>
            <a:r>
              <a:rPr lang="en-US" sz="2800" dirty="0"/>
              <a:t> that tells us what/who the sentence is about. </a:t>
            </a:r>
          </a:p>
          <a:p>
            <a:pPr lvl="1"/>
            <a:r>
              <a:rPr lang="en-US" sz="2400" dirty="0"/>
              <a:t>It can be either </a:t>
            </a:r>
            <a:r>
              <a:rPr lang="en-US" sz="2400" i="1" dirty="0"/>
              <a:t>a noun </a:t>
            </a:r>
            <a:r>
              <a:rPr lang="en-US" sz="2400" dirty="0"/>
              <a:t>e.g.: dancer, book, cars, Sarah, etc. or </a:t>
            </a:r>
            <a:r>
              <a:rPr lang="en-US" sz="2400" i="1" dirty="0"/>
              <a:t>a pronoun </a:t>
            </a:r>
            <a:r>
              <a:rPr lang="en-US" sz="2400" dirty="0"/>
              <a:t>(I, he, she, we, they, etc.).</a:t>
            </a:r>
          </a:p>
          <a:p>
            <a:pPr lvl="1"/>
            <a:r>
              <a:rPr lang="en-US" sz="2400" dirty="0"/>
              <a:t>It can be either singular or plural.</a:t>
            </a:r>
          </a:p>
          <a:p>
            <a:r>
              <a:rPr lang="en-US" sz="2800" b="1" dirty="0"/>
              <a:t>VERB</a:t>
            </a:r>
            <a:r>
              <a:rPr lang="en-US" sz="2800" dirty="0"/>
              <a:t> is the action in a sentence (am/is/are, walk(s), watch(</a:t>
            </a:r>
            <a:r>
              <a:rPr lang="en-US" sz="2800" dirty="0" err="1"/>
              <a:t>ed</a:t>
            </a:r>
            <a:r>
              <a:rPr lang="en-US" sz="2800" dirty="0"/>
              <a:t>),etc.).</a:t>
            </a:r>
          </a:p>
          <a:p>
            <a:endParaRPr lang="en-US" sz="2800" dirty="0"/>
          </a:p>
          <a:p>
            <a:r>
              <a:rPr lang="en-US" sz="2800" dirty="0"/>
              <a:t>Agreement happens when the Subject and the Verb are linked correctly e.g.: I </a:t>
            </a:r>
            <a:r>
              <a:rPr lang="en-US" sz="2800" i="1" dirty="0"/>
              <a:t>walk</a:t>
            </a:r>
            <a:r>
              <a:rPr lang="en-US" sz="2800" dirty="0"/>
              <a:t> – He walk</a:t>
            </a:r>
            <a:r>
              <a:rPr lang="en-US" sz="2800" i="1" dirty="0"/>
              <a:t>s</a:t>
            </a:r>
            <a:endParaRPr lang="nl-NL" sz="2800" i="1" dirty="0"/>
          </a:p>
        </p:txBody>
      </p:sp>
      <p:sp>
        <p:nvSpPr>
          <p:cNvPr id="4" name="Boog 3"/>
          <p:cNvSpPr/>
          <p:nvPr/>
        </p:nvSpPr>
        <p:spPr>
          <a:xfrm>
            <a:off x="5940152" y="5589240"/>
            <a:ext cx="1728192" cy="720080"/>
          </a:xfrm>
          <a:prstGeom prst="arc">
            <a:avLst>
              <a:gd name="adj1" fmla="val 10798614"/>
              <a:gd name="adj2" fmla="val 0"/>
            </a:avLst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8602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/>
              <a:t>Noun</a:t>
            </a:r>
            <a:r>
              <a:rPr lang="nl-NL" dirty="0"/>
              <a:t> </a:t>
            </a:r>
            <a:r>
              <a:rPr lang="nl-NL" dirty="0" err="1"/>
              <a:t>forms</a:t>
            </a:r>
            <a:r>
              <a:rPr lang="nl-NL" dirty="0"/>
              <a:t> and </a:t>
            </a:r>
            <a:r>
              <a:rPr lang="nl-NL" dirty="0" err="1"/>
              <a:t>verb</a:t>
            </a:r>
            <a:r>
              <a:rPr lang="nl-NL" dirty="0"/>
              <a:t> </a:t>
            </a:r>
            <a:r>
              <a:rPr lang="nl-NL" dirty="0" err="1"/>
              <a:t>forms</a:t>
            </a:r>
            <a:endParaRPr lang="nl-NL" dirty="0"/>
          </a:p>
        </p:txBody>
      </p:sp>
      <p:sp>
        <p:nvSpPr>
          <p:cNvPr id="11267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sz="2800" dirty="0" err="1"/>
              <a:t>When</a:t>
            </a:r>
            <a:r>
              <a:rPr lang="nl-NL" sz="2800" dirty="0"/>
              <a:t> </a:t>
            </a:r>
            <a:r>
              <a:rPr lang="nl-NL" sz="2800" dirty="0" err="1"/>
              <a:t>there</a:t>
            </a:r>
            <a:r>
              <a:rPr lang="nl-NL" sz="2800" dirty="0"/>
              <a:t> is 1 of </a:t>
            </a:r>
            <a:r>
              <a:rPr lang="nl-NL" sz="2800" dirty="0" err="1"/>
              <a:t>something</a:t>
            </a:r>
            <a:r>
              <a:rPr lang="nl-NL" sz="2800" dirty="0"/>
              <a:t> </a:t>
            </a:r>
            <a:r>
              <a:rPr lang="nl-NL" sz="2800" dirty="0" err="1"/>
              <a:t>it’s</a:t>
            </a:r>
            <a:r>
              <a:rPr lang="nl-NL" sz="2800" dirty="0"/>
              <a:t> </a:t>
            </a:r>
            <a:r>
              <a:rPr lang="nl-NL" sz="2800" dirty="0" err="1"/>
              <a:t>like</a:t>
            </a:r>
            <a:r>
              <a:rPr lang="nl-NL" sz="2800" dirty="0"/>
              <a:t> </a:t>
            </a:r>
            <a:r>
              <a:rPr lang="nl-NL" sz="2800" dirty="0" err="1">
                <a:solidFill>
                  <a:srgbClr val="FF0000"/>
                </a:solidFill>
              </a:rPr>
              <a:t>he</a:t>
            </a:r>
            <a:r>
              <a:rPr lang="nl-NL" sz="2800" dirty="0"/>
              <a:t>, </a:t>
            </a:r>
            <a:r>
              <a:rPr lang="nl-NL" sz="2800" dirty="0" err="1">
                <a:solidFill>
                  <a:srgbClr val="FF0000"/>
                </a:solidFill>
              </a:rPr>
              <a:t>she</a:t>
            </a:r>
            <a:r>
              <a:rPr lang="nl-NL" sz="2800" dirty="0"/>
              <a:t> </a:t>
            </a:r>
            <a:r>
              <a:rPr lang="nl-NL" sz="2800" dirty="0" err="1"/>
              <a:t>or</a:t>
            </a:r>
            <a:r>
              <a:rPr lang="nl-NL" sz="2800" dirty="0"/>
              <a:t> </a:t>
            </a:r>
            <a:r>
              <a:rPr lang="nl-NL" sz="2800" dirty="0" err="1">
                <a:solidFill>
                  <a:srgbClr val="FF0000"/>
                </a:solidFill>
              </a:rPr>
              <a:t>it</a:t>
            </a:r>
            <a:r>
              <a:rPr lang="nl-NL" sz="2800" dirty="0"/>
              <a:t> </a:t>
            </a:r>
            <a:r>
              <a:rPr lang="nl-NL" sz="2800" dirty="0">
                <a:sym typeface="Wingdings" pitchFamily="2" charset="2"/>
              </a:rPr>
              <a:t> </a:t>
            </a:r>
            <a:r>
              <a:rPr lang="nl-NL" sz="2800" dirty="0" err="1">
                <a:solidFill>
                  <a:srgbClr val="FF0000"/>
                </a:solidFill>
                <a:sym typeface="Wingdings" pitchFamily="2" charset="2"/>
              </a:rPr>
              <a:t>verb</a:t>
            </a:r>
            <a:r>
              <a:rPr lang="nl-NL" sz="2800" dirty="0">
                <a:solidFill>
                  <a:srgbClr val="FF0000"/>
                </a:solidFill>
                <a:sym typeface="Wingdings" pitchFamily="2" charset="2"/>
              </a:rPr>
              <a:t> + s</a:t>
            </a:r>
          </a:p>
          <a:p>
            <a:pPr lvl="1"/>
            <a:r>
              <a:rPr lang="nl-NL" sz="2400" dirty="0">
                <a:sym typeface="Wingdings" pitchFamily="2" charset="2"/>
              </a:rPr>
              <a:t>The boy </a:t>
            </a:r>
            <a:r>
              <a:rPr lang="nl-NL" sz="2400" dirty="0" err="1">
                <a:sym typeface="Wingdings" pitchFamily="2" charset="2"/>
              </a:rPr>
              <a:t>gives</a:t>
            </a:r>
            <a:r>
              <a:rPr lang="nl-NL" sz="2400" dirty="0">
                <a:sym typeface="Wingdings" pitchFamily="2" charset="2"/>
              </a:rPr>
              <a:t>		(</a:t>
            </a:r>
            <a:r>
              <a:rPr lang="nl-NL" sz="2400" dirty="0" err="1">
                <a:sym typeface="Wingdings" pitchFamily="2" charset="2"/>
              </a:rPr>
              <a:t>he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gives</a:t>
            </a:r>
            <a:r>
              <a:rPr lang="nl-NL" sz="2400" dirty="0">
                <a:sym typeface="Wingdings" pitchFamily="2" charset="2"/>
              </a:rPr>
              <a:t>)</a:t>
            </a:r>
          </a:p>
          <a:p>
            <a:pPr lvl="1"/>
            <a:r>
              <a:rPr lang="nl-NL" sz="2400" dirty="0">
                <a:sym typeface="Wingdings" pitchFamily="2" charset="2"/>
              </a:rPr>
              <a:t>The </a:t>
            </a:r>
            <a:r>
              <a:rPr lang="nl-NL" sz="2400" dirty="0" err="1">
                <a:sym typeface="Wingdings" pitchFamily="2" charset="2"/>
              </a:rPr>
              <a:t>girl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sleeps</a:t>
            </a:r>
            <a:r>
              <a:rPr lang="nl-NL" sz="2400" dirty="0">
                <a:sym typeface="Wingdings" pitchFamily="2" charset="2"/>
              </a:rPr>
              <a:t>		(</a:t>
            </a:r>
            <a:r>
              <a:rPr lang="nl-NL" sz="2400" dirty="0" err="1">
                <a:sym typeface="Wingdings" pitchFamily="2" charset="2"/>
              </a:rPr>
              <a:t>she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sleeps</a:t>
            </a:r>
            <a:r>
              <a:rPr lang="nl-NL" sz="2400" dirty="0">
                <a:sym typeface="Wingdings" pitchFamily="2" charset="2"/>
              </a:rPr>
              <a:t>)</a:t>
            </a:r>
          </a:p>
          <a:p>
            <a:pPr lvl="1"/>
            <a:r>
              <a:rPr lang="nl-NL" sz="2400" dirty="0">
                <a:sym typeface="Wingdings" pitchFamily="2" charset="2"/>
              </a:rPr>
              <a:t>The machine </a:t>
            </a:r>
            <a:r>
              <a:rPr lang="nl-NL" sz="2400" dirty="0" err="1">
                <a:sym typeface="Wingdings" pitchFamily="2" charset="2"/>
              </a:rPr>
              <a:t>works</a:t>
            </a:r>
            <a:r>
              <a:rPr lang="nl-NL" sz="2400" dirty="0"/>
              <a:t>	(</a:t>
            </a:r>
            <a:r>
              <a:rPr lang="nl-NL" sz="2400" dirty="0" err="1"/>
              <a:t>it</a:t>
            </a:r>
            <a:r>
              <a:rPr lang="nl-NL" sz="2400" dirty="0"/>
              <a:t> </a:t>
            </a:r>
            <a:r>
              <a:rPr lang="nl-NL" sz="2400" dirty="0" err="1"/>
              <a:t>works</a:t>
            </a:r>
            <a:r>
              <a:rPr lang="nl-NL" sz="2400" dirty="0"/>
              <a:t>)</a:t>
            </a:r>
          </a:p>
          <a:p>
            <a:pPr marL="366713" lvl="1" indent="0">
              <a:buNone/>
            </a:pPr>
            <a:endParaRPr lang="nl-NL" sz="2400" dirty="0"/>
          </a:p>
          <a:p>
            <a:r>
              <a:rPr lang="nl-NL" sz="2800" dirty="0" err="1"/>
              <a:t>When</a:t>
            </a:r>
            <a:r>
              <a:rPr lang="nl-NL" sz="2800" dirty="0"/>
              <a:t> </a:t>
            </a:r>
            <a:r>
              <a:rPr lang="nl-NL" sz="2800" dirty="0" err="1"/>
              <a:t>there</a:t>
            </a:r>
            <a:r>
              <a:rPr lang="nl-NL" sz="2800" dirty="0"/>
              <a:t> is more </a:t>
            </a:r>
            <a:r>
              <a:rPr lang="nl-NL" sz="2800" dirty="0" err="1"/>
              <a:t>than</a:t>
            </a:r>
            <a:r>
              <a:rPr lang="nl-NL" sz="2800" dirty="0"/>
              <a:t> 1 of </a:t>
            </a:r>
            <a:r>
              <a:rPr lang="nl-NL" sz="2800" dirty="0" err="1"/>
              <a:t>something</a:t>
            </a:r>
            <a:r>
              <a:rPr lang="nl-NL" sz="2800" dirty="0"/>
              <a:t> </a:t>
            </a:r>
            <a:r>
              <a:rPr lang="nl-NL" sz="2800" dirty="0" err="1"/>
              <a:t>it’s</a:t>
            </a:r>
            <a:r>
              <a:rPr lang="nl-NL" sz="2800" dirty="0"/>
              <a:t> like </a:t>
            </a:r>
            <a:r>
              <a:rPr lang="nl-NL" sz="2800" dirty="0" err="1">
                <a:solidFill>
                  <a:srgbClr val="FF0000"/>
                </a:solidFill>
              </a:rPr>
              <a:t>they</a:t>
            </a:r>
            <a:r>
              <a:rPr lang="nl-NL" sz="2800" dirty="0">
                <a:solidFill>
                  <a:srgbClr val="FF0000"/>
                </a:solidFill>
              </a:rPr>
              <a:t>, we </a:t>
            </a:r>
            <a:r>
              <a:rPr lang="nl-NL" sz="2800" dirty="0">
                <a:sym typeface="Wingdings" pitchFamily="2" charset="2"/>
              </a:rPr>
              <a:t> </a:t>
            </a:r>
            <a:r>
              <a:rPr lang="nl-NL" sz="2800" dirty="0" err="1">
                <a:solidFill>
                  <a:srgbClr val="FF0000"/>
                </a:solidFill>
                <a:sym typeface="Wingdings" pitchFamily="2" charset="2"/>
              </a:rPr>
              <a:t>normal</a:t>
            </a:r>
            <a:r>
              <a:rPr lang="nl-NL" sz="2800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nl-NL" sz="2800" dirty="0" err="1">
                <a:solidFill>
                  <a:srgbClr val="FF0000"/>
                </a:solidFill>
                <a:sym typeface="Wingdings" pitchFamily="2" charset="2"/>
              </a:rPr>
              <a:t>verb</a:t>
            </a:r>
            <a:r>
              <a:rPr lang="nl-NL" sz="2800" dirty="0">
                <a:solidFill>
                  <a:srgbClr val="FF0000"/>
                </a:solidFill>
                <a:sym typeface="Wingdings" pitchFamily="2" charset="2"/>
              </a:rPr>
              <a:t> form </a:t>
            </a:r>
            <a:r>
              <a:rPr lang="nl-NL" sz="2800" dirty="0">
                <a:sym typeface="Wingdings" pitchFamily="2" charset="2"/>
              </a:rPr>
              <a:t>(without –s)</a:t>
            </a:r>
          </a:p>
          <a:p>
            <a:pPr lvl="1"/>
            <a:r>
              <a:rPr lang="nl-NL" sz="2400" dirty="0">
                <a:sym typeface="Wingdings" pitchFamily="2" charset="2"/>
              </a:rPr>
              <a:t>The boys </a:t>
            </a:r>
            <a:r>
              <a:rPr lang="nl-NL" sz="2400" dirty="0" err="1">
                <a:sym typeface="Wingdings" pitchFamily="2" charset="2"/>
              </a:rPr>
              <a:t>give</a:t>
            </a:r>
            <a:r>
              <a:rPr lang="nl-NL" sz="2400" dirty="0">
                <a:sym typeface="Wingdings" pitchFamily="2" charset="2"/>
              </a:rPr>
              <a:t> 		(</a:t>
            </a:r>
            <a:r>
              <a:rPr lang="nl-NL" sz="2400" dirty="0" err="1">
                <a:sym typeface="Wingdings" pitchFamily="2" charset="2"/>
              </a:rPr>
              <a:t>they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give</a:t>
            </a:r>
            <a:r>
              <a:rPr lang="nl-NL" sz="2400" dirty="0">
                <a:sym typeface="Wingdings" pitchFamily="2" charset="2"/>
              </a:rPr>
              <a:t>)</a:t>
            </a:r>
          </a:p>
          <a:p>
            <a:pPr lvl="1"/>
            <a:r>
              <a:rPr lang="nl-NL" sz="2400" dirty="0">
                <a:sym typeface="Wingdings" pitchFamily="2" charset="2"/>
              </a:rPr>
              <a:t>The </a:t>
            </a:r>
            <a:r>
              <a:rPr lang="nl-NL" sz="2400" dirty="0" err="1">
                <a:sym typeface="Wingdings" pitchFamily="2" charset="2"/>
              </a:rPr>
              <a:t>girls</a:t>
            </a:r>
            <a:r>
              <a:rPr lang="nl-NL" sz="2400" dirty="0">
                <a:sym typeface="Wingdings" pitchFamily="2" charset="2"/>
              </a:rPr>
              <a:t> sleep		(</a:t>
            </a:r>
            <a:r>
              <a:rPr lang="nl-NL" sz="2400" dirty="0" err="1">
                <a:sym typeface="Wingdings" pitchFamily="2" charset="2"/>
              </a:rPr>
              <a:t>they</a:t>
            </a:r>
            <a:r>
              <a:rPr lang="nl-NL" sz="2400" dirty="0">
                <a:sym typeface="Wingdings" pitchFamily="2" charset="2"/>
              </a:rPr>
              <a:t> sleep)</a:t>
            </a:r>
          </a:p>
          <a:p>
            <a:pPr lvl="1"/>
            <a:r>
              <a:rPr lang="nl-NL" sz="2400" dirty="0">
                <a:sym typeface="Wingdings" pitchFamily="2" charset="2"/>
              </a:rPr>
              <a:t>The machines </a:t>
            </a:r>
            <a:r>
              <a:rPr lang="nl-NL" sz="2400" dirty="0" err="1">
                <a:sym typeface="Wingdings" pitchFamily="2" charset="2"/>
              </a:rPr>
              <a:t>work</a:t>
            </a:r>
            <a:r>
              <a:rPr lang="nl-NL" sz="2400" dirty="0">
                <a:sym typeface="Wingdings" pitchFamily="2" charset="2"/>
              </a:rPr>
              <a:t>	(</a:t>
            </a:r>
            <a:r>
              <a:rPr lang="nl-NL" sz="2400" dirty="0" err="1">
                <a:sym typeface="Wingdings" pitchFamily="2" charset="2"/>
              </a:rPr>
              <a:t>they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work</a:t>
            </a:r>
            <a:r>
              <a:rPr lang="nl-NL" sz="2400" dirty="0">
                <a:sym typeface="Wingdings" pitchFamily="2" charset="2"/>
              </a:rPr>
              <a:t>)</a:t>
            </a:r>
            <a:endParaRPr lang="nl-NL" sz="2400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37976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verbs</a:t>
            </a:r>
            <a:r>
              <a:rPr lang="nl-NL" dirty="0"/>
              <a:t> </a:t>
            </a:r>
            <a:r>
              <a:rPr lang="nl-NL" dirty="0" err="1"/>
              <a:t>don’t</a:t>
            </a:r>
            <a:r>
              <a:rPr lang="nl-NL" dirty="0"/>
              <a:t> </a:t>
            </a:r>
            <a:r>
              <a:rPr lang="nl-NL" dirty="0" err="1"/>
              <a:t>change</a:t>
            </a:r>
            <a:endParaRPr lang="en-US" dirty="0"/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/>
              <a:t>Will, </a:t>
            </a:r>
            <a:r>
              <a:rPr lang="nl-NL" dirty="0" err="1"/>
              <a:t>would</a:t>
            </a:r>
            <a:r>
              <a:rPr lang="nl-NL" dirty="0"/>
              <a:t>, </a:t>
            </a:r>
            <a:r>
              <a:rPr lang="nl-NL" dirty="0" err="1"/>
              <a:t>can</a:t>
            </a:r>
            <a:r>
              <a:rPr lang="nl-NL" dirty="0"/>
              <a:t>, </a:t>
            </a:r>
            <a:r>
              <a:rPr lang="nl-NL" dirty="0" err="1"/>
              <a:t>could</a:t>
            </a:r>
            <a:r>
              <a:rPr lang="nl-NL" dirty="0"/>
              <a:t>, </a:t>
            </a:r>
            <a:r>
              <a:rPr lang="nl-NL" dirty="0" err="1"/>
              <a:t>may</a:t>
            </a:r>
            <a:r>
              <a:rPr lang="nl-NL" dirty="0"/>
              <a:t>, </a:t>
            </a:r>
            <a:r>
              <a:rPr lang="nl-NL" dirty="0" err="1"/>
              <a:t>might</a:t>
            </a:r>
            <a:r>
              <a:rPr lang="nl-NL" dirty="0"/>
              <a:t>, must, </a:t>
            </a:r>
            <a:r>
              <a:rPr lang="nl-NL" dirty="0" err="1"/>
              <a:t>shall</a:t>
            </a:r>
            <a:r>
              <a:rPr lang="nl-NL" dirty="0"/>
              <a:t>, </a:t>
            </a:r>
            <a:r>
              <a:rPr lang="nl-NL" dirty="0" err="1"/>
              <a:t>should</a:t>
            </a:r>
            <a:endParaRPr lang="nl-NL" dirty="0"/>
          </a:p>
          <a:p>
            <a:pPr marL="0" indent="0">
              <a:buNone/>
            </a:pPr>
            <a:endParaRPr lang="nl-NL" dirty="0"/>
          </a:p>
          <a:p>
            <a:pPr lvl="1"/>
            <a:r>
              <a:rPr lang="nl-NL" dirty="0"/>
              <a:t>The boy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give</a:t>
            </a:r>
            <a:r>
              <a:rPr lang="nl-NL" dirty="0"/>
              <a:t>		the boys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give</a:t>
            </a:r>
            <a:endParaRPr lang="nl-NL" dirty="0"/>
          </a:p>
          <a:p>
            <a:pPr lvl="1"/>
            <a:r>
              <a:rPr lang="nl-NL" dirty="0"/>
              <a:t>The </a:t>
            </a:r>
            <a:r>
              <a:rPr lang="nl-NL" dirty="0" err="1"/>
              <a:t>girl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sleep		the </a:t>
            </a:r>
            <a:r>
              <a:rPr lang="nl-NL" dirty="0" err="1"/>
              <a:t>girls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sleep</a:t>
            </a:r>
          </a:p>
          <a:p>
            <a:pPr lvl="1"/>
            <a:r>
              <a:rPr lang="nl-NL" dirty="0"/>
              <a:t>The machines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work</a:t>
            </a:r>
            <a:r>
              <a:rPr lang="nl-NL" dirty="0"/>
              <a:t>	the machines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work</a:t>
            </a:r>
            <a:endParaRPr lang="nl-NL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3604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/>
              <a:t>Words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can’t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counted</a:t>
            </a:r>
            <a:endParaRPr lang="en-US" dirty="0"/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/>
              <a:t>Take</a:t>
            </a:r>
            <a:r>
              <a:rPr lang="nl-NL" dirty="0"/>
              <a:t> the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form</a:t>
            </a:r>
            <a:r>
              <a:rPr lang="nl-NL" dirty="0"/>
              <a:t> as </a:t>
            </a:r>
            <a:r>
              <a:rPr lang="nl-NL" dirty="0" err="1"/>
              <a:t>he</a:t>
            </a:r>
            <a:r>
              <a:rPr lang="nl-NL" dirty="0"/>
              <a:t>, </a:t>
            </a:r>
            <a:r>
              <a:rPr lang="nl-NL" dirty="0" err="1"/>
              <a:t>she</a:t>
            </a:r>
            <a:r>
              <a:rPr lang="nl-NL" dirty="0"/>
              <a:t> </a:t>
            </a:r>
            <a:r>
              <a:rPr lang="nl-NL" dirty="0" err="1"/>
              <a:t>or</a:t>
            </a:r>
            <a:r>
              <a:rPr lang="nl-NL" dirty="0"/>
              <a:t> </a:t>
            </a:r>
            <a:r>
              <a:rPr lang="nl-NL" dirty="0" err="1"/>
              <a:t>it</a:t>
            </a:r>
            <a:endParaRPr lang="nl-NL" dirty="0"/>
          </a:p>
          <a:p>
            <a:pPr lvl="1"/>
            <a:r>
              <a:rPr lang="nl-NL" dirty="0"/>
              <a:t>Water </a:t>
            </a:r>
            <a:r>
              <a:rPr lang="nl-NL" dirty="0" err="1"/>
              <a:t>flow</a:t>
            </a:r>
            <a:r>
              <a:rPr lang="nl-NL" i="1" dirty="0" err="1"/>
              <a:t>s</a:t>
            </a:r>
            <a:r>
              <a:rPr lang="nl-NL" dirty="0"/>
              <a:t> </a:t>
            </a:r>
            <a:r>
              <a:rPr lang="nl-NL" dirty="0" err="1"/>
              <a:t>through</a:t>
            </a:r>
            <a:r>
              <a:rPr lang="nl-NL" dirty="0"/>
              <a:t> the </a:t>
            </a:r>
            <a:r>
              <a:rPr lang="nl-NL" dirty="0" err="1"/>
              <a:t>pipes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Money </a:t>
            </a:r>
            <a:r>
              <a:rPr lang="nl-NL" dirty="0" err="1"/>
              <a:t>make</a:t>
            </a:r>
            <a:r>
              <a:rPr lang="nl-NL" i="1" dirty="0" err="1"/>
              <a:t>s</a:t>
            </a:r>
            <a:r>
              <a:rPr lang="nl-NL" dirty="0"/>
              <a:t> the </a:t>
            </a:r>
            <a:r>
              <a:rPr lang="nl-NL" dirty="0" err="1"/>
              <a:t>world</a:t>
            </a:r>
            <a:r>
              <a:rPr lang="nl-NL" dirty="0"/>
              <a:t> go </a:t>
            </a:r>
            <a:r>
              <a:rPr lang="nl-NL" dirty="0" err="1"/>
              <a:t>round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Politics </a:t>
            </a:r>
            <a:r>
              <a:rPr lang="nl-NL" dirty="0" err="1"/>
              <a:t>bore</a:t>
            </a:r>
            <a:r>
              <a:rPr lang="nl-NL" i="1" dirty="0" err="1"/>
              <a:t>s</a:t>
            </a:r>
            <a:r>
              <a:rPr lang="nl-NL" dirty="0"/>
              <a:t> me to </a:t>
            </a:r>
            <a:r>
              <a:rPr lang="nl-NL" dirty="0" err="1"/>
              <a:t>death</a:t>
            </a:r>
            <a:r>
              <a:rPr lang="nl-NL" dirty="0"/>
              <a:t>.</a:t>
            </a:r>
          </a:p>
          <a:p>
            <a:pPr lvl="1"/>
            <a:r>
              <a:rPr lang="nl-NL" dirty="0" err="1"/>
              <a:t>Mathematics</a:t>
            </a:r>
            <a:r>
              <a:rPr lang="nl-NL" dirty="0"/>
              <a:t> </a:t>
            </a:r>
            <a:r>
              <a:rPr lang="nl-NL" dirty="0" err="1"/>
              <a:t>give</a:t>
            </a:r>
            <a:r>
              <a:rPr lang="nl-NL" i="1" dirty="0" err="1"/>
              <a:t>s</a:t>
            </a:r>
            <a:r>
              <a:rPr lang="nl-NL" dirty="0"/>
              <a:t> me </a:t>
            </a:r>
            <a:r>
              <a:rPr lang="nl-NL" dirty="0" err="1"/>
              <a:t>headaches</a:t>
            </a:r>
            <a:r>
              <a:rPr lang="nl-NL" dirty="0"/>
              <a:t>.</a:t>
            </a:r>
          </a:p>
          <a:p>
            <a:pPr lvl="1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3994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words</a:t>
            </a:r>
            <a:r>
              <a:rPr lang="nl-NL" dirty="0"/>
              <a:t> </a:t>
            </a:r>
            <a:r>
              <a:rPr lang="nl-NL" dirty="0" err="1"/>
              <a:t>always</a:t>
            </a:r>
            <a:r>
              <a:rPr lang="nl-NL" dirty="0"/>
              <a:t> </a:t>
            </a:r>
            <a:r>
              <a:rPr lang="nl-NL" dirty="0" err="1"/>
              <a:t>indicate</a:t>
            </a:r>
            <a:r>
              <a:rPr lang="nl-NL" dirty="0"/>
              <a:t> more </a:t>
            </a:r>
            <a:r>
              <a:rPr lang="nl-NL" dirty="0" err="1"/>
              <a:t>than</a:t>
            </a:r>
            <a:r>
              <a:rPr lang="nl-NL" dirty="0"/>
              <a:t> </a:t>
            </a:r>
            <a:r>
              <a:rPr lang="nl-NL" dirty="0" err="1"/>
              <a:t>one</a:t>
            </a:r>
            <a:endParaRPr lang="en-US" dirty="0"/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/>
              <a:t>These </a:t>
            </a:r>
            <a:r>
              <a:rPr lang="nl-NL" dirty="0" err="1"/>
              <a:t>words</a:t>
            </a:r>
            <a:r>
              <a:rPr lang="nl-NL" dirty="0"/>
              <a:t> </a:t>
            </a:r>
            <a:r>
              <a:rPr lang="nl-NL" dirty="0" err="1"/>
              <a:t>take</a:t>
            </a:r>
            <a:r>
              <a:rPr lang="nl-NL" dirty="0"/>
              <a:t> the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form</a:t>
            </a:r>
            <a:r>
              <a:rPr lang="nl-NL" dirty="0"/>
              <a:t> as </a:t>
            </a:r>
            <a:r>
              <a:rPr lang="nl-NL" dirty="0" err="1"/>
              <a:t>they</a:t>
            </a:r>
            <a:endParaRPr lang="nl-NL" dirty="0"/>
          </a:p>
          <a:p>
            <a:pPr lvl="1"/>
            <a:r>
              <a:rPr lang="nl-NL" dirty="0"/>
              <a:t>The </a:t>
            </a:r>
            <a:r>
              <a:rPr lang="nl-NL" dirty="0" err="1"/>
              <a:t>cattle</a:t>
            </a:r>
            <a:r>
              <a:rPr lang="nl-NL" dirty="0"/>
              <a:t> are </a:t>
            </a:r>
            <a:r>
              <a:rPr lang="nl-NL" dirty="0" err="1"/>
              <a:t>transported</a:t>
            </a:r>
            <a:r>
              <a:rPr lang="nl-NL" dirty="0"/>
              <a:t> to the </a:t>
            </a:r>
            <a:r>
              <a:rPr lang="nl-NL" dirty="0" err="1"/>
              <a:t>slaughterhouse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The </a:t>
            </a:r>
            <a:r>
              <a:rPr lang="nl-NL" dirty="0" err="1"/>
              <a:t>police</a:t>
            </a:r>
            <a:r>
              <a:rPr lang="nl-NL" dirty="0"/>
              <a:t> have the right to search </a:t>
            </a:r>
            <a:r>
              <a:rPr lang="nl-NL" dirty="0" err="1"/>
              <a:t>people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The </a:t>
            </a:r>
            <a:r>
              <a:rPr lang="nl-NL" dirty="0" err="1"/>
              <a:t>personnel</a:t>
            </a:r>
            <a:r>
              <a:rPr lang="nl-NL" dirty="0"/>
              <a:t> </a:t>
            </a:r>
            <a:r>
              <a:rPr lang="nl-NL" dirty="0" err="1"/>
              <a:t>demand</a:t>
            </a:r>
            <a:r>
              <a:rPr lang="nl-NL" dirty="0"/>
              <a:t> </a:t>
            </a:r>
            <a:r>
              <a:rPr lang="nl-NL" dirty="0" err="1"/>
              <a:t>higher</a:t>
            </a:r>
            <a:r>
              <a:rPr lang="nl-NL" dirty="0"/>
              <a:t> </a:t>
            </a:r>
            <a:r>
              <a:rPr lang="nl-NL" dirty="0" err="1"/>
              <a:t>pay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note</a:t>
            </a:r>
            <a:endParaRPr lang="nl-NL" dirty="0"/>
          </a:p>
          <a:p>
            <a:pPr lvl="1"/>
            <a:r>
              <a:rPr lang="nl-NL" i="1" dirty="0"/>
              <a:t>Een aantal mensen </a:t>
            </a:r>
            <a:r>
              <a:rPr lang="nl-NL" b="1" i="1" dirty="0"/>
              <a:t>is</a:t>
            </a:r>
            <a:r>
              <a:rPr lang="nl-NL" i="1" dirty="0"/>
              <a:t> er al.</a:t>
            </a:r>
          </a:p>
          <a:p>
            <a:pPr lvl="1"/>
            <a:r>
              <a:rPr lang="nl-NL" strike="sngStrike" dirty="0"/>
              <a:t>A </a:t>
            </a:r>
            <a:r>
              <a:rPr lang="nl-NL" strike="sngStrike" dirty="0" err="1"/>
              <a:t>number</a:t>
            </a:r>
            <a:r>
              <a:rPr lang="nl-NL" strike="sngStrike" dirty="0"/>
              <a:t> of </a:t>
            </a:r>
            <a:r>
              <a:rPr lang="nl-NL" strike="sngStrike" dirty="0" err="1"/>
              <a:t>people</a:t>
            </a:r>
            <a:r>
              <a:rPr lang="nl-NL" strike="sngStrike" dirty="0"/>
              <a:t> is </a:t>
            </a:r>
            <a:r>
              <a:rPr lang="nl-NL" strike="sngStrike" dirty="0" err="1"/>
              <a:t>already</a:t>
            </a:r>
            <a:r>
              <a:rPr lang="nl-NL" strike="sngStrike" dirty="0"/>
              <a:t> </a:t>
            </a:r>
            <a:r>
              <a:rPr lang="nl-NL" strike="sngStrike" dirty="0" err="1"/>
              <a:t>there</a:t>
            </a:r>
            <a:endParaRPr lang="nl-NL" strike="sngStrike" dirty="0"/>
          </a:p>
          <a:p>
            <a:pPr lvl="1"/>
            <a:r>
              <a:rPr lang="nl-NL" dirty="0"/>
              <a:t>A </a:t>
            </a:r>
            <a:r>
              <a:rPr lang="nl-NL" dirty="0" err="1"/>
              <a:t>number</a:t>
            </a:r>
            <a:r>
              <a:rPr lang="nl-NL" dirty="0"/>
              <a:t> of </a:t>
            </a:r>
            <a:r>
              <a:rPr lang="nl-NL" dirty="0" err="1"/>
              <a:t>people</a:t>
            </a:r>
            <a:r>
              <a:rPr lang="nl-NL" dirty="0"/>
              <a:t> </a:t>
            </a:r>
            <a:r>
              <a:rPr lang="nl-NL" b="1" dirty="0"/>
              <a:t>are</a:t>
            </a:r>
            <a:r>
              <a:rPr lang="nl-NL" dirty="0"/>
              <a:t> </a:t>
            </a:r>
            <a:r>
              <a:rPr lang="nl-NL" dirty="0" err="1"/>
              <a:t>already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.</a:t>
            </a:r>
          </a:p>
          <a:p>
            <a:pPr lvl="1">
              <a:buNone/>
            </a:pPr>
            <a:endParaRPr lang="nl-NL" strike="sngStrike" dirty="0"/>
          </a:p>
        </p:txBody>
      </p:sp>
    </p:spTree>
    <p:extLst>
      <p:ext uri="{BB962C8B-B14F-4D97-AF65-F5344CB8AC3E}">
        <p14:creationId xmlns:p14="http://schemas.microsoft.com/office/powerpoint/2010/main" val="416250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/>
              <a:t>Words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refer</a:t>
            </a:r>
            <a:r>
              <a:rPr lang="nl-NL" dirty="0"/>
              <a:t> to a </a:t>
            </a:r>
            <a:r>
              <a:rPr lang="nl-NL" dirty="0" err="1"/>
              <a:t>group</a:t>
            </a:r>
            <a:endParaRPr lang="en-US" dirty="0"/>
          </a:p>
        </p:txBody>
      </p:sp>
      <p:sp>
        <p:nvSpPr>
          <p:cNvPr id="16387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556792"/>
            <a:ext cx="8153400" cy="4495800"/>
          </a:xfrm>
        </p:spPr>
        <p:txBody>
          <a:bodyPr/>
          <a:lstStyle/>
          <a:p>
            <a:r>
              <a:rPr lang="nl-NL" sz="2800" dirty="0"/>
              <a:t>In the </a:t>
            </a:r>
            <a:r>
              <a:rPr lang="nl-NL" sz="2800" u="sng" dirty="0"/>
              <a:t>UK</a:t>
            </a:r>
            <a:r>
              <a:rPr lang="nl-NL" sz="2800" dirty="0"/>
              <a:t> </a:t>
            </a:r>
            <a:r>
              <a:rPr lang="nl-NL" sz="2800" dirty="0" err="1"/>
              <a:t>they</a:t>
            </a:r>
            <a:r>
              <a:rPr lang="nl-NL" sz="2800" dirty="0"/>
              <a:t> get the </a:t>
            </a:r>
            <a:r>
              <a:rPr lang="nl-NL" sz="2800" dirty="0" err="1"/>
              <a:t>same</a:t>
            </a:r>
            <a:r>
              <a:rPr lang="nl-NL" sz="2800" dirty="0"/>
              <a:t> form as </a:t>
            </a:r>
            <a:r>
              <a:rPr lang="nl-NL" sz="2800" u="sng" dirty="0" err="1"/>
              <a:t>they</a:t>
            </a:r>
            <a:r>
              <a:rPr lang="nl-NL" sz="2800" dirty="0"/>
              <a:t>, </a:t>
            </a:r>
          </a:p>
          <a:p>
            <a:pPr marL="0" indent="0">
              <a:buNone/>
            </a:pPr>
            <a:r>
              <a:rPr lang="nl-NL" sz="2800" dirty="0"/>
              <a:t>   in the </a:t>
            </a:r>
            <a:r>
              <a:rPr lang="nl-NL" sz="2800" u="sng" dirty="0"/>
              <a:t>US</a:t>
            </a:r>
            <a:r>
              <a:rPr lang="nl-NL" sz="2800" dirty="0"/>
              <a:t> the </a:t>
            </a:r>
            <a:r>
              <a:rPr lang="nl-NL" sz="2800" dirty="0" err="1"/>
              <a:t>same</a:t>
            </a:r>
            <a:r>
              <a:rPr lang="nl-NL" sz="2800" dirty="0"/>
              <a:t> form as </a:t>
            </a:r>
            <a:r>
              <a:rPr lang="nl-NL" sz="2800" u="sng" dirty="0"/>
              <a:t>he, </a:t>
            </a:r>
            <a:r>
              <a:rPr lang="nl-NL" sz="2800" u="sng" dirty="0" err="1"/>
              <a:t>she</a:t>
            </a:r>
            <a:r>
              <a:rPr lang="nl-NL" sz="2800" u="sng" dirty="0"/>
              <a:t> or </a:t>
            </a:r>
            <a:r>
              <a:rPr lang="nl-NL" sz="2800" u="sng" dirty="0" err="1"/>
              <a:t>it</a:t>
            </a:r>
            <a:endParaRPr lang="nl-NL" sz="2800" u="sng" dirty="0"/>
          </a:p>
          <a:p>
            <a:pPr lvl="1" eaLnBrk="1" hangingPunct="1"/>
            <a:r>
              <a:rPr lang="en-US" sz="2400" dirty="0"/>
              <a:t>UK: Our family are unable to plan a holiday. </a:t>
            </a:r>
          </a:p>
          <a:p>
            <a:pPr lvl="1" eaLnBrk="1" hangingPunct="1"/>
            <a:r>
              <a:rPr lang="en-US" sz="2400" dirty="0"/>
              <a:t>US: Our family is unable to plan a holiday. </a:t>
            </a:r>
          </a:p>
          <a:p>
            <a:pPr marL="366713" lvl="1" indent="0" eaLnBrk="1" hangingPunct="1">
              <a:buNone/>
            </a:pPr>
            <a:endParaRPr lang="en-US" sz="2400" dirty="0"/>
          </a:p>
          <a:p>
            <a:pPr lvl="1" eaLnBrk="1" hangingPunct="1"/>
            <a:r>
              <a:rPr lang="en-US" sz="2400" dirty="0"/>
              <a:t>UK: The government are planning a tax reform. </a:t>
            </a:r>
          </a:p>
          <a:p>
            <a:pPr lvl="1" eaLnBrk="1" hangingPunct="1"/>
            <a:r>
              <a:rPr lang="en-US" sz="2400" dirty="0"/>
              <a:t>US: The government is planning a tax reform. </a:t>
            </a:r>
          </a:p>
          <a:p>
            <a:pPr marL="366713" lvl="1" indent="0" eaLnBrk="1" hangingPunct="1">
              <a:buNone/>
            </a:pPr>
            <a:endParaRPr lang="en-US" sz="2400" dirty="0"/>
          </a:p>
          <a:p>
            <a:pPr lvl="1" eaLnBrk="1" hangingPunct="1"/>
            <a:r>
              <a:rPr lang="en-US" sz="2400" dirty="0"/>
              <a:t>UK: The national football team have won.</a:t>
            </a:r>
          </a:p>
          <a:p>
            <a:pPr lvl="1" eaLnBrk="1" hangingPunct="1"/>
            <a:r>
              <a:rPr lang="en-US" sz="2400" dirty="0"/>
              <a:t>US: The national football team has won.</a:t>
            </a:r>
            <a:br>
              <a:rPr lang="en-US" dirty="0"/>
            </a:br>
            <a:endParaRPr lang="en-US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469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Things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equal</a:t>
            </a:r>
            <a:r>
              <a:rPr lang="nl-NL" dirty="0"/>
              <a:t> </a:t>
            </a:r>
            <a:r>
              <a:rPr lang="nl-NL" dirty="0" err="1"/>
              <a:t>parts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sz="2800" dirty="0" err="1"/>
              <a:t>Things</a:t>
            </a:r>
            <a:r>
              <a:rPr lang="nl-NL" sz="2800" dirty="0"/>
              <a:t> </a:t>
            </a:r>
            <a:r>
              <a:rPr lang="nl-NL" sz="2800" dirty="0" err="1"/>
              <a:t>that</a:t>
            </a:r>
            <a:r>
              <a:rPr lang="nl-NL" sz="2800" dirty="0"/>
              <a:t> </a:t>
            </a:r>
            <a:r>
              <a:rPr lang="nl-NL" sz="2800" dirty="0" err="1"/>
              <a:t>consist</a:t>
            </a:r>
            <a:r>
              <a:rPr lang="nl-NL" sz="2800" dirty="0"/>
              <a:t> of </a:t>
            </a:r>
            <a:r>
              <a:rPr lang="nl-NL" sz="2800" dirty="0" err="1"/>
              <a:t>two</a:t>
            </a:r>
            <a:r>
              <a:rPr lang="nl-NL" sz="2800" dirty="0"/>
              <a:t> </a:t>
            </a:r>
            <a:r>
              <a:rPr lang="nl-NL" sz="2800" dirty="0" err="1"/>
              <a:t>equal</a:t>
            </a:r>
            <a:r>
              <a:rPr lang="nl-NL" sz="2800" dirty="0"/>
              <a:t> </a:t>
            </a:r>
            <a:r>
              <a:rPr lang="nl-NL" sz="2800" dirty="0" err="1"/>
              <a:t>parts</a:t>
            </a:r>
            <a:r>
              <a:rPr lang="nl-NL" sz="2800" dirty="0"/>
              <a:t> are </a:t>
            </a:r>
            <a:r>
              <a:rPr lang="nl-NL" sz="2800" dirty="0" err="1"/>
              <a:t>treated</a:t>
            </a:r>
            <a:r>
              <a:rPr lang="nl-NL" sz="2800" dirty="0"/>
              <a:t> as </a:t>
            </a:r>
            <a:r>
              <a:rPr lang="nl-NL" sz="2800" dirty="0" err="1"/>
              <a:t>if</a:t>
            </a:r>
            <a:r>
              <a:rPr lang="nl-NL" sz="2800" dirty="0"/>
              <a:t> </a:t>
            </a:r>
            <a:r>
              <a:rPr lang="nl-NL" sz="2800" dirty="0" err="1"/>
              <a:t>there’s</a:t>
            </a:r>
            <a:r>
              <a:rPr lang="nl-NL" sz="2800" dirty="0"/>
              <a:t> more </a:t>
            </a:r>
            <a:r>
              <a:rPr lang="nl-NL" sz="2800" dirty="0" err="1"/>
              <a:t>than</a:t>
            </a:r>
            <a:r>
              <a:rPr lang="nl-NL" sz="2800" dirty="0"/>
              <a:t> </a:t>
            </a:r>
            <a:r>
              <a:rPr lang="nl-NL" sz="2800" dirty="0" err="1"/>
              <a:t>one</a:t>
            </a:r>
            <a:endParaRPr lang="nl-NL" sz="2800" dirty="0"/>
          </a:p>
          <a:p>
            <a:pPr lvl="1"/>
            <a:r>
              <a:rPr lang="nl-NL" sz="2400" dirty="0" err="1"/>
              <a:t>Trousers</a:t>
            </a:r>
            <a:r>
              <a:rPr lang="nl-NL" sz="2400" dirty="0"/>
              <a:t>, </a:t>
            </a:r>
            <a:r>
              <a:rPr lang="nl-NL" sz="2400" dirty="0" err="1"/>
              <a:t>glasses</a:t>
            </a:r>
            <a:r>
              <a:rPr lang="nl-NL" sz="2400" dirty="0"/>
              <a:t>, pants, </a:t>
            </a:r>
            <a:r>
              <a:rPr lang="nl-NL" sz="2400" dirty="0" err="1"/>
              <a:t>pyjamas</a:t>
            </a:r>
            <a:r>
              <a:rPr lang="nl-NL" sz="2400" dirty="0"/>
              <a:t> etc.</a:t>
            </a:r>
          </a:p>
          <a:p>
            <a:pPr marL="366713" lvl="1" indent="0">
              <a:buNone/>
            </a:pPr>
            <a:endParaRPr lang="nl-NL" sz="2400" dirty="0"/>
          </a:p>
          <a:p>
            <a:r>
              <a:rPr lang="nl-NL" sz="2800" dirty="0" err="1"/>
              <a:t>They</a:t>
            </a:r>
            <a:r>
              <a:rPr lang="nl-NL" sz="2800" dirty="0"/>
              <a:t> </a:t>
            </a:r>
            <a:r>
              <a:rPr lang="nl-NL" sz="2800" dirty="0" err="1"/>
              <a:t>get</a:t>
            </a:r>
            <a:r>
              <a:rPr lang="nl-NL" sz="2800" dirty="0"/>
              <a:t> the </a:t>
            </a:r>
            <a:r>
              <a:rPr lang="nl-NL" sz="2800" dirty="0" err="1"/>
              <a:t>same</a:t>
            </a:r>
            <a:r>
              <a:rPr lang="nl-NL" sz="2800" dirty="0"/>
              <a:t> </a:t>
            </a:r>
            <a:r>
              <a:rPr lang="nl-NL" sz="2800" dirty="0" err="1"/>
              <a:t>form</a:t>
            </a:r>
            <a:r>
              <a:rPr lang="nl-NL" sz="2800" dirty="0"/>
              <a:t> as </a:t>
            </a:r>
            <a:r>
              <a:rPr lang="nl-NL" sz="2800" dirty="0" err="1"/>
              <a:t>they</a:t>
            </a:r>
            <a:endParaRPr lang="nl-NL" sz="2800" dirty="0"/>
          </a:p>
          <a:p>
            <a:pPr lvl="1"/>
            <a:r>
              <a:rPr lang="nl-NL" sz="2400" dirty="0" err="1"/>
              <a:t>Those</a:t>
            </a:r>
            <a:r>
              <a:rPr lang="nl-NL" sz="2400" dirty="0"/>
              <a:t> </a:t>
            </a:r>
            <a:r>
              <a:rPr lang="nl-NL" sz="2400" dirty="0" err="1"/>
              <a:t>trousers</a:t>
            </a:r>
            <a:r>
              <a:rPr lang="nl-NL" sz="2400" dirty="0"/>
              <a:t> </a:t>
            </a:r>
            <a:r>
              <a:rPr lang="nl-NL" sz="2400" dirty="0" err="1"/>
              <a:t>make</a:t>
            </a:r>
            <a:r>
              <a:rPr lang="nl-NL" sz="2400" dirty="0"/>
              <a:t> </a:t>
            </a:r>
            <a:r>
              <a:rPr lang="nl-NL" sz="2400" dirty="0" err="1"/>
              <a:t>you</a:t>
            </a:r>
            <a:r>
              <a:rPr lang="nl-NL" sz="2400" dirty="0"/>
              <a:t> look fat.</a:t>
            </a:r>
          </a:p>
          <a:p>
            <a:pPr lvl="1"/>
            <a:r>
              <a:rPr lang="nl-NL" sz="2400" dirty="0"/>
              <a:t>My </a:t>
            </a:r>
            <a:r>
              <a:rPr lang="nl-NL" sz="2400" dirty="0" err="1"/>
              <a:t>glasses</a:t>
            </a:r>
            <a:r>
              <a:rPr lang="nl-NL" sz="2400" dirty="0"/>
              <a:t> help me </a:t>
            </a:r>
            <a:r>
              <a:rPr lang="nl-NL" sz="2400" dirty="0" err="1"/>
              <a:t>read</a:t>
            </a:r>
            <a:r>
              <a:rPr lang="nl-NL" sz="2400" dirty="0"/>
              <a:t>.</a:t>
            </a:r>
          </a:p>
          <a:p>
            <a:pPr lvl="1"/>
            <a:endParaRPr lang="nl-NL" sz="2400" dirty="0"/>
          </a:p>
          <a:p>
            <a:r>
              <a:rPr lang="nl-NL" sz="2800" dirty="0" err="1"/>
              <a:t>If</a:t>
            </a:r>
            <a:r>
              <a:rPr lang="nl-NL" sz="2800" dirty="0"/>
              <a:t> </a:t>
            </a:r>
            <a:r>
              <a:rPr lang="nl-NL" sz="2800" dirty="0" err="1"/>
              <a:t>you</a:t>
            </a:r>
            <a:r>
              <a:rPr lang="nl-NL" sz="2800" dirty="0"/>
              <a:t> want to </a:t>
            </a:r>
            <a:r>
              <a:rPr lang="nl-NL" sz="2800" dirty="0" err="1"/>
              <a:t>count</a:t>
            </a:r>
            <a:r>
              <a:rPr lang="nl-NL" sz="2800" dirty="0"/>
              <a:t> these </a:t>
            </a:r>
            <a:r>
              <a:rPr lang="nl-NL" sz="2800" dirty="0" err="1"/>
              <a:t>words</a:t>
            </a:r>
            <a:r>
              <a:rPr lang="nl-NL" sz="2800" dirty="0"/>
              <a:t>, </a:t>
            </a:r>
            <a:r>
              <a:rPr lang="nl-NL" sz="2800" dirty="0" err="1"/>
              <a:t>you</a:t>
            </a:r>
            <a:r>
              <a:rPr lang="nl-NL" sz="2800" dirty="0"/>
              <a:t> </a:t>
            </a:r>
            <a:r>
              <a:rPr lang="nl-NL" sz="2800" dirty="0" err="1"/>
              <a:t>use</a:t>
            </a:r>
            <a:r>
              <a:rPr lang="nl-NL" sz="2800" dirty="0"/>
              <a:t> 2 pairs of… (the </a:t>
            </a:r>
            <a:r>
              <a:rPr lang="nl-NL" sz="2800" dirty="0" err="1"/>
              <a:t>form</a:t>
            </a:r>
            <a:r>
              <a:rPr lang="nl-NL" sz="2800" dirty="0"/>
              <a:t> of the </a:t>
            </a:r>
            <a:r>
              <a:rPr lang="nl-NL" sz="2800" dirty="0" err="1"/>
              <a:t>verb</a:t>
            </a:r>
            <a:r>
              <a:rPr lang="nl-NL" sz="2800" dirty="0"/>
              <a:t> is </a:t>
            </a:r>
            <a:r>
              <a:rPr lang="nl-NL" sz="2800" dirty="0" err="1"/>
              <a:t>still</a:t>
            </a:r>
            <a:r>
              <a:rPr lang="nl-NL" sz="2800" dirty="0"/>
              <a:t> </a:t>
            </a:r>
            <a:r>
              <a:rPr lang="nl-NL" sz="2800" dirty="0" err="1"/>
              <a:t>like</a:t>
            </a:r>
            <a:r>
              <a:rPr lang="nl-NL" sz="2800" dirty="0"/>
              <a:t> </a:t>
            </a:r>
            <a:r>
              <a:rPr lang="nl-NL" sz="2800" dirty="0" err="1"/>
              <a:t>with</a:t>
            </a:r>
            <a:r>
              <a:rPr lang="nl-NL" sz="2800" dirty="0"/>
              <a:t> </a:t>
            </a:r>
            <a:r>
              <a:rPr lang="nl-NL" sz="2800" dirty="0" err="1"/>
              <a:t>they</a:t>
            </a:r>
            <a:r>
              <a:rPr lang="nl-NL" sz="2800" dirty="0"/>
              <a:t>).</a:t>
            </a:r>
          </a:p>
          <a:p>
            <a:pPr lvl="1"/>
            <a:r>
              <a:rPr lang="nl-NL" sz="2400" dirty="0"/>
              <a:t>2 pairs of </a:t>
            </a:r>
            <a:r>
              <a:rPr lang="nl-NL" sz="2400" dirty="0" err="1"/>
              <a:t>pyjamas</a:t>
            </a:r>
            <a:r>
              <a:rPr lang="nl-NL" sz="2400" dirty="0"/>
              <a:t> </a:t>
            </a:r>
            <a:r>
              <a:rPr lang="nl-NL" sz="2400" dirty="0" err="1"/>
              <a:t>cost</a:t>
            </a:r>
            <a:r>
              <a:rPr lang="nl-NL" sz="2400" dirty="0"/>
              <a:t> </a:t>
            </a:r>
            <a:r>
              <a:rPr lang="nl-NL" sz="2400" dirty="0" err="1"/>
              <a:t>only</a:t>
            </a:r>
            <a:r>
              <a:rPr lang="nl-NL" sz="2400" dirty="0"/>
              <a:t> 20 </a:t>
            </a:r>
            <a:r>
              <a:rPr lang="nl-NL" sz="2400" dirty="0" err="1"/>
              <a:t>euros</a:t>
            </a:r>
            <a:r>
              <a:rPr lang="nl-NL" sz="2400" dirty="0"/>
              <a:t> </a:t>
            </a:r>
            <a:r>
              <a:rPr lang="nl-NL" sz="2400" dirty="0" err="1"/>
              <a:t>today</a:t>
            </a:r>
            <a:r>
              <a:rPr lang="nl-NL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4169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Note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sz="2800" dirty="0" err="1"/>
              <a:t>Some</a:t>
            </a:r>
            <a:r>
              <a:rPr lang="nl-NL" sz="2800" dirty="0"/>
              <a:t> </a:t>
            </a:r>
            <a:r>
              <a:rPr lang="nl-NL" sz="2800" dirty="0" err="1"/>
              <a:t>words</a:t>
            </a:r>
            <a:r>
              <a:rPr lang="nl-NL" sz="2800" dirty="0"/>
              <a:t> look </a:t>
            </a:r>
            <a:r>
              <a:rPr lang="nl-NL" sz="2800" dirty="0" err="1"/>
              <a:t>like</a:t>
            </a:r>
            <a:r>
              <a:rPr lang="nl-NL" sz="2800" dirty="0"/>
              <a:t> </a:t>
            </a:r>
            <a:r>
              <a:rPr lang="nl-NL" sz="2800" dirty="0" err="1"/>
              <a:t>they</a:t>
            </a:r>
            <a:r>
              <a:rPr lang="nl-NL" sz="2800" dirty="0"/>
              <a:t> </a:t>
            </a:r>
            <a:r>
              <a:rPr lang="nl-NL" sz="2800" dirty="0" err="1"/>
              <a:t>refer</a:t>
            </a:r>
            <a:r>
              <a:rPr lang="nl-NL" sz="2800" dirty="0"/>
              <a:t> to more </a:t>
            </a:r>
            <a:r>
              <a:rPr lang="nl-NL" sz="2800" dirty="0" err="1"/>
              <a:t>than</a:t>
            </a:r>
            <a:r>
              <a:rPr lang="nl-NL" sz="2800" dirty="0"/>
              <a:t> </a:t>
            </a:r>
            <a:r>
              <a:rPr lang="nl-NL" sz="2800" dirty="0" err="1"/>
              <a:t>one</a:t>
            </a:r>
            <a:r>
              <a:rPr lang="nl-NL" sz="2800" dirty="0"/>
              <a:t>, </a:t>
            </a:r>
            <a:r>
              <a:rPr lang="nl-NL" sz="2800" dirty="0" err="1"/>
              <a:t>but</a:t>
            </a:r>
            <a:r>
              <a:rPr lang="nl-NL" sz="2800" dirty="0"/>
              <a:t> </a:t>
            </a:r>
            <a:r>
              <a:rPr lang="nl-NL" sz="2800" dirty="0" err="1"/>
              <a:t>it</a:t>
            </a:r>
            <a:r>
              <a:rPr lang="nl-NL" sz="2800" dirty="0"/>
              <a:t> is </a:t>
            </a:r>
            <a:r>
              <a:rPr lang="nl-NL" sz="2800" dirty="0" err="1"/>
              <a:t>only</a:t>
            </a:r>
            <a:r>
              <a:rPr lang="nl-NL" sz="2800" dirty="0"/>
              <a:t> </a:t>
            </a:r>
            <a:r>
              <a:rPr lang="nl-NL" sz="2800" dirty="0" err="1"/>
              <a:t>one</a:t>
            </a:r>
            <a:endParaRPr lang="nl-NL" sz="2800" dirty="0"/>
          </a:p>
          <a:p>
            <a:r>
              <a:rPr lang="nl-NL" sz="2800" dirty="0" err="1"/>
              <a:t>They</a:t>
            </a:r>
            <a:r>
              <a:rPr lang="nl-NL" sz="2800" dirty="0"/>
              <a:t> </a:t>
            </a:r>
            <a:r>
              <a:rPr lang="nl-NL" sz="2800" dirty="0" err="1"/>
              <a:t>take</a:t>
            </a:r>
            <a:r>
              <a:rPr lang="nl-NL" sz="2800" dirty="0"/>
              <a:t> the </a:t>
            </a:r>
            <a:r>
              <a:rPr lang="nl-NL" sz="2800" dirty="0" err="1"/>
              <a:t>form</a:t>
            </a:r>
            <a:r>
              <a:rPr lang="nl-NL" sz="2800" dirty="0"/>
              <a:t> of </a:t>
            </a:r>
            <a:r>
              <a:rPr lang="nl-NL" sz="2800" dirty="0" err="1"/>
              <a:t>he</a:t>
            </a:r>
            <a:r>
              <a:rPr lang="nl-NL" sz="2800" dirty="0"/>
              <a:t>, </a:t>
            </a:r>
            <a:r>
              <a:rPr lang="nl-NL" sz="2800" dirty="0" err="1"/>
              <a:t>she</a:t>
            </a:r>
            <a:r>
              <a:rPr lang="nl-NL" sz="2800" dirty="0"/>
              <a:t> </a:t>
            </a:r>
            <a:r>
              <a:rPr lang="nl-NL" sz="2800" dirty="0" err="1"/>
              <a:t>or</a:t>
            </a:r>
            <a:r>
              <a:rPr lang="nl-NL" sz="2800" dirty="0"/>
              <a:t> </a:t>
            </a:r>
            <a:r>
              <a:rPr lang="nl-NL" sz="2800" dirty="0" err="1"/>
              <a:t>it</a:t>
            </a:r>
            <a:endParaRPr lang="nl-NL" sz="2800" dirty="0"/>
          </a:p>
          <a:p>
            <a:pPr lvl="1"/>
            <a:r>
              <a:rPr lang="nl-NL" sz="2400" dirty="0"/>
              <a:t>The </a:t>
            </a:r>
            <a:r>
              <a:rPr lang="nl-NL" sz="2400" dirty="0" err="1"/>
              <a:t>Netherlands</a:t>
            </a:r>
            <a:r>
              <a:rPr lang="nl-NL" sz="2400" dirty="0"/>
              <a:t> has </a:t>
            </a:r>
            <a:r>
              <a:rPr lang="nl-NL" sz="2400" dirty="0" err="1"/>
              <a:t>two</a:t>
            </a:r>
            <a:r>
              <a:rPr lang="nl-NL" sz="2400" dirty="0"/>
              <a:t> </a:t>
            </a:r>
            <a:r>
              <a:rPr lang="nl-NL" sz="2400" dirty="0" err="1"/>
              <a:t>neighbouring</a:t>
            </a:r>
            <a:r>
              <a:rPr lang="nl-NL" sz="2400" dirty="0"/>
              <a:t> </a:t>
            </a:r>
            <a:r>
              <a:rPr lang="nl-NL" sz="2400" dirty="0" err="1"/>
              <a:t>countries</a:t>
            </a:r>
            <a:r>
              <a:rPr lang="nl-NL" sz="2400" dirty="0"/>
              <a:t>.</a:t>
            </a:r>
          </a:p>
          <a:p>
            <a:pPr lvl="1"/>
            <a:r>
              <a:rPr lang="nl-NL" sz="2400" dirty="0"/>
              <a:t>The United </a:t>
            </a:r>
            <a:r>
              <a:rPr lang="nl-NL" sz="2400" dirty="0" err="1"/>
              <a:t>States</a:t>
            </a:r>
            <a:r>
              <a:rPr lang="nl-NL" sz="2400" dirty="0"/>
              <a:t> has </a:t>
            </a:r>
            <a:r>
              <a:rPr lang="nl-NL" sz="2400" dirty="0" err="1"/>
              <a:t>strict</a:t>
            </a:r>
            <a:r>
              <a:rPr lang="nl-NL" sz="2400" dirty="0"/>
              <a:t> </a:t>
            </a:r>
            <a:r>
              <a:rPr lang="nl-NL" sz="2400" dirty="0" err="1"/>
              <a:t>laws</a:t>
            </a:r>
            <a:r>
              <a:rPr lang="nl-NL" sz="2400" dirty="0"/>
              <a:t>.</a:t>
            </a:r>
          </a:p>
          <a:p>
            <a:pPr marL="366713" lvl="1" indent="0">
              <a:buNone/>
            </a:pPr>
            <a:endParaRPr lang="nl-NL" sz="2400" dirty="0"/>
          </a:p>
          <a:p>
            <a:r>
              <a:rPr lang="nl-NL" sz="2800" dirty="0" err="1"/>
              <a:t>If</a:t>
            </a:r>
            <a:r>
              <a:rPr lang="nl-NL" sz="2800" dirty="0"/>
              <a:t> </a:t>
            </a:r>
            <a:r>
              <a:rPr lang="nl-NL" sz="2800" dirty="0" err="1"/>
              <a:t>you</a:t>
            </a:r>
            <a:r>
              <a:rPr lang="nl-NL" sz="2800" dirty="0"/>
              <a:t> </a:t>
            </a:r>
            <a:r>
              <a:rPr lang="nl-NL" sz="2800" dirty="0" err="1"/>
              <a:t>measure</a:t>
            </a:r>
            <a:r>
              <a:rPr lang="nl-NL" sz="2800" dirty="0"/>
              <a:t> </a:t>
            </a:r>
            <a:r>
              <a:rPr lang="nl-NL" sz="2800" dirty="0" err="1"/>
              <a:t>something</a:t>
            </a:r>
            <a:r>
              <a:rPr lang="nl-NL" sz="2800" dirty="0"/>
              <a:t>, </a:t>
            </a:r>
            <a:r>
              <a:rPr lang="nl-NL" sz="2800" dirty="0" err="1"/>
              <a:t>use</a:t>
            </a:r>
            <a:r>
              <a:rPr lang="nl-NL" sz="2800" dirty="0"/>
              <a:t> the </a:t>
            </a:r>
            <a:r>
              <a:rPr lang="nl-NL" sz="2800" dirty="0" err="1"/>
              <a:t>form</a:t>
            </a:r>
            <a:r>
              <a:rPr lang="nl-NL" sz="2800" dirty="0"/>
              <a:t> of </a:t>
            </a:r>
            <a:r>
              <a:rPr lang="nl-NL" sz="2800" dirty="0" err="1"/>
              <a:t>he</a:t>
            </a:r>
            <a:r>
              <a:rPr lang="nl-NL" sz="2800" dirty="0"/>
              <a:t>, </a:t>
            </a:r>
            <a:r>
              <a:rPr lang="nl-NL" sz="2800" dirty="0" err="1"/>
              <a:t>she</a:t>
            </a:r>
            <a:r>
              <a:rPr lang="nl-NL" sz="2800" dirty="0"/>
              <a:t> </a:t>
            </a:r>
            <a:r>
              <a:rPr lang="nl-NL" sz="2800" dirty="0" err="1"/>
              <a:t>or</a:t>
            </a:r>
            <a:r>
              <a:rPr lang="nl-NL" sz="2800" dirty="0"/>
              <a:t> </a:t>
            </a:r>
            <a:r>
              <a:rPr lang="nl-NL" sz="2800" dirty="0" err="1"/>
              <a:t>it</a:t>
            </a:r>
            <a:r>
              <a:rPr lang="nl-NL" sz="2800" dirty="0"/>
              <a:t>, even </a:t>
            </a:r>
            <a:r>
              <a:rPr lang="nl-NL" sz="2800" dirty="0" err="1"/>
              <a:t>if</a:t>
            </a:r>
            <a:r>
              <a:rPr lang="nl-NL" sz="2800" dirty="0"/>
              <a:t> </a:t>
            </a:r>
            <a:r>
              <a:rPr lang="nl-NL" sz="2800" dirty="0" err="1"/>
              <a:t>it’s</a:t>
            </a:r>
            <a:r>
              <a:rPr lang="nl-NL" sz="2800" dirty="0"/>
              <a:t> more </a:t>
            </a:r>
            <a:r>
              <a:rPr lang="nl-NL" sz="2800" dirty="0" err="1"/>
              <a:t>than</a:t>
            </a:r>
            <a:r>
              <a:rPr lang="nl-NL" sz="2800" dirty="0"/>
              <a:t> </a:t>
            </a:r>
            <a:r>
              <a:rPr lang="nl-NL" sz="2800" dirty="0" err="1"/>
              <a:t>one</a:t>
            </a:r>
            <a:endParaRPr lang="nl-NL" sz="2800" dirty="0"/>
          </a:p>
          <a:p>
            <a:pPr lvl="1"/>
            <a:r>
              <a:rPr lang="nl-NL" sz="2400" dirty="0"/>
              <a:t>Ten </a:t>
            </a:r>
            <a:r>
              <a:rPr lang="nl-NL" sz="2400" dirty="0" err="1"/>
              <a:t>miles</a:t>
            </a:r>
            <a:r>
              <a:rPr lang="nl-NL" sz="2400" dirty="0"/>
              <a:t> is </a:t>
            </a:r>
            <a:r>
              <a:rPr lang="nl-NL" sz="2400" dirty="0" err="1"/>
              <a:t>too</a:t>
            </a:r>
            <a:r>
              <a:rPr lang="nl-NL" sz="2400" dirty="0"/>
              <a:t> </a:t>
            </a:r>
            <a:r>
              <a:rPr lang="nl-NL" sz="2400" dirty="0" err="1"/>
              <a:t>far</a:t>
            </a:r>
            <a:endParaRPr lang="nl-NL" sz="2400" dirty="0"/>
          </a:p>
          <a:p>
            <a:pPr lvl="1"/>
            <a:r>
              <a:rPr lang="nl-NL" sz="2400" dirty="0" err="1"/>
              <a:t>Two</a:t>
            </a:r>
            <a:r>
              <a:rPr lang="nl-NL" sz="2400" dirty="0"/>
              <a:t> kilos </a:t>
            </a:r>
            <a:r>
              <a:rPr lang="nl-NL" sz="2400" dirty="0" err="1"/>
              <a:t>seems</a:t>
            </a:r>
            <a:r>
              <a:rPr lang="nl-NL" sz="2400" dirty="0"/>
              <a:t> to </a:t>
            </a:r>
            <a:r>
              <a:rPr lang="nl-NL" sz="2400" dirty="0" err="1"/>
              <a:t>be</a:t>
            </a:r>
            <a:r>
              <a:rPr lang="nl-NL" sz="2400" dirty="0"/>
              <a:t> </a:t>
            </a:r>
            <a:r>
              <a:rPr lang="nl-NL" sz="2400" dirty="0" err="1"/>
              <a:t>too</a:t>
            </a:r>
            <a:r>
              <a:rPr lang="nl-NL" sz="2400" dirty="0"/>
              <a:t> </a:t>
            </a:r>
            <a:r>
              <a:rPr lang="nl-NL" sz="2400" dirty="0" err="1"/>
              <a:t>much</a:t>
            </a:r>
            <a:r>
              <a:rPr lang="nl-NL" sz="2400" dirty="0"/>
              <a:t>.</a:t>
            </a:r>
          </a:p>
          <a:p>
            <a:pPr lvl="1">
              <a:buNone/>
            </a:pPr>
            <a:endParaRPr lang="en-US" strike="sngStrike" dirty="0"/>
          </a:p>
        </p:txBody>
      </p:sp>
    </p:spTree>
    <p:extLst>
      <p:ext uri="{BB962C8B-B14F-4D97-AF65-F5344CB8AC3E}">
        <p14:creationId xmlns:p14="http://schemas.microsoft.com/office/powerpoint/2010/main" val="66680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Concours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7C217F3DDE15439660C8A0FD095BFF" ma:contentTypeVersion="0" ma:contentTypeDescription="Create a new document." ma:contentTypeScope="" ma:versionID="178f27c8fb24e2f942a45cfe98f3550d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01DDFB-96CB-47F0-865F-F58A6766A59B}">
  <ds:schemaRefs>
    <ds:schemaRef ds:uri="http://purl.org/dc/dcmitype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94BD2CB-0752-4899-AB4C-957BE9E895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939EE48E-5F96-4513-B66C-76E5825B69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1902</TotalTime>
  <Words>2134</Words>
  <Application>Microsoft Office PowerPoint</Application>
  <PresentationFormat>On-screen Show (4:3)</PresentationFormat>
  <Paragraphs>264</Paragraphs>
  <Slides>33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Sans sarif</vt:lpstr>
      <vt:lpstr>Tw Cen MT</vt:lpstr>
      <vt:lpstr>Wingdings</vt:lpstr>
      <vt:lpstr>Wingdings 2</vt:lpstr>
      <vt:lpstr>Median</vt:lpstr>
      <vt:lpstr>Grammar &amp; BAsics</vt:lpstr>
      <vt:lpstr>Tenses Session 2</vt:lpstr>
      <vt:lpstr>Future tenses Compared What is the difference in meaning?</vt:lpstr>
      <vt:lpstr>Future tenses Compared What is the difference in meaning?</vt:lpstr>
      <vt:lpstr>Will is used…</vt:lpstr>
      <vt:lpstr>‘Going to’ is used:</vt:lpstr>
      <vt:lpstr>PowerPoint Presentation</vt:lpstr>
      <vt:lpstr>Present forms to talk about the future</vt:lpstr>
      <vt:lpstr>Present forms to talk about the future</vt:lpstr>
      <vt:lpstr>Agenda</vt:lpstr>
      <vt:lpstr>Grammatical Tenses: Recap</vt:lpstr>
      <vt:lpstr>Questions and Negations</vt:lpstr>
      <vt:lpstr>Questions and Negations</vt:lpstr>
      <vt:lpstr>Asking yes/no questions</vt:lpstr>
      <vt:lpstr>“Do”-support Asking yes/no questions</vt:lpstr>
      <vt:lpstr>Asking yes/no questions about the past</vt:lpstr>
      <vt:lpstr>Asking yes/no questions</vt:lpstr>
      <vt:lpstr>“Do”-support  Wh-questions</vt:lpstr>
      <vt:lpstr>Wh-questions</vt:lpstr>
      <vt:lpstr>Wh-questions</vt:lpstr>
      <vt:lpstr>“Do”-support Negative sentences</vt:lpstr>
      <vt:lpstr>Negative sentences</vt:lpstr>
      <vt:lpstr>Negative sentences in the past</vt:lpstr>
      <vt:lpstr>Break</vt:lpstr>
      <vt:lpstr>Agreement</vt:lpstr>
      <vt:lpstr>What is Agreement? </vt:lpstr>
      <vt:lpstr>Noun forms and verb forms</vt:lpstr>
      <vt:lpstr>Some verbs don’t change</vt:lpstr>
      <vt:lpstr>Words that can’t be counted</vt:lpstr>
      <vt:lpstr>Some words always indicate more than one</vt:lpstr>
      <vt:lpstr>Words that refer to a group</vt:lpstr>
      <vt:lpstr>Things with two equal parts</vt:lpstr>
      <vt:lpstr>Note</vt:lpstr>
    </vt:vector>
  </TitlesOfParts>
  <Company>Hogeschool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Grammar</dc:title>
  <dc:creator>marlies.devos</dc:creator>
  <cp:lastModifiedBy>Thomas de France</cp:lastModifiedBy>
  <cp:revision>51</cp:revision>
  <dcterms:created xsi:type="dcterms:W3CDTF">2017-08-09T11:56:23Z</dcterms:created>
  <dcterms:modified xsi:type="dcterms:W3CDTF">2025-02-04T22:23:31Z</dcterms:modified>
</cp:coreProperties>
</file>