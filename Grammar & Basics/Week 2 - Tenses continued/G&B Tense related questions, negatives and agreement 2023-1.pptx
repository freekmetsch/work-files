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6"/>
  </p:notesMasterIdLst>
  <p:sldIdLst>
    <p:sldId id="256" r:id="rId5"/>
    <p:sldId id="308" r:id="rId6"/>
    <p:sldId id="309" r:id="rId7"/>
    <p:sldId id="366" r:id="rId8"/>
    <p:sldId id="344" r:id="rId9"/>
    <p:sldId id="345" r:id="rId10"/>
    <p:sldId id="346" r:id="rId11"/>
    <p:sldId id="347" r:id="rId12"/>
    <p:sldId id="348" r:id="rId13"/>
    <p:sldId id="349" r:id="rId14"/>
    <p:sldId id="367" r:id="rId15"/>
    <p:sldId id="350" r:id="rId16"/>
    <p:sldId id="351" r:id="rId17"/>
    <p:sldId id="352" r:id="rId18"/>
    <p:sldId id="368" r:id="rId19"/>
    <p:sldId id="353" r:id="rId20"/>
    <p:sldId id="354" r:id="rId21"/>
    <p:sldId id="355" r:id="rId22"/>
    <p:sldId id="369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64" r:id="rId32"/>
    <p:sldId id="365" r:id="rId33"/>
    <p:sldId id="372" r:id="rId34"/>
    <p:sldId id="371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D928B6-0528-40D6-BAFD-3497BAF790A5}">
          <p14:sldIdLst>
            <p14:sldId id="256"/>
            <p14:sldId id="308"/>
            <p14:sldId id="309"/>
            <p14:sldId id="366"/>
          </p14:sldIdLst>
        </p14:section>
        <p14:section name="Questions &amp; Negations" id="{F5CB063A-6CB0-4D69-A9FF-2BE0CF278C8A}">
          <p14:sldIdLst>
            <p14:sldId id="344"/>
            <p14:sldId id="345"/>
            <p14:sldId id="346"/>
            <p14:sldId id="347"/>
            <p14:sldId id="348"/>
            <p14:sldId id="349"/>
            <p14:sldId id="367"/>
            <p14:sldId id="350"/>
            <p14:sldId id="351"/>
            <p14:sldId id="352"/>
            <p14:sldId id="368"/>
            <p14:sldId id="353"/>
            <p14:sldId id="354"/>
            <p14:sldId id="355"/>
            <p14:sldId id="369"/>
            <p14:sldId id="356"/>
          </p14:sldIdLst>
        </p14:section>
        <p14:section name="Agreement" id="{4DC45406-445B-4C1E-A02B-79540D299FA7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72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ima Kajouj" initials="FK" lastIdx="1" clrIdx="0">
    <p:extLst>
      <p:ext uri="{19B8F6BF-5375-455C-9EA6-DF929625EA0E}">
        <p15:presenceInfo xmlns:p15="http://schemas.microsoft.com/office/powerpoint/2012/main" userId="S-1-5-21-1757436266-1070379326-1452763161-1067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8B447-D049-43B3-9C15-3A114EE6C690}" v="322" dt="2024-09-17T12:04:06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8632" autoAdjust="0"/>
  </p:normalViewPr>
  <p:slideViewPr>
    <p:cSldViewPr>
      <p:cViewPr varScale="1">
        <p:scale>
          <a:sx n="94" d="100"/>
          <a:sy n="94" d="100"/>
        </p:scale>
        <p:origin x="202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1" d="100"/>
        <a:sy n="131" d="100"/>
      </p:scale>
      <p:origin x="0" y="-104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Kajouj" userId="c3170573-fe56-4cc3-a17b-b68bb4d2c2dc" providerId="ADAL" clId="{9E76E538-3F22-42AC-A603-020F5CC66717}"/>
    <pc:docChg chg="modSld addSection modSection">
      <pc:chgData name="Fatima Kajouj" userId="c3170573-fe56-4cc3-a17b-b68bb4d2c2dc" providerId="ADAL" clId="{9E76E538-3F22-42AC-A603-020F5CC66717}" dt="2023-08-28T18:39:59.700" v="36" actId="17846"/>
      <pc:docMkLst>
        <pc:docMk/>
      </pc:docMkLst>
      <pc:sldChg chg="modSp mod">
        <pc:chgData name="Fatima Kajouj" userId="c3170573-fe56-4cc3-a17b-b68bb4d2c2dc" providerId="ADAL" clId="{9E76E538-3F22-42AC-A603-020F5CC66717}" dt="2023-08-22T15:46:21.827" v="29" actId="20577"/>
        <pc:sldMkLst>
          <pc:docMk/>
          <pc:sldMk cId="3682992781" sldId="308"/>
        </pc:sldMkLst>
        <pc:spChg chg="mod">
          <ac:chgData name="Fatima Kajouj" userId="c3170573-fe56-4cc3-a17b-b68bb4d2c2dc" providerId="ADAL" clId="{9E76E538-3F22-42AC-A603-020F5CC66717}" dt="2023-08-22T15:46:21.827" v="29" actId="20577"/>
          <ac:spMkLst>
            <pc:docMk/>
            <pc:sldMk cId="3682992781" sldId="308"/>
            <ac:spMk id="3" creationId="{00000000-0000-0000-0000-000000000000}"/>
          </ac:spMkLst>
        </pc:spChg>
      </pc:sldChg>
      <pc:sldChg chg="modSp mod">
        <pc:chgData name="Fatima Kajouj" userId="c3170573-fe56-4cc3-a17b-b68bb4d2c2dc" providerId="ADAL" clId="{9E76E538-3F22-42AC-A603-020F5CC66717}" dt="2023-08-22T15:47:18.595" v="32" actId="20577"/>
        <pc:sldMkLst>
          <pc:docMk/>
          <pc:sldMk cId="1563076263" sldId="356"/>
        </pc:sldMkLst>
        <pc:spChg chg="mod">
          <ac:chgData name="Fatima Kajouj" userId="c3170573-fe56-4cc3-a17b-b68bb4d2c2dc" providerId="ADAL" clId="{9E76E538-3F22-42AC-A603-020F5CC66717}" dt="2023-08-22T15:47:18.595" v="32" actId="20577"/>
          <ac:spMkLst>
            <pc:docMk/>
            <pc:sldMk cId="1563076263" sldId="356"/>
            <ac:spMk id="4" creationId="{00000000-0000-0000-0000-000000000000}"/>
          </ac:spMkLst>
        </pc:spChg>
      </pc:sldChg>
    </pc:docChg>
  </pc:docChgLst>
  <pc:docChgLst>
    <pc:chgData name="Freek Metsch" userId="021ef47b-1d71-428a-9075-16ffbc2c7c18" providerId="ADAL" clId="{2988B447-D049-43B3-9C15-3A114EE6C690}"/>
    <pc:docChg chg="undo custSel addSld delSld modSld modSection">
      <pc:chgData name="Freek Metsch" userId="021ef47b-1d71-428a-9075-16ffbc2c7c18" providerId="ADAL" clId="{2988B447-D049-43B3-9C15-3A114EE6C690}" dt="2024-09-17T12:04:06.499" v="2091" actId="20577"/>
      <pc:docMkLst>
        <pc:docMk/>
      </pc:docMkLst>
      <pc:sldChg chg="modSp mod">
        <pc:chgData name="Freek Metsch" userId="021ef47b-1d71-428a-9075-16ffbc2c7c18" providerId="ADAL" clId="{2988B447-D049-43B3-9C15-3A114EE6C690}" dt="2024-09-17T11:58:19.799" v="1659" actId="113"/>
        <pc:sldMkLst>
          <pc:docMk/>
          <pc:sldMk cId="4087256311" sldId="309"/>
        </pc:sldMkLst>
        <pc:spChg chg="mod">
          <ac:chgData name="Freek Metsch" userId="021ef47b-1d71-428a-9075-16ffbc2c7c18" providerId="ADAL" clId="{2988B447-D049-43B3-9C15-3A114EE6C690}" dt="2024-09-17T11:58:19.799" v="1659" actId="113"/>
          <ac:spMkLst>
            <pc:docMk/>
            <pc:sldMk cId="4087256311" sldId="309"/>
            <ac:spMk id="3" creationId="{00000000-0000-0000-0000-000000000000}"/>
          </ac:spMkLst>
        </pc:spChg>
      </pc:sldChg>
      <pc:sldChg chg="modSp new mod">
        <pc:chgData name="Freek Metsch" userId="021ef47b-1d71-428a-9075-16ffbc2c7c18" providerId="ADAL" clId="{2988B447-D049-43B3-9C15-3A114EE6C690}" dt="2024-09-17T07:39:37.566" v="1400" actId="20577"/>
        <pc:sldMkLst>
          <pc:docMk/>
          <pc:sldMk cId="533531802" sldId="366"/>
        </pc:sldMkLst>
        <pc:spChg chg="mod">
          <ac:chgData name="Freek Metsch" userId="021ef47b-1d71-428a-9075-16ffbc2c7c18" providerId="ADAL" clId="{2988B447-D049-43B3-9C15-3A114EE6C690}" dt="2024-09-16T16:56:13.125" v="159" actId="20577"/>
          <ac:spMkLst>
            <pc:docMk/>
            <pc:sldMk cId="533531802" sldId="366"/>
            <ac:spMk id="2" creationId="{0210561F-DA26-AAD4-32B0-7B00A6958683}"/>
          </ac:spMkLst>
        </pc:spChg>
        <pc:spChg chg="mod">
          <ac:chgData name="Freek Metsch" userId="021ef47b-1d71-428a-9075-16ffbc2c7c18" providerId="ADAL" clId="{2988B447-D049-43B3-9C15-3A114EE6C690}" dt="2024-09-17T07:39:37.566" v="1400" actId="20577"/>
          <ac:spMkLst>
            <pc:docMk/>
            <pc:sldMk cId="533531802" sldId="366"/>
            <ac:spMk id="3" creationId="{9690F2E5-F945-4DEE-2EC8-735988AB7316}"/>
          </ac:spMkLst>
        </pc:spChg>
      </pc:sldChg>
      <pc:sldChg chg="addSp delSp modSp new mod modAnim chgLayout">
        <pc:chgData name="Freek Metsch" userId="021ef47b-1d71-428a-9075-16ffbc2c7c18" providerId="ADAL" clId="{2988B447-D049-43B3-9C15-3A114EE6C690}" dt="2024-09-16T17:03:37.625" v="1079"/>
        <pc:sldMkLst>
          <pc:docMk/>
          <pc:sldMk cId="1706966933" sldId="367"/>
        </pc:sldMkLst>
        <pc:spChg chg="del mod ord">
          <ac:chgData name="Freek Metsch" userId="021ef47b-1d71-428a-9075-16ffbc2c7c18" providerId="ADAL" clId="{2988B447-D049-43B3-9C15-3A114EE6C690}" dt="2024-09-16T16:59:07.079" v="453" actId="700"/>
          <ac:spMkLst>
            <pc:docMk/>
            <pc:sldMk cId="1706966933" sldId="367"/>
            <ac:spMk id="2" creationId="{31C3AC8F-6169-C14D-21CB-A6A30E80C75E}"/>
          </ac:spMkLst>
        </pc:spChg>
        <pc:spChg chg="del mod ord">
          <ac:chgData name="Freek Metsch" userId="021ef47b-1d71-428a-9075-16ffbc2c7c18" providerId="ADAL" clId="{2988B447-D049-43B3-9C15-3A114EE6C690}" dt="2024-09-16T16:59:07.079" v="453" actId="700"/>
          <ac:spMkLst>
            <pc:docMk/>
            <pc:sldMk cId="1706966933" sldId="367"/>
            <ac:spMk id="3" creationId="{BE4FC40C-273F-C980-55E1-CA3DB38E2D33}"/>
          </ac:spMkLst>
        </pc:spChg>
        <pc:spChg chg="add mod ord">
          <ac:chgData name="Freek Metsch" userId="021ef47b-1d71-428a-9075-16ffbc2c7c18" providerId="ADAL" clId="{2988B447-D049-43B3-9C15-3A114EE6C690}" dt="2024-09-16T16:59:23.745" v="496" actId="21"/>
          <ac:spMkLst>
            <pc:docMk/>
            <pc:sldMk cId="1706966933" sldId="367"/>
            <ac:spMk id="4" creationId="{41EF4387-71F6-97D9-3AE2-E854BDFD4982}"/>
          </ac:spMkLst>
        </pc:spChg>
        <pc:spChg chg="add mod ord">
          <ac:chgData name="Freek Metsch" userId="021ef47b-1d71-428a-9075-16ffbc2c7c18" providerId="ADAL" clId="{2988B447-D049-43B3-9C15-3A114EE6C690}" dt="2024-09-16T17:00:47.877" v="732" actId="20577"/>
          <ac:spMkLst>
            <pc:docMk/>
            <pc:sldMk cId="1706966933" sldId="367"/>
            <ac:spMk id="5" creationId="{ED7724A9-AF46-2B1B-9EEE-765B18FAFCBB}"/>
          </ac:spMkLst>
        </pc:spChg>
      </pc:sldChg>
      <pc:sldChg chg="modSp add mod modAnim">
        <pc:chgData name="Freek Metsch" userId="021ef47b-1d71-428a-9075-16ffbc2c7c18" providerId="ADAL" clId="{2988B447-D049-43B3-9C15-3A114EE6C690}" dt="2024-09-17T11:59:35.580" v="1806" actId="20577"/>
        <pc:sldMkLst>
          <pc:docMk/>
          <pc:sldMk cId="2089988502" sldId="368"/>
        </pc:sldMkLst>
        <pc:spChg chg="mod">
          <ac:chgData name="Freek Metsch" userId="021ef47b-1d71-428a-9075-16ffbc2c7c18" providerId="ADAL" clId="{2988B447-D049-43B3-9C15-3A114EE6C690}" dt="2024-09-17T11:59:35.580" v="1806" actId="20577"/>
          <ac:spMkLst>
            <pc:docMk/>
            <pc:sldMk cId="2089988502" sldId="368"/>
            <ac:spMk id="5" creationId="{ED7724A9-AF46-2B1B-9EEE-765B18FAFCBB}"/>
          </ac:spMkLst>
        </pc:spChg>
      </pc:sldChg>
      <pc:sldChg chg="modSp add mod modAnim">
        <pc:chgData name="Freek Metsch" userId="021ef47b-1d71-428a-9075-16ffbc2c7c18" providerId="ADAL" clId="{2988B447-D049-43B3-9C15-3A114EE6C690}" dt="2024-09-17T12:01:02.853" v="1951" actId="404"/>
        <pc:sldMkLst>
          <pc:docMk/>
          <pc:sldMk cId="1156123150" sldId="369"/>
        </pc:sldMkLst>
        <pc:spChg chg="mod">
          <ac:chgData name="Freek Metsch" userId="021ef47b-1d71-428a-9075-16ffbc2c7c18" providerId="ADAL" clId="{2988B447-D049-43B3-9C15-3A114EE6C690}" dt="2024-09-17T12:01:02.853" v="1951" actId="404"/>
          <ac:spMkLst>
            <pc:docMk/>
            <pc:sldMk cId="1156123150" sldId="369"/>
            <ac:spMk id="5" creationId="{ED7724A9-AF46-2B1B-9EEE-765B18FAFCBB}"/>
          </ac:spMkLst>
        </pc:spChg>
      </pc:sldChg>
      <pc:sldChg chg="modSp add del mod">
        <pc:chgData name="Freek Metsch" userId="021ef47b-1d71-428a-9075-16ffbc2c7c18" providerId="ADAL" clId="{2988B447-D049-43B3-9C15-3A114EE6C690}" dt="2024-09-17T12:02:34.986" v="1997" actId="47"/>
        <pc:sldMkLst>
          <pc:docMk/>
          <pc:sldMk cId="3276007916" sldId="370"/>
        </pc:sldMkLst>
        <pc:spChg chg="mod">
          <ac:chgData name="Freek Metsch" userId="021ef47b-1d71-428a-9075-16ffbc2c7c18" providerId="ADAL" clId="{2988B447-D049-43B3-9C15-3A114EE6C690}" dt="2024-09-17T12:01:52.025" v="1996" actId="20577"/>
          <ac:spMkLst>
            <pc:docMk/>
            <pc:sldMk cId="3276007916" sldId="370"/>
            <ac:spMk id="5" creationId="{ED7724A9-AF46-2B1B-9EEE-765B18FAFCBB}"/>
          </ac:spMkLst>
        </pc:spChg>
      </pc:sldChg>
      <pc:sldChg chg="modSp new mod">
        <pc:chgData name="Freek Metsch" userId="021ef47b-1d71-428a-9075-16ffbc2c7c18" providerId="ADAL" clId="{2988B447-D049-43B3-9C15-3A114EE6C690}" dt="2024-09-17T06:55:03.355" v="1392" actId="113"/>
        <pc:sldMkLst>
          <pc:docMk/>
          <pc:sldMk cId="1535939228" sldId="371"/>
        </pc:sldMkLst>
        <pc:spChg chg="mod">
          <ac:chgData name="Freek Metsch" userId="021ef47b-1d71-428a-9075-16ffbc2c7c18" providerId="ADAL" clId="{2988B447-D049-43B3-9C15-3A114EE6C690}" dt="2024-09-17T06:54:01.144" v="1184" actId="20577"/>
          <ac:spMkLst>
            <pc:docMk/>
            <pc:sldMk cId="1535939228" sldId="371"/>
            <ac:spMk id="2" creationId="{5A0B2692-488A-6E8D-EC9E-9A885B459C76}"/>
          </ac:spMkLst>
        </pc:spChg>
        <pc:spChg chg="mod">
          <ac:chgData name="Freek Metsch" userId="021ef47b-1d71-428a-9075-16ffbc2c7c18" providerId="ADAL" clId="{2988B447-D049-43B3-9C15-3A114EE6C690}" dt="2024-09-17T06:55:03.355" v="1392" actId="113"/>
          <ac:spMkLst>
            <pc:docMk/>
            <pc:sldMk cId="1535939228" sldId="371"/>
            <ac:spMk id="3" creationId="{4E28BDDE-6BE4-C0C0-6588-38452EF0C431}"/>
          </ac:spMkLst>
        </pc:spChg>
      </pc:sldChg>
      <pc:sldChg chg="modSp new mod modAnim">
        <pc:chgData name="Freek Metsch" userId="021ef47b-1d71-428a-9075-16ffbc2c7c18" providerId="ADAL" clId="{2988B447-D049-43B3-9C15-3A114EE6C690}" dt="2024-09-17T12:04:06.499" v="2091" actId="20577"/>
        <pc:sldMkLst>
          <pc:docMk/>
          <pc:sldMk cId="1653558608" sldId="372"/>
        </pc:sldMkLst>
        <pc:spChg chg="mod">
          <ac:chgData name="Freek Metsch" userId="021ef47b-1d71-428a-9075-16ffbc2c7c18" providerId="ADAL" clId="{2988B447-D049-43B3-9C15-3A114EE6C690}" dt="2024-09-17T12:03:02.344" v="2039" actId="20577"/>
          <ac:spMkLst>
            <pc:docMk/>
            <pc:sldMk cId="1653558608" sldId="372"/>
            <ac:spMk id="2" creationId="{061DEB7B-21C1-E797-3737-99319E36B9C7}"/>
          </ac:spMkLst>
        </pc:spChg>
        <pc:spChg chg="mod">
          <ac:chgData name="Freek Metsch" userId="021ef47b-1d71-428a-9075-16ffbc2c7c18" providerId="ADAL" clId="{2988B447-D049-43B3-9C15-3A114EE6C690}" dt="2024-09-17T12:04:06.499" v="2091" actId="20577"/>
          <ac:spMkLst>
            <pc:docMk/>
            <pc:sldMk cId="1653558608" sldId="372"/>
            <ac:spMk id="3" creationId="{DEF5F709-E9CB-6674-ED24-A6D730113E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74873D-57D9-4A5B-A4DD-585D798AE78E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6E48E25-63CB-4ED7-A555-A29ADE2CE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63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42B7D-9F1C-4D3D-BE18-0842AA807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Am </a:t>
            </a:r>
            <a:r>
              <a:rPr lang="nl-NL" dirty="0" err="1"/>
              <a:t>moving</a:t>
            </a:r>
            <a:endParaRPr lang="nl-NL" dirty="0"/>
          </a:p>
          <a:p>
            <a:r>
              <a:rPr lang="nl-NL" dirty="0"/>
              <a:t>Have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bought</a:t>
            </a:r>
            <a:endParaRPr lang="nl-NL" dirty="0"/>
          </a:p>
          <a:p>
            <a:r>
              <a:rPr lang="nl-NL" dirty="0"/>
              <a:t>Got</a:t>
            </a:r>
          </a:p>
          <a:p>
            <a:r>
              <a:rPr lang="nl-NL" dirty="0" err="1"/>
              <a:t>Broke</a:t>
            </a:r>
            <a:endParaRPr lang="nl-NL" dirty="0"/>
          </a:p>
          <a:p>
            <a:r>
              <a:rPr lang="nl-NL" dirty="0"/>
              <a:t>Was cleaning</a:t>
            </a:r>
          </a:p>
          <a:p>
            <a:r>
              <a:rPr lang="nl-NL" dirty="0" err="1"/>
              <a:t>Didn’t</a:t>
            </a:r>
            <a:r>
              <a:rPr lang="nl-NL" dirty="0"/>
              <a:t> </a:t>
            </a:r>
            <a:r>
              <a:rPr lang="nl-NL" dirty="0" err="1"/>
              <a:t>cost</a:t>
            </a:r>
            <a:endParaRPr lang="nl-NL" dirty="0"/>
          </a:p>
          <a:p>
            <a:r>
              <a:rPr lang="nl-NL" dirty="0"/>
              <a:t>Will </a:t>
            </a:r>
            <a:r>
              <a:rPr lang="nl-NL" dirty="0" err="1"/>
              <a:t>probably</a:t>
            </a:r>
            <a:r>
              <a:rPr lang="nl-NL" dirty="0"/>
              <a:t> </a:t>
            </a:r>
            <a:r>
              <a:rPr lang="nl-NL" dirty="0" err="1"/>
              <a:t>buy</a:t>
            </a:r>
            <a:endParaRPr lang="nl-NL" dirty="0"/>
          </a:p>
          <a:p>
            <a:r>
              <a:rPr lang="nl-NL" dirty="0"/>
              <a:t>Was </a:t>
            </a:r>
            <a:r>
              <a:rPr lang="nl-NL" dirty="0" err="1"/>
              <a:t>looking</a:t>
            </a:r>
            <a:endParaRPr lang="nl-NL" dirty="0"/>
          </a:p>
          <a:p>
            <a:r>
              <a:rPr lang="nl-NL" dirty="0"/>
              <a:t>Met</a:t>
            </a:r>
          </a:p>
          <a:p>
            <a:r>
              <a:rPr lang="nl-NL" dirty="0"/>
              <a:t>Went</a:t>
            </a:r>
          </a:p>
          <a:p>
            <a:r>
              <a:rPr lang="nl-NL" dirty="0"/>
              <a:t>Are </a:t>
            </a:r>
            <a:r>
              <a:rPr lang="nl-NL" dirty="0" err="1"/>
              <a:t>having</a:t>
            </a:r>
            <a:endParaRPr lang="nl-NL" dirty="0"/>
          </a:p>
          <a:p>
            <a:r>
              <a:rPr lang="nl-NL" dirty="0"/>
              <a:t>Works</a:t>
            </a:r>
          </a:p>
          <a:p>
            <a:r>
              <a:rPr lang="nl-NL" dirty="0"/>
              <a:t>Am </a:t>
            </a:r>
            <a:r>
              <a:rPr lang="nl-NL" dirty="0" err="1"/>
              <a:t>waiting</a:t>
            </a:r>
            <a:endParaRPr lang="nl-NL" dirty="0"/>
          </a:p>
          <a:p>
            <a:r>
              <a:rPr lang="nl-NL" dirty="0"/>
              <a:t>Are </a:t>
            </a:r>
            <a:r>
              <a:rPr lang="nl-NL" dirty="0" err="1"/>
              <a:t>going</a:t>
            </a:r>
            <a:endParaRPr lang="nl-NL" dirty="0"/>
          </a:p>
          <a:p>
            <a:r>
              <a:rPr lang="nl-NL" dirty="0"/>
              <a:t>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/>
              <a:t>know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9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Point out the</a:t>
            </a:r>
            <a:r>
              <a:rPr lang="nl-NL" baseline="0" dirty="0"/>
              <a:t> </a:t>
            </a:r>
            <a:r>
              <a:rPr lang="nl-NL" baseline="0" dirty="0" err="1"/>
              <a:t>contracted</a:t>
            </a:r>
            <a:r>
              <a:rPr lang="nl-NL" baseline="0" dirty="0"/>
              <a:t> </a:t>
            </a:r>
            <a:r>
              <a:rPr lang="nl-NL" baseline="0" dirty="0" err="1"/>
              <a:t>forms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356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88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2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88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2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7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01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B861120-EFDB-4533-B87C-A1278EBF80C5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D6670F-63CF-4079-A794-786884DE2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7EC1-ABE0-4B1E-BF24-47ED740CC1D4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1F90C-6C71-47B8-9FCC-79D272E82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FB728-CF93-4632-8F9C-E98FD478B402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F88FB71-350B-4322-BA0D-67C80B780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06C057-8976-4D02-9983-C10B5586AE87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ABA2D2-3FFE-48B9-A4B4-C7D439DF4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ABE3E2A-F99E-4BCC-A3D5-0439FB0740D0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5C33B46-E39D-4B46-855B-B2267F8475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A3AF-0E69-4F2D-82BA-173BD96689D8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B2942-9AF6-40A0-821E-30F877125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556E5-8ADF-45D8-8531-838E30F7077A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02D403-2A6F-40B1-9F25-E15B71F26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9B093-E738-4BB2-973B-EF156D1F443B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F4BC5-822E-462D-87DC-F5E84862D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81EA648-ADAF-4466-98E9-9D38B0D713C3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3673656E-B7DE-478A-9391-C8E1CC551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1440-7457-414E-A0B4-FE059C00692B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0FBEB-C9BA-450B-A377-FC3BC75FF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25612-1A87-40E2-8D19-00DEE8E7A585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D7120-127F-4927-851E-7F4A29C2A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E075E96C-375F-4DE3-B7D3-7945EE79ED46}" type="datetimeFigureOut">
              <a:rPr lang="en-US"/>
              <a:pPr>
                <a:defRPr/>
              </a:pPr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62A9F82-0ADA-474F-891D-EEBBE786E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5" r:id="rId2"/>
    <p:sldLayoutId id="2147483870" r:id="rId3"/>
    <p:sldLayoutId id="2147483871" r:id="rId4"/>
    <p:sldLayoutId id="2147483872" r:id="rId5"/>
    <p:sldLayoutId id="2147483866" r:id="rId6"/>
    <p:sldLayoutId id="2147483873" r:id="rId7"/>
    <p:sldLayoutId id="2147483867" r:id="rId8"/>
    <p:sldLayoutId id="2147483874" r:id="rId9"/>
    <p:sldLayoutId id="2147483868" r:id="rId10"/>
    <p:sldLayoutId id="21474838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owl.purdue.edu/owl_exercises/sentence_structure/subject_verb_agreement/subject_verb_agreement_exercise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4077072"/>
            <a:ext cx="7250360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Grammar &amp; </a:t>
            </a:r>
            <a:r>
              <a:rPr lang="en-US" sz="6000" dirty="0" err="1">
                <a:latin typeface="Arial" panose="020B0604020202020204" pitchFamily="34" charset="0"/>
                <a:cs typeface="Arial" panose="020B0604020202020204" pitchFamily="34" charset="0"/>
              </a:rPr>
              <a:t>BAsics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Lecture 2 Tenses and related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topics</a:t>
            </a:r>
          </a:p>
          <a:p>
            <a:pPr lvl="1"/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Agreement </a:t>
            </a:r>
          </a:p>
        </p:txBody>
      </p:sp>
    </p:spTree>
    <p:extLst>
      <p:ext uri="{BB962C8B-B14F-4D97-AF65-F5344CB8AC3E}">
        <p14:creationId xmlns:p14="http://schemas.microsoft.com/office/powerpoint/2010/main" val="368299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Grammatical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514528" cy="4495800"/>
          </a:xfrm>
        </p:spPr>
        <p:txBody>
          <a:bodyPr/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Fill in the correct verbs, name the tense and identify which word/phrase/context explains its use.</a:t>
            </a:r>
          </a:p>
          <a:p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sz="2000" i="1" dirty="0">
                <a:latin typeface="Arial" panose="020B0604020202020204" pitchFamily="34" charset="0"/>
                <a:cs typeface="Arial" panose="020B0604020202020204" pitchFamily="34" charset="0"/>
              </a:rPr>
              <a:t>am moving’ +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present continuous + ‘next month’ -&gt; an arrangement.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Next month I (move) …. to the new flat and I (already/buy) … the furniture. I can’t wait! Let me tell you more about the flat: there are two big rooms, a kitchenette and a small bathroom. Last weekend I  (get) … a very nice lamp for the living room, but unfortunately I (break) … it when I (clean) … the flat. How clumsy of me! Luckily it (not cost) much, I (probably buy) … another one next Saturday. 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the way, I have some news to tell you:  While  I (look) … for the flat, I (meet) … a very nice estate agent: his name is Jamie. We (be)… out for dinner twice and tomorrow we (have) … lunch together.  He (work) … near here.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Now I (wait) … for my sister. We (go) …to a party together later and I (not know) … what to wear: my old flat is full of boxes and I can’t find a nice dress.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25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561F-DA26-AAD4-32B0-7B00A695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Theory on Tenses: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0F2E5-F945-4DEE-2EC8-735988AB7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Write 1 simple sentence for each tense from the past 2 weeks:</a:t>
            </a:r>
          </a:p>
          <a:p>
            <a:pPr lvl="1"/>
            <a:r>
              <a:rPr lang="en-GB" dirty="0"/>
              <a:t>Present Simple  		</a:t>
            </a:r>
            <a:r>
              <a:rPr lang="en-GB" dirty="0">
                <a:sym typeface="Wingdings" panose="05000000000000000000" pitchFamily="2" charset="2"/>
              </a:rPr>
              <a:t>	I read every morning</a:t>
            </a:r>
            <a:endParaRPr lang="en-GB" dirty="0"/>
          </a:p>
          <a:p>
            <a:pPr lvl="1"/>
            <a:r>
              <a:rPr lang="en-GB" dirty="0"/>
              <a:t>Present Continuous 	</a:t>
            </a:r>
            <a:r>
              <a:rPr lang="en-GB" dirty="0">
                <a:sym typeface="Wingdings" panose="05000000000000000000" pitchFamily="2" charset="2"/>
              </a:rPr>
              <a:t> …</a:t>
            </a:r>
            <a:endParaRPr lang="en-GB" dirty="0"/>
          </a:p>
          <a:p>
            <a:pPr lvl="1"/>
            <a:r>
              <a:rPr lang="en-GB" dirty="0"/>
              <a:t>Past Simple	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  <a:endParaRPr lang="en-GB" dirty="0"/>
          </a:p>
          <a:p>
            <a:pPr lvl="1"/>
            <a:r>
              <a:rPr lang="en-GB" dirty="0"/>
              <a:t>Past Continuous	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  <a:endParaRPr lang="en-GB" dirty="0"/>
          </a:p>
          <a:p>
            <a:pPr lvl="1"/>
            <a:r>
              <a:rPr lang="en-GB" dirty="0"/>
              <a:t>Present Perfect	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</a:p>
          <a:p>
            <a:pPr lvl="1"/>
            <a:r>
              <a:rPr lang="en-GB"/>
              <a:t>Past </a:t>
            </a:r>
            <a:r>
              <a:rPr lang="en-GB" dirty="0"/>
              <a:t>Perfect	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  <a:endParaRPr lang="en-GB" dirty="0"/>
          </a:p>
          <a:p>
            <a:pPr lvl="1"/>
            <a:r>
              <a:rPr lang="en-GB" dirty="0"/>
              <a:t>Future Simple	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  <a:endParaRPr lang="en-GB" dirty="0"/>
          </a:p>
          <a:p>
            <a:pPr lvl="1"/>
            <a:r>
              <a:rPr lang="en-GB" i="1" dirty="0"/>
              <a:t>To be + Going</a:t>
            </a:r>
            <a:r>
              <a:rPr lang="en-GB" dirty="0"/>
              <a:t> to	</a:t>
            </a:r>
            <a:r>
              <a:rPr lang="en-GB" dirty="0">
                <a:sym typeface="Wingdings" panose="05000000000000000000" pitchFamily="2" charset="2"/>
              </a:rPr>
              <a:t>  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531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91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losie 1 8"/>
          <p:cNvSpPr/>
          <p:nvPr/>
        </p:nvSpPr>
        <p:spPr>
          <a:xfrm>
            <a:off x="5284386" y="3160926"/>
            <a:ext cx="3752110" cy="369707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395536" y="1604086"/>
            <a:ext cx="8370512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describe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actions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speaking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1 person,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we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able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INFORM ABOUT or DENY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action.</a:t>
            </a:r>
          </a:p>
        </p:txBody>
      </p:sp>
      <p:pic>
        <p:nvPicPr>
          <p:cNvPr id="6" name="Afbeelding 5" descr="Two dogs. One skinny with an empty bowl asks &quot;did you eat my food?&quot; The other dog looks full but answers &quot;oh no, i didn't eat your food!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41" y="3758324"/>
            <a:ext cx="3933825" cy="2686050"/>
          </a:xfrm>
          <a:prstGeom prst="rect">
            <a:avLst/>
          </a:prstGeom>
        </p:spPr>
      </p:pic>
      <p:sp>
        <p:nvSpPr>
          <p:cNvPr id="8" name="Tekstvak 7"/>
          <p:cNvSpPr txBox="1"/>
          <p:nvPr/>
        </p:nvSpPr>
        <p:spPr>
          <a:xfrm>
            <a:off x="6012160" y="4132299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restructuring</a:t>
            </a:r>
            <a:r>
              <a:rPr lang="en-US" i="1" dirty="0"/>
              <a:t> for questions!</a:t>
            </a:r>
          </a:p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adding</a:t>
            </a:r>
            <a:r>
              <a:rPr lang="en-US" i="1" dirty="0"/>
              <a:t> for negations!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308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Asking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yes/no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83568" y="1589567"/>
            <a:ext cx="3886200" cy="4572000"/>
          </a:xfrm>
        </p:spPr>
        <p:txBody>
          <a:bodyPr/>
          <a:lstStyle/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he American?</a:t>
            </a:r>
          </a:p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here?</a:t>
            </a: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been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television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 </a:t>
            </a:r>
            <a:r>
              <a:rPr lang="nl-NL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playing</a:t>
            </a:r>
            <a:r>
              <a:rPr lang="nl-NL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buFont typeface="Wingdings" pitchFamily="2" charset="2"/>
              <a:buNone/>
            </a:pPr>
            <a:endParaRPr lang="nl-NL" b="1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(is,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are,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first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nl-NL" dirty="0"/>
              <a:t>	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98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Asking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yes/no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nl-NL" u="sng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‘do’ to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u="sng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nl-NL" u="sng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always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-es,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the -s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‘do’,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lvl="1"/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plays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80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766175" cy="990600"/>
          </a:xfrm>
        </p:spPr>
        <p:txBody>
          <a:bodyPr/>
          <a:lstStyle/>
          <a:p>
            <a:r>
              <a:rPr lang="nl-NL" sz="4000" dirty="0" err="1"/>
              <a:t>Asking</a:t>
            </a:r>
            <a:r>
              <a:rPr lang="nl-NL" sz="4000" dirty="0"/>
              <a:t> </a:t>
            </a:r>
            <a:r>
              <a:rPr lang="nl-NL" sz="4000" dirty="0" err="1"/>
              <a:t>yes</a:t>
            </a:r>
            <a:r>
              <a:rPr lang="nl-NL" sz="4000" dirty="0"/>
              <a:t>/</a:t>
            </a:r>
            <a:r>
              <a:rPr lang="nl-NL" sz="4000" dirty="0" err="1"/>
              <a:t>no</a:t>
            </a:r>
            <a:r>
              <a:rPr lang="nl-NL" sz="4000" dirty="0"/>
              <a:t> </a:t>
            </a:r>
            <a:r>
              <a:rPr lang="nl-NL" sz="4000" dirty="0" err="1"/>
              <a:t>questions</a:t>
            </a:r>
            <a:r>
              <a:rPr lang="nl-NL" sz="4000" dirty="0"/>
              <a:t> </a:t>
            </a:r>
            <a:r>
              <a:rPr lang="nl-NL" sz="4000" dirty="0" err="1"/>
              <a:t>about</a:t>
            </a:r>
            <a:r>
              <a:rPr lang="nl-NL" sz="4000" dirty="0"/>
              <a:t> the past</a:t>
            </a:r>
            <a:endParaRPr lang="en-US" sz="4000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endParaRPr lang="nl-NL" dirty="0"/>
          </a:p>
          <a:p>
            <a:pPr lvl="1"/>
            <a:r>
              <a:rPr lang="nl-NL" dirty="0"/>
              <a:t>I </a:t>
            </a:r>
            <a:r>
              <a:rPr lang="nl-NL" u="sng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’ to the </a:t>
            </a:r>
            <a:r>
              <a:rPr lang="nl-NL" dirty="0" err="1"/>
              <a:t>beginning</a:t>
            </a:r>
            <a:r>
              <a:rPr lang="nl-NL" dirty="0"/>
              <a:t> of the </a:t>
            </a:r>
            <a:r>
              <a:rPr lang="nl-NL" dirty="0" err="1"/>
              <a:t>sentence</a:t>
            </a:r>
            <a:r>
              <a:rPr lang="nl-NL" dirty="0"/>
              <a:t>, and </a:t>
            </a:r>
            <a:r>
              <a:rPr lang="nl-NL" dirty="0" err="1"/>
              <a:t>use</a:t>
            </a:r>
            <a:r>
              <a:rPr lang="nl-NL" dirty="0"/>
              <a:t> the </a:t>
            </a:r>
            <a:r>
              <a:rPr lang="nl-NL" dirty="0" err="1"/>
              <a:t>normal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of the </a:t>
            </a:r>
            <a:r>
              <a:rPr lang="nl-NL" dirty="0" err="1"/>
              <a:t>verb</a:t>
            </a:r>
            <a:r>
              <a:rPr lang="nl-NL" dirty="0"/>
              <a:t> (without -</a:t>
            </a:r>
            <a:r>
              <a:rPr lang="nl-NL" dirty="0" err="1"/>
              <a:t>ed</a:t>
            </a:r>
            <a:r>
              <a:rPr lang="nl-NL" dirty="0"/>
              <a:t>)</a:t>
            </a:r>
          </a:p>
          <a:p>
            <a:pPr lvl="1"/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 I </a:t>
            </a:r>
            <a:r>
              <a:rPr lang="nl-NL" u="sng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?</a:t>
            </a:r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is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, we,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etc.</a:t>
            </a:r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‘</a:t>
            </a:r>
            <a:r>
              <a:rPr lang="nl-NL" dirty="0" err="1"/>
              <a:t>did</a:t>
            </a:r>
            <a:r>
              <a:rPr lang="nl-NL" dirty="0"/>
              <a:t>’ is the past </a:t>
            </a:r>
            <a:r>
              <a:rPr lang="nl-NL" dirty="0" err="1"/>
              <a:t>form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‘</a:t>
            </a:r>
            <a:r>
              <a:rPr lang="nl-NL" dirty="0" err="1"/>
              <a:t>play</a:t>
            </a:r>
            <a:r>
              <a:rPr lang="nl-NL" dirty="0"/>
              <a:t>’</a:t>
            </a:r>
          </a:p>
          <a:p>
            <a:pPr lvl="1"/>
            <a:r>
              <a:rPr lang="nl-NL" strike="sngStrike" dirty="0" err="1"/>
              <a:t>Did</a:t>
            </a:r>
            <a:r>
              <a:rPr lang="nl-NL" strike="sngStrike" dirty="0"/>
              <a:t> </a:t>
            </a:r>
            <a:r>
              <a:rPr lang="nl-NL" strike="sngStrike" dirty="0" err="1"/>
              <a:t>he</a:t>
            </a:r>
            <a:r>
              <a:rPr lang="nl-NL" strike="sngStrike" dirty="0"/>
              <a:t> </a:t>
            </a:r>
            <a:r>
              <a:rPr lang="nl-NL" strike="sngStrike" dirty="0" err="1"/>
              <a:t>played</a:t>
            </a:r>
            <a:r>
              <a:rPr lang="nl-NL" strike="sngStrike" dirty="0"/>
              <a:t> </a:t>
            </a:r>
            <a:r>
              <a:rPr lang="nl-NL" strike="sngStrike" dirty="0" err="1"/>
              <a:t>football</a:t>
            </a:r>
            <a:r>
              <a:rPr lang="nl-NL" strike="sngStrike" dirty="0"/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8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Asking yes/no questions</a:t>
            </a:r>
            <a:endParaRPr lang="en-US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u="sng" dirty="0" err="1"/>
              <a:t>two</a:t>
            </a:r>
            <a:r>
              <a:rPr lang="nl-NL" u="sng" dirty="0"/>
              <a:t> </a:t>
            </a:r>
            <a:r>
              <a:rPr lang="nl-NL" u="sng" dirty="0" err="1"/>
              <a:t>verbs</a:t>
            </a:r>
            <a:r>
              <a:rPr lang="nl-NL" dirty="0"/>
              <a:t>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have to </a:t>
            </a:r>
            <a:r>
              <a:rPr lang="nl-NL" dirty="0" err="1"/>
              <a:t>add</a:t>
            </a:r>
            <a:r>
              <a:rPr lang="nl-NL" dirty="0"/>
              <a:t> ‘do’,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change</a:t>
            </a:r>
            <a:r>
              <a:rPr lang="nl-NL" dirty="0"/>
              <a:t> the word order</a:t>
            </a:r>
          </a:p>
          <a:p>
            <a:pPr lvl="1"/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going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u="sng" dirty="0">
                <a:sym typeface="Wingdings" pitchFamily="2" charset="2"/>
              </a:rPr>
              <a:t>Has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marL="366713" lvl="1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But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also</a:t>
            </a:r>
            <a:endParaRPr lang="nl-NL" dirty="0">
              <a:sym typeface="Wingdings" pitchFamily="2" charset="2"/>
            </a:endParaRPr>
          </a:p>
          <a:p>
            <a:pPr lvl="1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will</a:t>
            </a:r>
            <a:r>
              <a:rPr lang="nl-NL" dirty="0">
                <a:sym typeface="Wingdings" pitchFamily="2" charset="2"/>
              </a:rPr>
              <a:t> go  </a:t>
            </a:r>
            <a:r>
              <a:rPr lang="nl-NL" u="sng" dirty="0">
                <a:sym typeface="Wingdings" pitchFamily="2" charset="2"/>
              </a:rPr>
              <a:t>Will</a:t>
            </a:r>
            <a:r>
              <a:rPr lang="nl-NL" dirty="0">
                <a:sym typeface="Wingdings" pitchFamily="2" charset="2"/>
              </a:rPr>
              <a:t> he </a:t>
            </a:r>
            <a:r>
              <a:rPr lang="nl-NL" u="sng" dirty="0">
                <a:sym typeface="Wingdings" pitchFamily="2" charset="2"/>
              </a:rPr>
              <a:t>go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can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speak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u="sng" dirty="0" err="1">
                <a:sym typeface="Wingdings" pitchFamily="2" charset="2"/>
              </a:rPr>
              <a:t>Can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speak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>
                <a:sym typeface="Wingdings" pitchFamily="2" charset="2"/>
              </a:rPr>
              <a:t>It </a:t>
            </a:r>
            <a:r>
              <a:rPr lang="nl-NL" dirty="0" err="1">
                <a:sym typeface="Wingdings" pitchFamily="2" charset="2"/>
              </a:rPr>
              <a:t>could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work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u="sng" dirty="0" err="1">
                <a:sym typeface="Wingdings" pitchFamily="2" charset="2"/>
              </a:rPr>
              <a:t>Could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it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work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would</a:t>
            </a:r>
            <a:r>
              <a:rPr lang="nl-NL" dirty="0">
                <a:sym typeface="Wingdings" pitchFamily="2" charset="2"/>
              </a:rPr>
              <a:t> like  </a:t>
            </a:r>
            <a:r>
              <a:rPr lang="nl-NL" u="sng" dirty="0" err="1">
                <a:sym typeface="Wingdings" pitchFamily="2" charset="2"/>
              </a:rPr>
              <a:t>Would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like</a:t>
            </a:r>
            <a:r>
              <a:rPr lang="nl-NL" dirty="0">
                <a:sym typeface="Wingdings" pitchFamily="2" charset="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3614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724A9-AF46-2B1B-9EEE-765B18FAF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2743200"/>
            <a:ext cx="7739137" cy="1673225"/>
          </a:xfrm>
        </p:spPr>
        <p:txBody>
          <a:bodyPr/>
          <a:lstStyle/>
          <a:p>
            <a:r>
              <a:rPr lang="en-GB" dirty="0"/>
              <a:t>Add a variation with a Yes/No question for each of your simple sentences.</a:t>
            </a:r>
          </a:p>
          <a:p>
            <a:endParaRPr lang="en-GB" dirty="0"/>
          </a:p>
          <a:p>
            <a:r>
              <a:rPr lang="en-GB" i="1" dirty="0"/>
              <a:t>Example:</a:t>
            </a:r>
          </a:p>
          <a:p>
            <a:r>
              <a:rPr lang="en-GB" i="1" dirty="0"/>
              <a:t>I read every morning </a:t>
            </a:r>
            <a:r>
              <a:rPr lang="en-GB" i="1" dirty="0">
                <a:sym typeface="Wingdings" panose="05000000000000000000" pitchFamily="2" charset="2"/>
              </a:rPr>
              <a:t> 	Does he read the paper?</a:t>
            </a:r>
            <a:endParaRPr lang="en-GB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EF4387-71F6-97D9-3AE2-E854BDFD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Practice!</a:t>
            </a:r>
          </a:p>
        </p:txBody>
      </p:sp>
    </p:spTree>
    <p:extLst>
      <p:ext uri="{BB962C8B-B14F-4D97-AF65-F5344CB8AC3E}">
        <p14:creationId xmlns:p14="http://schemas.microsoft.com/office/powerpoint/2010/main" val="170696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Wh-</a:t>
            </a:r>
            <a:r>
              <a:rPr lang="nl-NL" dirty="0" err="1"/>
              <a:t>words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what</a:t>
            </a:r>
            <a:r>
              <a:rPr lang="nl-NL" dirty="0"/>
              <a:t>, </a:t>
            </a:r>
            <a:r>
              <a:rPr lang="nl-NL" dirty="0" err="1"/>
              <a:t>why</a:t>
            </a:r>
            <a:r>
              <a:rPr lang="nl-NL" dirty="0"/>
              <a:t>, </a:t>
            </a:r>
            <a:r>
              <a:rPr lang="nl-NL" dirty="0" err="1"/>
              <a:t>where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, </a:t>
            </a:r>
            <a:r>
              <a:rPr lang="nl-NL" dirty="0" err="1"/>
              <a:t>when</a:t>
            </a:r>
            <a:r>
              <a:rPr lang="nl-NL" dirty="0"/>
              <a:t>, </a:t>
            </a:r>
            <a:r>
              <a:rPr lang="nl-NL" dirty="0" err="1"/>
              <a:t>how</a:t>
            </a:r>
            <a:endParaRPr lang="nl-NL" dirty="0"/>
          </a:p>
          <a:p>
            <a:pPr lvl="1"/>
            <a:r>
              <a:rPr lang="nl-NL" dirty="0"/>
              <a:t>at the </a:t>
            </a:r>
            <a:r>
              <a:rPr lang="nl-NL" dirty="0" err="1"/>
              <a:t>beginning</a:t>
            </a:r>
            <a:r>
              <a:rPr lang="nl-NL" dirty="0"/>
              <a:t> of a question to make </a:t>
            </a:r>
            <a:r>
              <a:rPr lang="nl-NL" dirty="0" err="1"/>
              <a:t>another</a:t>
            </a:r>
            <a:r>
              <a:rPr lang="nl-NL" dirty="0"/>
              <a:t> type of question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</a:t>
            </a:r>
            <a:r>
              <a:rPr lang="nl-NL" dirty="0"/>
              <a:t>does </a:t>
            </a:r>
            <a:r>
              <a:rPr lang="nl-NL" dirty="0" err="1"/>
              <a:t>he</a:t>
            </a:r>
            <a:r>
              <a:rPr lang="nl-NL" dirty="0"/>
              <a:t> travel to school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?</a:t>
            </a:r>
            <a:endParaRPr lang="en-US" b="1" dirty="0"/>
          </a:p>
          <a:p>
            <a:pPr lvl="3"/>
            <a:r>
              <a:rPr lang="nl-NL" b="1" dirty="0" err="1"/>
              <a:t>Why</a:t>
            </a:r>
            <a:r>
              <a:rPr lang="nl-NL" b="1" dirty="0"/>
              <a:t> </a:t>
            </a:r>
            <a:r>
              <a:rPr lang="nl-NL" dirty="0"/>
              <a:t>are we </a:t>
            </a:r>
            <a:r>
              <a:rPr lang="nl-NL" dirty="0" err="1"/>
              <a:t>going</a:t>
            </a:r>
            <a:r>
              <a:rPr lang="nl-NL" dirty="0"/>
              <a:t> to school right </a:t>
            </a:r>
            <a:r>
              <a:rPr lang="nl-NL" dirty="0" err="1"/>
              <a:t>now</a:t>
            </a:r>
            <a:r>
              <a:rPr lang="nl-NL" dirty="0"/>
              <a:t>?</a:t>
            </a:r>
          </a:p>
          <a:p>
            <a:pPr lvl="3"/>
            <a:r>
              <a:rPr lang="nl-NL" b="1" dirty="0" err="1"/>
              <a:t>When</a:t>
            </a:r>
            <a:r>
              <a:rPr lang="nl-NL" b="1" dirty="0"/>
              <a:t> </a:t>
            </a:r>
            <a:r>
              <a:rPr lang="nl-NL" dirty="0" err="1"/>
              <a:t>did</a:t>
            </a:r>
            <a:r>
              <a:rPr lang="nl-NL" dirty="0"/>
              <a:t> we go to school?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long </a:t>
            </a:r>
            <a:r>
              <a:rPr lang="nl-NL" dirty="0"/>
              <a:t>have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worked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?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0113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Sometimes</a:t>
            </a:r>
            <a:r>
              <a:rPr lang="nl-NL" sz="2800" dirty="0"/>
              <a:t> </a:t>
            </a:r>
            <a:r>
              <a:rPr lang="nl-NL" sz="2800" dirty="0" err="1"/>
              <a:t>who</a:t>
            </a:r>
            <a:r>
              <a:rPr lang="nl-NL" sz="2800" dirty="0"/>
              <a:t>, </a:t>
            </a:r>
            <a:r>
              <a:rPr lang="nl-NL" sz="2800" dirty="0" err="1"/>
              <a:t>what</a:t>
            </a:r>
            <a:r>
              <a:rPr lang="nl-NL" sz="2800" dirty="0"/>
              <a:t>,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which</a:t>
            </a:r>
            <a:r>
              <a:rPr lang="nl-NL" sz="2800" dirty="0"/>
              <a:t> is the subject of the </a:t>
            </a:r>
            <a:r>
              <a:rPr lang="nl-NL" sz="2800" dirty="0" err="1"/>
              <a:t>sentence</a:t>
            </a:r>
            <a:r>
              <a:rPr lang="en-US" sz="2800" dirty="0"/>
              <a:t>. </a:t>
            </a:r>
          </a:p>
          <a:p>
            <a:r>
              <a:rPr lang="en-US" sz="2800" dirty="0"/>
              <a:t>In that case you just use that word to replace the subject of a normal sentence (you don’t use do, does or did)</a:t>
            </a:r>
          </a:p>
          <a:p>
            <a:pPr lvl="2"/>
            <a:r>
              <a:rPr lang="nl-NL" sz="2100" dirty="0"/>
              <a:t>John </a:t>
            </a:r>
            <a:r>
              <a:rPr lang="nl-NL" sz="2100" dirty="0" err="1"/>
              <a:t>called</a:t>
            </a:r>
            <a:r>
              <a:rPr lang="nl-NL" sz="2100" dirty="0"/>
              <a:t> Emma </a:t>
            </a:r>
            <a:r>
              <a:rPr lang="nl-NL" sz="2100" dirty="0">
                <a:sym typeface="Wingdings" pitchFamily="2" charset="2"/>
              </a:rPr>
              <a:t>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100" dirty="0">
                <a:sym typeface="Wingdings" pitchFamily="2" charset="2"/>
              </a:rPr>
              <a:t> </a:t>
            </a:r>
            <a:r>
              <a:rPr lang="nl-NL" sz="2100" dirty="0" err="1">
                <a:sym typeface="Wingdings" pitchFamily="2" charset="2"/>
              </a:rPr>
              <a:t>called</a:t>
            </a:r>
            <a:r>
              <a:rPr lang="nl-NL" sz="2100" dirty="0">
                <a:sym typeface="Wingdings" pitchFamily="2" charset="2"/>
              </a:rPr>
              <a:t> Emma?</a:t>
            </a:r>
          </a:p>
          <a:p>
            <a:pPr lvl="2"/>
            <a:r>
              <a:rPr lang="nl-NL" sz="2100" dirty="0">
                <a:sym typeface="Wingdings" pitchFamily="2" charset="2"/>
              </a:rPr>
              <a:t>Amsterdam 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 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What</a:t>
            </a:r>
            <a:r>
              <a:rPr lang="nl-NL" sz="21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100" dirty="0">
                <a:sym typeface="Wingdings" pitchFamily="2" charset="2"/>
              </a:rPr>
              <a:t>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Netherlands?</a:t>
            </a:r>
          </a:p>
          <a:p>
            <a:r>
              <a:rPr lang="nl-NL" sz="2800" dirty="0" err="1">
                <a:sym typeface="Wingdings" pitchFamily="2" charset="2"/>
              </a:rPr>
              <a:t>But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if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want to </a:t>
            </a:r>
            <a:r>
              <a:rPr lang="nl-NL" sz="2800" dirty="0" err="1">
                <a:sym typeface="Wingdings" pitchFamily="2" charset="2"/>
              </a:rPr>
              <a:t>ask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about</a:t>
            </a:r>
            <a:r>
              <a:rPr lang="nl-NL" sz="2800" dirty="0">
                <a:sym typeface="Wingdings" pitchFamily="2" charset="2"/>
              </a:rPr>
              <a:t> the object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have to </a:t>
            </a:r>
            <a:r>
              <a:rPr lang="nl-NL" sz="2800" dirty="0" err="1">
                <a:sym typeface="Wingdings" pitchFamily="2" charset="2"/>
              </a:rPr>
              <a:t>use</a:t>
            </a:r>
            <a:r>
              <a:rPr lang="nl-NL" sz="2800" dirty="0">
                <a:sym typeface="Wingdings" pitchFamily="2" charset="2"/>
              </a:rPr>
              <a:t> do, does </a:t>
            </a:r>
            <a:r>
              <a:rPr lang="nl-NL" sz="2800" dirty="0" err="1">
                <a:sym typeface="Wingdings" pitchFamily="2" charset="2"/>
              </a:rPr>
              <a:t>or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did</a:t>
            </a:r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called</a:t>
            </a:r>
            <a:r>
              <a:rPr lang="nl-NL" sz="2400" dirty="0">
                <a:sym typeface="Wingdings" pitchFamily="2" charset="2"/>
              </a:rPr>
              <a:t> Emma 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did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</a:t>
            </a:r>
            <a:r>
              <a:rPr lang="nl-NL" sz="2400" dirty="0">
                <a:sym typeface="Wingdings" pitchFamily="2" charset="2"/>
              </a:rPr>
              <a:t>?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9530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more </a:t>
            </a:r>
            <a:r>
              <a:rPr lang="nl-NL" dirty="0" err="1"/>
              <a:t>examples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 wants </a:t>
            </a:r>
            <a:r>
              <a:rPr lang="nl-NL" dirty="0" err="1"/>
              <a:t>something</a:t>
            </a:r>
            <a:r>
              <a:rPr lang="nl-NL" dirty="0"/>
              <a:t> to </a:t>
            </a:r>
            <a:r>
              <a:rPr lang="nl-NL" dirty="0" err="1"/>
              <a:t>eat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Who</a:t>
            </a:r>
            <a:r>
              <a:rPr lang="nl-NL" strike="sngStrike" dirty="0"/>
              <a:t> does want </a:t>
            </a:r>
            <a:r>
              <a:rPr lang="nl-NL" strike="sngStrike" dirty="0" err="1"/>
              <a:t>something</a:t>
            </a:r>
            <a:r>
              <a:rPr lang="nl-NL" strike="sngStrike" dirty="0"/>
              <a:t> to </a:t>
            </a:r>
            <a:r>
              <a:rPr lang="nl-NL" strike="sngStrike" dirty="0" err="1"/>
              <a:t>eat</a:t>
            </a:r>
            <a:r>
              <a:rPr lang="nl-NL" strike="sngStrike" dirty="0"/>
              <a:t>?</a:t>
            </a:r>
          </a:p>
          <a:p>
            <a:pPr lvl="1"/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happened</a:t>
            </a:r>
            <a:r>
              <a:rPr lang="nl-NL" dirty="0"/>
              <a:t> to </a:t>
            </a:r>
            <a:r>
              <a:rPr lang="nl-NL" dirty="0" err="1"/>
              <a:t>you</a:t>
            </a:r>
            <a:r>
              <a:rPr lang="nl-NL" dirty="0"/>
              <a:t> last </a:t>
            </a:r>
            <a:r>
              <a:rPr lang="nl-NL" dirty="0" err="1"/>
              <a:t>night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What</a:t>
            </a:r>
            <a:r>
              <a:rPr lang="nl-NL" strike="sngStrike" dirty="0"/>
              <a:t> </a:t>
            </a:r>
            <a:r>
              <a:rPr lang="nl-NL" strike="sngStrike" dirty="0" err="1"/>
              <a:t>did</a:t>
            </a:r>
            <a:r>
              <a:rPr lang="nl-NL" strike="sngStrike" dirty="0"/>
              <a:t> happen to </a:t>
            </a:r>
            <a:r>
              <a:rPr lang="nl-NL" strike="sngStrike" dirty="0" err="1"/>
              <a:t>you</a:t>
            </a:r>
            <a:r>
              <a:rPr lang="nl-NL" strike="sngStrike" dirty="0"/>
              <a:t> last </a:t>
            </a:r>
            <a:r>
              <a:rPr lang="nl-NL" strike="sngStrike" dirty="0" err="1"/>
              <a:t>night</a:t>
            </a:r>
            <a:r>
              <a:rPr lang="nl-NL" strike="sngStrike" dirty="0"/>
              <a:t>?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169097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724A9-AF46-2B1B-9EEE-765B18FAF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576" y="2743200"/>
            <a:ext cx="7739137" cy="1673225"/>
          </a:xfrm>
        </p:spPr>
        <p:txBody>
          <a:bodyPr/>
          <a:lstStyle/>
          <a:p>
            <a:r>
              <a:rPr lang="en-GB" dirty="0"/>
              <a:t>Add a variation with a WH-question for each of your simple sentences. Aim for at least half of the sentences with who, what, which as subject of the sentence. </a:t>
            </a:r>
          </a:p>
          <a:p>
            <a:r>
              <a:rPr lang="en-GB" i="1" dirty="0"/>
              <a:t>Example:</a:t>
            </a:r>
          </a:p>
          <a:p>
            <a:r>
              <a:rPr lang="en-GB" i="1" dirty="0"/>
              <a:t>I read every morning </a:t>
            </a:r>
            <a:r>
              <a:rPr lang="en-GB" i="1" dirty="0">
                <a:sym typeface="Wingdings" panose="05000000000000000000" pitchFamily="2" charset="2"/>
              </a:rPr>
              <a:t> 	What does she read every 				morning?</a:t>
            </a:r>
          </a:p>
          <a:p>
            <a:r>
              <a:rPr lang="en-GB" i="1" dirty="0">
                <a:sym typeface="Wingdings" panose="05000000000000000000" pitchFamily="2" charset="2"/>
              </a:rPr>
              <a:t>Timothy ate the cake 	Who ate the cake?</a:t>
            </a:r>
            <a:endParaRPr lang="en-GB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EF4387-71F6-97D9-3AE2-E854BDFD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Practice!</a:t>
            </a:r>
          </a:p>
        </p:txBody>
      </p:sp>
    </p:spTree>
    <p:extLst>
      <p:ext uri="{BB962C8B-B14F-4D97-AF65-F5344CB8AC3E}">
        <p14:creationId xmlns:p14="http://schemas.microsoft.com/office/powerpoint/2010/main" val="208998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1331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are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similar</a:t>
            </a:r>
            <a:r>
              <a:rPr lang="nl-NL" dirty="0"/>
              <a:t> to </a:t>
            </a:r>
            <a:r>
              <a:rPr lang="nl-NL" dirty="0" err="1"/>
              <a:t>questions</a:t>
            </a:r>
            <a:endParaRPr lang="nl-NL" dirty="0"/>
          </a:p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u="sng" dirty="0" err="1"/>
              <a:t>two</a:t>
            </a:r>
            <a:r>
              <a:rPr lang="nl-NL" u="sng" dirty="0"/>
              <a:t> </a:t>
            </a:r>
            <a:r>
              <a:rPr lang="nl-NL" u="sng" dirty="0" err="1"/>
              <a:t>verbs</a:t>
            </a:r>
            <a:r>
              <a:rPr lang="nl-NL" dirty="0"/>
              <a:t>,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 </a:t>
            </a:r>
            <a:r>
              <a:rPr lang="nl-NL" dirty="0" err="1"/>
              <a:t>between</a:t>
            </a:r>
            <a:r>
              <a:rPr lang="nl-NL" dirty="0"/>
              <a:t> the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verbs</a:t>
            </a:r>
            <a:endParaRPr lang="nl-NL" dirty="0"/>
          </a:p>
          <a:p>
            <a:pPr lvl="3"/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going</a:t>
            </a:r>
            <a:endParaRPr lang="nl-NL" u="sng" dirty="0">
              <a:sym typeface="Wingdings" pitchFamily="2" charset="2"/>
            </a:endParaRPr>
          </a:p>
          <a:p>
            <a:pPr lvl="3"/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has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seen</a:t>
            </a:r>
            <a:endParaRPr lang="nl-NL" u="sng" dirty="0">
              <a:sym typeface="Wingdings" pitchFamily="2" charset="2"/>
            </a:endParaRPr>
          </a:p>
          <a:p>
            <a:pPr marL="1143000" lvl="3" indent="0">
              <a:buNone/>
            </a:pPr>
            <a:endParaRPr lang="nl-NL" u="sng" dirty="0">
              <a:sym typeface="Wingdings" pitchFamily="2" charset="2"/>
            </a:endParaRPr>
          </a:p>
          <a:p>
            <a:r>
              <a:rPr lang="nl-NL" sz="2800" dirty="0">
                <a:sym typeface="Wingdings" pitchFamily="2" charset="2"/>
              </a:rPr>
              <a:t>But </a:t>
            </a:r>
            <a:r>
              <a:rPr lang="nl-NL" sz="2800" dirty="0" err="1">
                <a:sym typeface="Wingdings" pitchFamily="2" charset="2"/>
              </a:rPr>
              <a:t>also</a:t>
            </a:r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He </a:t>
            </a:r>
            <a:r>
              <a:rPr lang="nl-NL" sz="2400" dirty="0" err="1">
                <a:sym typeface="Wingdings" pitchFamily="2" charset="2"/>
              </a:rPr>
              <a:t>will</a:t>
            </a:r>
            <a:r>
              <a:rPr lang="nl-NL" sz="2400" dirty="0">
                <a:sym typeface="Wingdings" pitchFamily="2" charset="2"/>
              </a:rPr>
              <a:t> go  He </a:t>
            </a:r>
            <a:r>
              <a:rPr lang="nl-NL" sz="2400" u="sng" dirty="0" err="1">
                <a:sym typeface="Wingdings" pitchFamily="2" charset="2"/>
              </a:rPr>
              <a:t>will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go</a:t>
            </a:r>
          </a:p>
          <a:p>
            <a:pPr lvl="1"/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can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speak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can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speak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work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like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like</a:t>
            </a:r>
            <a:endParaRPr lang="nl-NL" sz="2400" u="sng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8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r>
              <a:rPr lang="nl-NL" dirty="0"/>
              <a:t>, we </a:t>
            </a:r>
            <a:r>
              <a:rPr lang="nl-NL" dirty="0" err="1"/>
              <a:t>need</a:t>
            </a:r>
            <a:r>
              <a:rPr lang="nl-NL" dirty="0"/>
              <a:t> to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>
                <a:solidFill>
                  <a:srgbClr val="FF0000"/>
                </a:solidFill>
              </a:rPr>
              <a:t>do</a:t>
            </a:r>
            <a:r>
              <a:rPr lang="nl-NL" dirty="0"/>
              <a:t>’ (in </a:t>
            </a:r>
            <a:r>
              <a:rPr lang="nl-NL" dirty="0" err="1"/>
              <a:t>combination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’)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>
                <a:sym typeface="Wingdings" pitchFamily="2" charset="2"/>
              </a:rPr>
              <a:t>do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>
                <a:sym typeface="Wingdings" pitchFamily="2" charset="2"/>
              </a:rPr>
              <a:t>does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Again</a:t>
            </a:r>
            <a:r>
              <a:rPr lang="nl-NL" dirty="0">
                <a:sym typeface="Wingdings" pitchFamily="2" charset="2"/>
              </a:rPr>
              <a:t>, the -s is </a:t>
            </a:r>
            <a:r>
              <a:rPr lang="nl-NL" dirty="0" err="1">
                <a:sym typeface="Wingdings" pitchFamily="2" charset="2"/>
              </a:rPr>
              <a:t>only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used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‘does’, </a:t>
            </a:r>
            <a:r>
              <a:rPr lang="nl-NL" dirty="0" err="1">
                <a:sym typeface="Wingdings" pitchFamily="2" charset="2"/>
              </a:rPr>
              <a:t>not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</a:t>
            </a:r>
            <a:r>
              <a:rPr lang="nl-NL" dirty="0" err="1">
                <a:sym typeface="Wingdings" pitchFamily="2" charset="2"/>
              </a:rPr>
              <a:t>play</a:t>
            </a:r>
            <a:r>
              <a:rPr lang="nl-NL" dirty="0">
                <a:sym typeface="Wingdings" pitchFamily="2" charset="2"/>
              </a:rPr>
              <a:t>’</a:t>
            </a:r>
          </a:p>
          <a:p>
            <a:pPr lvl="1"/>
            <a:r>
              <a:rPr lang="nl-NL" strike="sngStrike" dirty="0">
                <a:sym typeface="Wingdings" pitchFamily="2" charset="2"/>
              </a:rPr>
              <a:t>He does </a:t>
            </a:r>
            <a:r>
              <a:rPr lang="nl-NL" strike="sngStrike" dirty="0" err="1">
                <a:sym typeface="Wingdings" pitchFamily="2" charset="2"/>
              </a:rPr>
              <a:t>not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plays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football</a:t>
            </a: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00548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in the past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For the past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sz="2800" dirty="0" err="1">
                <a:sym typeface="Wingdings" pitchFamily="2" charset="2"/>
              </a:rPr>
              <a:t>Again</a:t>
            </a:r>
            <a:r>
              <a:rPr lang="nl-NL" sz="2800" dirty="0">
                <a:sym typeface="Wingdings" pitchFamily="2" charset="2"/>
              </a:rPr>
              <a:t>, </a:t>
            </a:r>
            <a:r>
              <a:rPr lang="nl-NL" sz="2800" dirty="0" err="1">
                <a:sym typeface="Wingdings" pitchFamily="2" charset="2"/>
              </a:rPr>
              <a:t>only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did</a:t>
            </a:r>
            <a:r>
              <a:rPr lang="nl-NL" sz="2800" dirty="0">
                <a:sym typeface="Wingdings" pitchFamily="2" charset="2"/>
              </a:rPr>
              <a:t>’ is the past </a:t>
            </a:r>
            <a:r>
              <a:rPr lang="nl-NL" sz="2800" dirty="0" err="1">
                <a:sym typeface="Wingdings" pitchFamily="2" charset="2"/>
              </a:rPr>
              <a:t>form</a:t>
            </a:r>
            <a:r>
              <a:rPr lang="nl-NL" sz="2800" dirty="0">
                <a:sym typeface="Wingdings" pitchFamily="2" charset="2"/>
              </a:rPr>
              <a:t> , </a:t>
            </a:r>
            <a:r>
              <a:rPr lang="nl-NL" sz="2800" dirty="0" err="1">
                <a:sym typeface="Wingdings" pitchFamily="2" charset="2"/>
              </a:rPr>
              <a:t>not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play</a:t>
            </a:r>
            <a:r>
              <a:rPr lang="nl-NL" sz="2800" dirty="0">
                <a:sym typeface="Wingdings" pitchFamily="2" charset="2"/>
              </a:rPr>
              <a:t>’</a:t>
            </a:r>
          </a:p>
          <a:p>
            <a:pPr lvl="1"/>
            <a:r>
              <a:rPr lang="nl-NL" sz="2400" strike="sngStrike" dirty="0">
                <a:sym typeface="Wingdings" pitchFamily="2" charset="2"/>
              </a:rPr>
              <a:t>I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>
              <a:sym typeface="Wingdings" pitchFamily="2" charset="2"/>
            </a:endParaRPr>
          </a:p>
          <a:p>
            <a:pPr lvl="1"/>
            <a:r>
              <a:rPr lang="nl-NL" sz="2400" strike="sngStrike" dirty="0">
                <a:sym typeface="Wingdings" pitchFamily="2" charset="2"/>
              </a:rPr>
              <a:t>He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200042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724A9-AF46-2B1B-9EEE-765B18FAF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2780928"/>
            <a:ext cx="8568952" cy="1635497"/>
          </a:xfrm>
        </p:spPr>
        <p:txBody>
          <a:bodyPr/>
          <a:lstStyle/>
          <a:p>
            <a:r>
              <a:rPr lang="en-GB" dirty="0"/>
              <a:t>Add a variation with a Negative Sentence OR a Negative Question for each of your simple sentences.</a:t>
            </a:r>
          </a:p>
          <a:p>
            <a:r>
              <a:rPr lang="en-GB" i="1" dirty="0"/>
              <a:t>Example:</a:t>
            </a:r>
          </a:p>
          <a:p>
            <a:r>
              <a:rPr lang="en-GB" i="1" dirty="0"/>
              <a:t>I read every morning </a:t>
            </a:r>
            <a:r>
              <a:rPr lang="en-GB" i="1" dirty="0">
                <a:sym typeface="Wingdings" panose="05000000000000000000" pitchFamily="2" charset="2"/>
              </a:rPr>
              <a:t> 	I don’t read every morning. 				(Only on the weekends)</a:t>
            </a:r>
          </a:p>
          <a:p>
            <a:r>
              <a:rPr lang="en-GB" i="1" dirty="0">
                <a:sym typeface="Wingdings" panose="05000000000000000000" pitchFamily="2" charset="2"/>
              </a:rPr>
              <a:t>I am calling in to work today  Aren’t you calling in 					to work today?</a:t>
            </a:r>
          </a:p>
          <a:p>
            <a:r>
              <a:rPr lang="en-GB" sz="2000" u="sng" dirty="0"/>
              <a:t>Challenge:</a:t>
            </a:r>
            <a:r>
              <a:rPr lang="en-GB" sz="2000" dirty="0"/>
              <a:t> Add a negative </a:t>
            </a:r>
            <a:r>
              <a:rPr lang="en-GB" sz="2000" dirty="0" err="1"/>
              <a:t>Wh</a:t>
            </a:r>
            <a:r>
              <a:rPr lang="en-GB" sz="2000" dirty="0"/>
              <a:t>-question with who, what, or which as a subject.</a:t>
            </a:r>
            <a:endParaRPr lang="en-GB" dirty="0"/>
          </a:p>
          <a:p>
            <a:endParaRPr lang="en-GB" i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EF4387-71F6-97D9-3AE2-E854BDFD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Practice!</a:t>
            </a:r>
          </a:p>
        </p:txBody>
      </p:sp>
    </p:spTree>
    <p:extLst>
      <p:ext uri="{BB962C8B-B14F-4D97-AF65-F5344CB8AC3E}">
        <p14:creationId xmlns:p14="http://schemas.microsoft.com/office/powerpoint/2010/main" val="11561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Break</a:t>
            </a:r>
          </a:p>
        </p:txBody>
      </p:sp>
      <p:sp>
        <p:nvSpPr>
          <p:cNvPr id="5" name="Ondertitel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3076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Agreement</a:t>
            </a:r>
          </a:p>
        </p:txBody>
      </p:sp>
    </p:spTree>
    <p:extLst>
      <p:ext uri="{BB962C8B-B14F-4D97-AF65-F5344CB8AC3E}">
        <p14:creationId xmlns:p14="http://schemas.microsoft.com/office/powerpoint/2010/main" val="231106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Agreement? 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/>
          <a:lstStyle/>
          <a:p>
            <a:r>
              <a:rPr lang="en-US" sz="2800" dirty="0"/>
              <a:t>A sentence is made up of a </a:t>
            </a:r>
            <a:r>
              <a:rPr lang="en-US" sz="2800" u="sng" dirty="0"/>
              <a:t>Subject</a:t>
            </a:r>
            <a:r>
              <a:rPr lang="en-US" sz="2800" dirty="0"/>
              <a:t> and a </a:t>
            </a:r>
            <a:r>
              <a:rPr lang="en-US" sz="2800" u="sng" dirty="0"/>
              <a:t>Verb</a:t>
            </a:r>
          </a:p>
          <a:p>
            <a:endParaRPr lang="en-US" sz="2800" b="1" dirty="0"/>
          </a:p>
          <a:p>
            <a:r>
              <a:rPr lang="en-US" sz="2800" b="1" dirty="0"/>
              <a:t>SUBJECT</a:t>
            </a:r>
            <a:r>
              <a:rPr lang="en-US" sz="2800" dirty="0"/>
              <a:t> that tells us what/who the sentence is about. </a:t>
            </a:r>
          </a:p>
          <a:p>
            <a:pPr lvl="1"/>
            <a:r>
              <a:rPr lang="en-US" sz="2400" dirty="0"/>
              <a:t>It can be either </a:t>
            </a:r>
            <a:r>
              <a:rPr lang="en-US" sz="2400" i="1" dirty="0"/>
              <a:t>a noun </a:t>
            </a:r>
            <a:r>
              <a:rPr lang="en-US" sz="2400" dirty="0"/>
              <a:t>e.g.: dancer, book, cars, Sarah, etc. or </a:t>
            </a:r>
            <a:r>
              <a:rPr lang="en-US" sz="2400" i="1" dirty="0"/>
              <a:t>a pronoun </a:t>
            </a:r>
            <a:r>
              <a:rPr lang="en-US" sz="2400" dirty="0"/>
              <a:t>(I, he, she, we, they, etc.).</a:t>
            </a:r>
          </a:p>
          <a:p>
            <a:pPr lvl="1"/>
            <a:r>
              <a:rPr lang="en-US" sz="2400" dirty="0"/>
              <a:t>It can be either singular or plural.</a:t>
            </a:r>
          </a:p>
          <a:p>
            <a:r>
              <a:rPr lang="en-US" sz="2800" b="1" dirty="0"/>
              <a:t>VERB</a:t>
            </a:r>
            <a:r>
              <a:rPr lang="en-US" sz="2800" dirty="0"/>
              <a:t> is the action in a sentence (am/is/are, walk(s), watch(</a:t>
            </a:r>
            <a:r>
              <a:rPr lang="en-US" sz="2800" dirty="0" err="1"/>
              <a:t>ed</a:t>
            </a:r>
            <a:r>
              <a:rPr lang="en-US" sz="2800" dirty="0"/>
              <a:t>),etc.).</a:t>
            </a:r>
          </a:p>
          <a:p>
            <a:endParaRPr lang="en-US" sz="2800" dirty="0"/>
          </a:p>
          <a:p>
            <a:r>
              <a:rPr lang="en-US" sz="2800" dirty="0"/>
              <a:t>Agreement happens when the Subject and the Verb are linked correctly e.g.: I </a:t>
            </a:r>
            <a:r>
              <a:rPr lang="en-US" sz="2800" i="1" dirty="0"/>
              <a:t>walk</a:t>
            </a:r>
            <a:r>
              <a:rPr lang="en-US" sz="2800" dirty="0"/>
              <a:t> – He walk</a:t>
            </a:r>
            <a:r>
              <a:rPr lang="en-US" sz="2800" i="1" dirty="0"/>
              <a:t>s</a:t>
            </a:r>
            <a:endParaRPr lang="nl-NL" sz="2800" i="1" dirty="0"/>
          </a:p>
        </p:txBody>
      </p:sp>
      <p:sp>
        <p:nvSpPr>
          <p:cNvPr id="4" name="Boog 3"/>
          <p:cNvSpPr/>
          <p:nvPr/>
        </p:nvSpPr>
        <p:spPr>
          <a:xfrm>
            <a:off x="5940152" y="5589240"/>
            <a:ext cx="1728192" cy="720080"/>
          </a:xfrm>
          <a:prstGeom prst="arc">
            <a:avLst>
              <a:gd name="adj1" fmla="val 10798614"/>
              <a:gd name="adj2" fmla="val 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8602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Noun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and </a:t>
            </a:r>
            <a:r>
              <a:rPr lang="nl-NL" dirty="0" err="1"/>
              <a:t>verb</a:t>
            </a:r>
            <a:r>
              <a:rPr lang="nl-NL" dirty="0"/>
              <a:t> </a:t>
            </a:r>
            <a:r>
              <a:rPr lang="nl-NL" dirty="0" err="1"/>
              <a:t>forms</a:t>
            </a:r>
            <a:endParaRPr lang="nl-NL" dirty="0"/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he</a:t>
            </a:r>
            <a:r>
              <a:rPr lang="nl-NL" sz="2800" dirty="0"/>
              <a:t>, </a:t>
            </a:r>
            <a:r>
              <a:rPr lang="nl-NL" sz="2800" dirty="0" err="1">
                <a:solidFill>
                  <a:srgbClr val="FF0000"/>
                </a:solidFill>
              </a:rPr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it</a:t>
            </a:r>
            <a:r>
              <a:rPr lang="nl-NL" sz="2800" dirty="0"/>
              <a:t>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+ s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 </a:t>
            </a:r>
            <a:r>
              <a:rPr lang="nl-NL" sz="2400" dirty="0" err="1">
                <a:sym typeface="Wingdings" pitchFamily="2" charset="2"/>
              </a:rPr>
              <a:t>works</a:t>
            </a:r>
            <a:r>
              <a:rPr lang="nl-NL" sz="2400" dirty="0"/>
              <a:t>	(</a:t>
            </a:r>
            <a:r>
              <a:rPr lang="nl-NL" sz="2400" dirty="0" err="1"/>
              <a:t>it</a:t>
            </a:r>
            <a:r>
              <a:rPr lang="nl-NL" sz="2400" dirty="0"/>
              <a:t> </a:t>
            </a:r>
            <a:r>
              <a:rPr lang="nl-NL" sz="2400" dirty="0" err="1"/>
              <a:t>works</a:t>
            </a:r>
            <a:r>
              <a:rPr lang="nl-NL" sz="2400" dirty="0"/>
              <a:t>)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more </a:t>
            </a:r>
            <a:r>
              <a:rPr lang="nl-NL" sz="2800" dirty="0" err="1"/>
              <a:t>than</a:t>
            </a:r>
            <a:r>
              <a:rPr lang="nl-NL" sz="2800" dirty="0"/>
              <a:t>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like </a:t>
            </a:r>
            <a:r>
              <a:rPr lang="nl-NL" sz="2800" dirty="0" err="1">
                <a:solidFill>
                  <a:srgbClr val="FF0000"/>
                </a:solidFill>
              </a:rPr>
              <a:t>they</a:t>
            </a:r>
            <a:r>
              <a:rPr lang="nl-NL" sz="2800" dirty="0">
                <a:solidFill>
                  <a:srgbClr val="FF0000"/>
                </a:solidFill>
              </a:rPr>
              <a:t>, we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normal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form </a:t>
            </a:r>
            <a:r>
              <a:rPr lang="nl-NL" sz="2800" dirty="0">
                <a:sym typeface="Wingdings" pitchFamily="2" charset="2"/>
              </a:rPr>
              <a:t>(without –s)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boys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 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girls</a:t>
            </a:r>
            <a:r>
              <a:rPr lang="nl-NL" sz="2400" dirty="0">
                <a:sym typeface="Wingdings" pitchFamily="2" charset="2"/>
              </a:rPr>
              <a:t> sleep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sleep)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machines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)</a:t>
            </a:r>
            <a:endParaRPr lang="nl-NL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79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verbs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change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Will, </a:t>
            </a:r>
            <a:r>
              <a:rPr lang="nl-NL" dirty="0" err="1"/>
              <a:t>would</a:t>
            </a:r>
            <a:r>
              <a:rPr lang="nl-NL" dirty="0"/>
              <a:t>, </a:t>
            </a:r>
            <a:r>
              <a:rPr lang="nl-NL" dirty="0" err="1"/>
              <a:t>can</a:t>
            </a:r>
            <a:r>
              <a:rPr lang="nl-NL" dirty="0"/>
              <a:t>, </a:t>
            </a:r>
            <a:r>
              <a:rPr lang="nl-NL" dirty="0" err="1"/>
              <a:t>could</a:t>
            </a:r>
            <a:r>
              <a:rPr lang="nl-NL" dirty="0"/>
              <a:t>, </a:t>
            </a:r>
            <a:r>
              <a:rPr lang="nl-NL" dirty="0" err="1"/>
              <a:t>may</a:t>
            </a:r>
            <a:r>
              <a:rPr lang="nl-NL" dirty="0"/>
              <a:t>, </a:t>
            </a:r>
            <a:r>
              <a:rPr lang="nl-NL" dirty="0" err="1"/>
              <a:t>might</a:t>
            </a:r>
            <a:r>
              <a:rPr lang="nl-NL" dirty="0"/>
              <a:t>, must, </a:t>
            </a:r>
            <a:r>
              <a:rPr lang="nl-NL" dirty="0" err="1"/>
              <a:t>shall</a:t>
            </a:r>
            <a:r>
              <a:rPr lang="nl-NL" dirty="0"/>
              <a:t>, </a:t>
            </a:r>
            <a:r>
              <a:rPr lang="nl-NL" dirty="0" err="1"/>
              <a:t>should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lvl="1"/>
            <a:r>
              <a:rPr lang="nl-NL" dirty="0"/>
              <a:t>The boy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		the boys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girl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		the </a:t>
            </a:r>
            <a:r>
              <a:rPr lang="nl-NL" dirty="0" err="1"/>
              <a:t>girls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</a:t>
            </a:r>
          </a:p>
          <a:p>
            <a:pPr lvl="1"/>
            <a:r>
              <a:rPr lang="nl-NL" dirty="0"/>
              <a:t>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	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604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counted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Water </a:t>
            </a:r>
            <a:r>
              <a:rPr lang="nl-NL" dirty="0" err="1"/>
              <a:t>flow</a:t>
            </a:r>
            <a:r>
              <a:rPr lang="nl-NL" i="1" dirty="0" err="1"/>
              <a:t>s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the </a:t>
            </a:r>
            <a:r>
              <a:rPr lang="nl-NL" dirty="0" err="1"/>
              <a:t>pipes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Money </a:t>
            </a:r>
            <a:r>
              <a:rPr lang="nl-NL" dirty="0" err="1"/>
              <a:t>make</a:t>
            </a:r>
            <a:r>
              <a:rPr lang="nl-NL" i="1" dirty="0" err="1"/>
              <a:t>s</a:t>
            </a:r>
            <a:r>
              <a:rPr lang="nl-NL" dirty="0"/>
              <a:t> the </a:t>
            </a:r>
            <a:r>
              <a:rPr lang="nl-NL" dirty="0" err="1"/>
              <a:t>world</a:t>
            </a:r>
            <a:r>
              <a:rPr lang="nl-NL" dirty="0"/>
              <a:t> go </a:t>
            </a:r>
            <a:r>
              <a:rPr lang="nl-NL" dirty="0" err="1"/>
              <a:t>round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Politics </a:t>
            </a:r>
            <a:r>
              <a:rPr lang="nl-NL" dirty="0" err="1"/>
              <a:t>bore</a:t>
            </a:r>
            <a:r>
              <a:rPr lang="nl-NL" i="1" dirty="0" err="1"/>
              <a:t>s</a:t>
            </a:r>
            <a:r>
              <a:rPr lang="nl-NL" dirty="0"/>
              <a:t> me to </a:t>
            </a:r>
            <a:r>
              <a:rPr lang="nl-NL" dirty="0" err="1"/>
              <a:t>death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Mathematics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i="1" dirty="0" err="1"/>
              <a:t>s</a:t>
            </a:r>
            <a:r>
              <a:rPr lang="nl-NL" dirty="0"/>
              <a:t> me </a:t>
            </a:r>
            <a:r>
              <a:rPr lang="nl-NL" dirty="0" err="1"/>
              <a:t>headaches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994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they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cattle</a:t>
            </a:r>
            <a:r>
              <a:rPr lang="nl-NL" dirty="0"/>
              <a:t> are </a:t>
            </a:r>
            <a:r>
              <a:rPr lang="nl-NL" dirty="0" err="1"/>
              <a:t>transported</a:t>
            </a:r>
            <a:r>
              <a:rPr lang="nl-NL" dirty="0"/>
              <a:t> to the </a:t>
            </a:r>
            <a:r>
              <a:rPr lang="nl-NL" dirty="0" err="1"/>
              <a:t>slaughterhouse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police</a:t>
            </a:r>
            <a:r>
              <a:rPr lang="nl-NL" dirty="0"/>
              <a:t> have the right to search </a:t>
            </a:r>
            <a:r>
              <a:rPr lang="nl-NL" dirty="0" err="1"/>
              <a:t>people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personnel</a:t>
            </a:r>
            <a:r>
              <a:rPr lang="nl-NL" dirty="0"/>
              <a:t> </a:t>
            </a:r>
            <a:r>
              <a:rPr lang="nl-NL" dirty="0" err="1"/>
              <a:t>demand</a:t>
            </a:r>
            <a:r>
              <a:rPr lang="nl-NL" dirty="0"/>
              <a:t> </a:t>
            </a:r>
            <a:r>
              <a:rPr lang="nl-NL" dirty="0" err="1"/>
              <a:t>higher</a:t>
            </a:r>
            <a:r>
              <a:rPr lang="nl-NL" dirty="0"/>
              <a:t> </a:t>
            </a:r>
            <a:r>
              <a:rPr lang="nl-NL" dirty="0" err="1"/>
              <a:t>pay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note</a:t>
            </a:r>
            <a:endParaRPr lang="nl-NL" dirty="0"/>
          </a:p>
          <a:p>
            <a:pPr lvl="1"/>
            <a:r>
              <a:rPr lang="nl-NL" i="1" dirty="0"/>
              <a:t>Een aantal mensen </a:t>
            </a:r>
            <a:r>
              <a:rPr lang="nl-NL" b="1" i="1" dirty="0"/>
              <a:t>is</a:t>
            </a:r>
            <a:r>
              <a:rPr lang="nl-NL" i="1" dirty="0"/>
              <a:t> er al.</a:t>
            </a:r>
          </a:p>
          <a:p>
            <a:pPr lvl="1"/>
            <a:r>
              <a:rPr lang="nl-NL" strike="sngStrike" dirty="0"/>
              <a:t>A </a:t>
            </a:r>
            <a:r>
              <a:rPr lang="nl-NL" strike="sngStrike" dirty="0" err="1"/>
              <a:t>number</a:t>
            </a:r>
            <a:r>
              <a:rPr lang="nl-NL" strike="sngStrike" dirty="0"/>
              <a:t> of </a:t>
            </a:r>
            <a:r>
              <a:rPr lang="nl-NL" strike="sngStrike" dirty="0" err="1"/>
              <a:t>people</a:t>
            </a:r>
            <a:r>
              <a:rPr lang="nl-NL" strike="sngStrike" dirty="0"/>
              <a:t> is </a:t>
            </a:r>
            <a:r>
              <a:rPr lang="nl-NL" strike="sngStrike" dirty="0" err="1"/>
              <a:t>already</a:t>
            </a:r>
            <a:r>
              <a:rPr lang="nl-NL" strike="sngStrike" dirty="0"/>
              <a:t> </a:t>
            </a:r>
            <a:r>
              <a:rPr lang="nl-NL" strike="sngStrike" dirty="0" err="1"/>
              <a:t>there</a:t>
            </a:r>
            <a:endParaRPr lang="nl-NL" strike="sngStrike" dirty="0"/>
          </a:p>
          <a:p>
            <a:pPr lvl="1"/>
            <a:r>
              <a:rPr lang="nl-NL" dirty="0"/>
              <a:t>A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b="1" dirty="0"/>
              <a:t>are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16250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to a </a:t>
            </a:r>
            <a:r>
              <a:rPr lang="nl-NL" dirty="0" err="1"/>
              <a:t>group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556792"/>
            <a:ext cx="8153400" cy="4495800"/>
          </a:xfrm>
        </p:spPr>
        <p:txBody>
          <a:bodyPr/>
          <a:lstStyle/>
          <a:p>
            <a:r>
              <a:rPr lang="nl-NL" sz="2800" dirty="0"/>
              <a:t>In the </a:t>
            </a:r>
            <a:r>
              <a:rPr lang="nl-NL" sz="2800" u="sng" dirty="0"/>
              <a:t>UK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get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 err="1"/>
              <a:t>they</a:t>
            </a:r>
            <a:r>
              <a:rPr lang="nl-NL" sz="2800" dirty="0"/>
              <a:t>, </a:t>
            </a:r>
          </a:p>
          <a:p>
            <a:pPr marL="0" indent="0">
              <a:buNone/>
            </a:pPr>
            <a:r>
              <a:rPr lang="nl-NL" sz="2800" dirty="0"/>
              <a:t>   in the </a:t>
            </a:r>
            <a:r>
              <a:rPr lang="nl-NL" sz="2800" u="sng" dirty="0"/>
              <a:t>US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/>
              <a:t>he, </a:t>
            </a:r>
            <a:r>
              <a:rPr lang="nl-NL" sz="2800" u="sng" dirty="0" err="1"/>
              <a:t>she</a:t>
            </a:r>
            <a:r>
              <a:rPr lang="nl-NL" sz="2800" u="sng" dirty="0"/>
              <a:t> or </a:t>
            </a:r>
            <a:r>
              <a:rPr lang="nl-NL" sz="2800" u="sng" dirty="0" err="1"/>
              <a:t>it</a:t>
            </a:r>
            <a:endParaRPr lang="nl-NL" sz="2800" u="sng" dirty="0"/>
          </a:p>
          <a:p>
            <a:pPr lvl="1" eaLnBrk="1" hangingPunct="1"/>
            <a:r>
              <a:rPr lang="en-US" sz="2400" dirty="0"/>
              <a:t>UK: Our family are unable to plan a holiday. </a:t>
            </a:r>
          </a:p>
          <a:p>
            <a:pPr lvl="1" eaLnBrk="1" hangingPunct="1"/>
            <a:r>
              <a:rPr lang="en-US" sz="2400" dirty="0"/>
              <a:t>US: Our family is unable to plan a holiday.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government are planning a tax reform. </a:t>
            </a:r>
          </a:p>
          <a:p>
            <a:pPr lvl="1" eaLnBrk="1" hangingPunct="1"/>
            <a:r>
              <a:rPr lang="en-US" sz="2400" dirty="0"/>
              <a:t>US: The government is planning a tax reform.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national football team have won.</a:t>
            </a:r>
          </a:p>
          <a:p>
            <a:pPr lvl="1" eaLnBrk="1" hangingPunct="1"/>
            <a:r>
              <a:rPr lang="en-US" sz="2400" dirty="0"/>
              <a:t>US: The national football team has won.</a:t>
            </a:r>
            <a:br>
              <a:rPr lang="en-US" dirty="0"/>
            </a:br>
            <a:endParaRPr lang="en-US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6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Things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equal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Things</a:t>
            </a:r>
            <a:r>
              <a:rPr lang="nl-NL" sz="2800" dirty="0"/>
              <a:t> </a:t>
            </a:r>
            <a:r>
              <a:rPr lang="nl-NL" sz="2800" dirty="0" err="1"/>
              <a:t>that</a:t>
            </a:r>
            <a:r>
              <a:rPr lang="nl-NL" sz="2800" dirty="0"/>
              <a:t> </a:t>
            </a:r>
            <a:r>
              <a:rPr lang="nl-NL" sz="2800" dirty="0" err="1"/>
              <a:t>consist</a:t>
            </a:r>
            <a:r>
              <a:rPr lang="nl-NL" sz="2800" dirty="0"/>
              <a:t> of </a:t>
            </a:r>
            <a:r>
              <a:rPr lang="nl-NL" sz="2800" dirty="0" err="1"/>
              <a:t>two</a:t>
            </a:r>
            <a:r>
              <a:rPr lang="nl-NL" sz="2800" dirty="0"/>
              <a:t> </a:t>
            </a:r>
            <a:r>
              <a:rPr lang="nl-NL" sz="2800" dirty="0" err="1"/>
              <a:t>equal</a:t>
            </a:r>
            <a:r>
              <a:rPr lang="nl-NL" sz="2800" dirty="0"/>
              <a:t> </a:t>
            </a:r>
            <a:r>
              <a:rPr lang="nl-NL" sz="2800" dirty="0" err="1"/>
              <a:t>parts</a:t>
            </a:r>
            <a:r>
              <a:rPr lang="nl-NL" sz="2800" dirty="0"/>
              <a:t> are </a:t>
            </a:r>
            <a:r>
              <a:rPr lang="nl-NL" sz="2800" dirty="0" err="1"/>
              <a:t>treated</a:t>
            </a:r>
            <a:r>
              <a:rPr lang="nl-NL" sz="2800" dirty="0"/>
              <a:t> as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there’s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 err="1"/>
              <a:t>Trousers</a:t>
            </a:r>
            <a:r>
              <a:rPr lang="nl-NL" sz="2400" dirty="0"/>
              <a:t>, </a:t>
            </a:r>
            <a:r>
              <a:rPr lang="nl-NL" sz="2400" dirty="0" err="1"/>
              <a:t>glasses</a:t>
            </a:r>
            <a:r>
              <a:rPr lang="nl-NL" sz="2400" dirty="0"/>
              <a:t>, pants, </a:t>
            </a:r>
            <a:r>
              <a:rPr lang="nl-NL" sz="2400" dirty="0" err="1"/>
              <a:t>pyjamas</a:t>
            </a:r>
            <a:r>
              <a:rPr lang="nl-NL" sz="2400" dirty="0"/>
              <a:t> etc.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get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</a:t>
            </a:r>
            <a:r>
              <a:rPr lang="nl-NL" sz="2800" dirty="0" err="1"/>
              <a:t>form</a:t>
            </a:r>
            <a:r>
              <a:rPr lang="nl-NL" sz="2800" dirty="0"/>
              <a:t> as </a:t>
            </a:r>
            <a:r>
              <a:rPr lang="nl-NL" sz="2800" dirty="0" err="1"/>
              <a:t>they</a:t>
            </a:r>
            <a:endParaRPr lang="nl-NL" sz="2800" dirty="0"/>
          </a:p>
          <a:p>
            <a:pPr lvl="1"/>
            <a:r>
              <a:rPr lang="nl-NL" sz="2400" dirty="0" err="1"/>
              <a:t>Those</a:t>
            </a:r>
            <a:r>
              <a:rPr lang="nl-NL" sz="2400" dirty="0"/>
              <a:t> </a:t>
            </a:r>
            <a:r>
              <a:rPr lang="nl-NL" sz="2400" dirty="0" err="1"/>
              <a:t>trousers</a:t>
            </a:r>
            <a:r>
              <a:rPr lang="nl-NL" sz="2400" dirty="0"/>
              <a:t> </a:t>
            </a:r>
            <a:r>
              <a:rPr lang="nl-NL" sz="2400" dirty="0" err="1"/>
              <a:t>make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look fat.</a:t>
            </a:r>
          </a:p>
          <a:p>
            <a:pPr lvl="1"/>
            <a:r>
              <a:rPr lang="nl-NL" sz="2400" dirty="0"/>
              <a:t>My </a:t>
            </a:r>
            <a:r>
              <a:rPr lang="nl-NL" sz="2400" dirty="0" err="1"/>
              <a:t>glasses</a:t>
            </a:r>
            <a:r>
              <a:rPr lang="nl-NL" sz="2400" dirty="0"/>
              <a:t> help me </a:t>
            </a:r>
            <a:r>
              <a:rPr lang="nl-NL" sz="2400" dirty="0" err="1"/>
              <a:t>read</a:t>
            </a:r>
            <a:r>
              <a:rPr lang="nl-NL" sz="2400" dirty="0"/>
              <a:t>.</a:t>
            </a:r>
          </a:p>
          <a:p>
            <a:pPr lvl="1"/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want to </a:t>
            </a:r>
            <a:r>
              <a:rPr lang="nl-NL" sz="2800" dirty="0" err="1"/>
              <a:t>count</a:t>
            </a:r>
            <a:r>
              <a:rPr lang="nl-NL" sz="2800" dirty="0"/>
              <a:t> these </a:t>
            </a:r>
            <a:r>
              <a:rPr lang="nl-NL" sz="2800" dirty="0" err="1"/>
              <a:t>words</a:t>
            </a:r>
            <a:r>
              <a:rPr lang="nl-NL" sz="2800" dirty="0"/>
              <a:t>,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use</a:t>
            </a:r>
            <a:r>
              <a:rPr lang="nl-NL" sz="2800" dirty="0"/>
              <a:t> 2 pairs of… (the </a:t>
            </a:r>
            <a:r>
              <a:rPr lang="nl-NL" sz="2800" dirty="0" err="1"/>
              <a:t>form</a:t>
            </a:r>
            <a:r>
              <a:rPr lang="nl-NL" sz="2800" dirty="0"/>
              <a:t> of the </a:t>
            </a:r>
            <a:r>
              <a:rPr lang="nl-NL" sz="2800" dirty="0" err="1"/>
              <a:t>verb</a:t>
            </a:r>
            <a:r>
              <a:rPr lang="nl-NL" sz="2800" dirty="0"/>
              <a:t> is </a:t>
            </a:r>
            <a:r>
              <a:rPr lang="nl-NL" sz="2800" dirty="0" err="1"/>
              <a:t>still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with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).</a:t>
            </a:r>
          </a:p>
          <a:p>
            <a:pPr lvl="1"/>
            <a:r>
              <a:rPr lang="nl-NL" sz="2400" dirty="0"/>
              <a:t>2 pairs of </a:t>
            </a:r>
            <a:r>
              <a:rPr lang="nl-NL" sz="2400" dirty="0" err="1"/>
              <a:t>pyjamas</a:t>
            </a:r>
            <a:r>
              <a:rPr lang="nl-NL" sz="2400" dirty="0"/>
              <a:t> </a:t>
            </a:r>
            <a:r>
              <a:rPr lang="nl-NL" sz="2400" dirty="0" err="1"/>
              <a:t>cost</a:t>
            </a:r>
            <a:r>
              <a:rPr lang="nl-NL" sz="2400" dirty="0"/>
              <a:t> </a:t>
            </a:r>
            <a:r>
              <a:rPr lang="nl-NL" sz="2400" dirty="0" err="1"/>
              <a:t>only</a:t>
            </a:r>
            <a:r>
              <a:rPr lang="nl-NL" sz="2400" dirty="0"/>
              <a:t> 20 </a:t>
            </a:r>
            <a:r>
              <a:rPr lang="nl-NL" sz="2400" dirty="0" err="1"/>
              <a:t>euros</a:t>
            </a:r>
            <a:r>
              <a:rPr lang="nl-NL" sz="2400" dirty="0"/>
              <a:t> </a:t>
            </a:r>
            <a:r>
              <a:rPr lang="nl-NL" sz="2400" dirty="0" err="1"/>
              <a:t>today</a:t>
            </a:r>
            <a:r>
              <a:rPr lang="nl-N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16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</a:t>
            </a:r>
            <a:r>
              <a:rPr lang="nl-NL" sz="2800" dirty="0"/>
              <a:t> </a:t>
            </a:r>
            <a:r>
              <a:rPr lang="nl-NL" sz="2800" dirty="0" err="1"/>
              <a:t>words</a:t>
            </a:r>
            <a:r>
              <a:rPr lang="nl-NL" sz="2800" dirty="0"/>
              <a:t> look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refer</a:t>
            </a:r>
            <a:r>
              <a:rPr lang="nl-NL" sz="2800" dirty="0"/>
              <a:t> to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r>
              <a:rPr lang="nl-NL" sz="2800" dirty="0"/>
              <a:t>, </a:t>
            </a:r>
            <a:r>
              <a:rPr lang="nl-NL" sz="2800" dirty="0" err="1"/>
              <a:t>but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is </a:t>
            </a:r>
            <a:r>
              <a:rPr lang="nl-NL" sz="2800" dirty="0" err="1"/>
              <a:t>only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take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endParaRPr lang="nl-NL" sz="2800" dirty="0"/>
          </a:p>
          <a:p>
            <a:pPr lvl="1"/>
            <a:r>
              <a:rPr lang="nl-NL" sz="2400" dirty="0"/>
              <a:t>The </a:t>
            </a:r>
            <a:r>
              <a:rPr lang="nl-NL" sz="2400" dirty="0" err="1"/>
              <a:t>Netherlands</a:t>
            </a:r>
            <a:r>
              <a:rPr lang="nl-NL" sz="2400" dirty="0"/>
              <a:t> has </a:t>
            </a:r>
            <a:r>
              <a:rPr lang="nl-NL" sz="2400" dirty="0" err="1"/>
              <a:t>two</a:t>
            </a:r>
            <a:r>
              <a:rPr lang="nl-NL" sz="2400" dirty="0"/>
              <a:t> </a:t>
            </a:r>
            <a:r>
              <a:rPr lang="nl-NL" sz="2400" dirty="0" err="1"/>
              <a:t>neighbouring</a:t>
            </a:r>
            <a:r>
              <a:rPr lang="nl-NL" sz="2400" dirty="0"/>
              <a:t> </a:t>
            </a:r>
            <a:r>
              <a:rPr lang="nl-NL" sz="2400" dirty="0" err="1"/>
              <a:t>countries</a:t>
            </a:r>
            <a:r>
              <a:rPr lang="nl-NL" sz="2400" dirty="0"/>
              <a:t>.</a:t>
            </a:r>
          </a:p>
          <a:p>
            <a:pPr lvl="1"/>
            <a:r>
              <a:rPr lang="nl-NL" sz="2400" dirty="0"/>
              <a:t>The United </a:t>
            </a:r>
            <a:r>
              <a:rPr lang="nl-NL" sz="2400" dirty="0" err="1"/>
              <a:t>States</a:t>
            </a:r>
            <a:r>
              <a:rPr lang="nl-NL" sz="2400" dirty="0"/>
              <a:t> has </a:t>
            </a:r>
            <a:r>
              <a:rPr lang="nl-NL" sz="2400" dirty="0" err="1"/>
              <a:t>strict</a:t>
            </a:r>
            <a:r>
              <a:rPr lang="nl-NL" sz="2400" dirty="0"/>
              <a:t> </a:t>
            </a:r>
            <a:r>
              <a:rPr lang="nl-NL" sz="2400" dirty="0" err="1"/>
              <a:t>laws</a:t>
            </a:r>
            <a:r>
              <a:rPr lang="nl-NL" sz="2400" dirty="0"/>
              <a:t>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measure</a:t>
            </a:r>
            <a:r>
              <a:rPr lang="nl-NL" sz="2800" dirty="0"/>
              <a:t> </a:t>
            </a:r>
            <a:r>
              <a:rPr lang="nl-NL" sz="2800" dirty="0" err="1"/>
              <a:t>something</a:t>
            </a:r>
            <a:r>
              <a:rPr lang="nl-NL" sz="2800" dirty="0"/>
              <a:t>, </a:t>
            </a:r>
            <a:r>
              <a:rPr lang="nl-NL" sz="2800" dirty="0" err="1"/>
              <a:t>use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, even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/>
              <a:t>Ten </a:t>
            </a:r>
            <a:r>
              <a:rPr lang="nl-NL" sz="2400" dirty="0" err="1"/>
              <a:t>miles</a:t>
            </a:r>
            <a:r>
              <a:rPr lang="nl-NL" sz="2400" dirty="0"/>
              <a:t> is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far</a:t>
            </a:r>
            <a:endParaRPr lang="nl-NL" sz="2400" dirty="0"/>
          </a:p>
          <a:p>
            <a:pPr lvl="1"/>
            <a:r>
              <a:rPr lang="nl-NL" sz="2400" dirty="0" err="1"/>
              <a:t>Two</a:t>
            </a:r>
            <a:r>
              <a:rPr lang="nl-NL" sz="2400" dirty="0"/>
              <a:t> kilos </a:t>
            </a:r>
            <a:r>
              <a:rPr lang="nl-NL" sz="2400" dirty="0" err="1"/>
              <a:t>seems</a:t>
            </a:r>
            <a:r>
              <a:rPr lang="nl-NL" sz="2400" dirty="0"/>
              <a:t> to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much</a:t>
            </a:r>
            <a:r>
              <a:rPr lang="nl-NL" sz="2400" dirty="0"/>
              <a:t>.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6668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EB7B-21C1-E797-3737-99319E36B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Practice: Choose the Correct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5F709-E9CB-6674-ED24-A6D730113E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Annie and her brothers (is, are) at school.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Either my mother or my father (is, are) coming to the meeting.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The dog or the cats (is, are) outside.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Either my shoes or your coat (is, are) always on the floor.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George and Tamara (doesn't, don't) want to see that movie.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Benito (doesn't, don't) know the answer.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One of my sisters (is, are) going on a trip to France.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The man with all the birds (live, lives) on my street.</a:t>
            </a:r>
          </a:p>
          <a:p>
            <a:pPr marL="457200" indent="-457200" algn="l">
              <a:buFont typeface="+mj-lt"/>
              <a:buAutoNum type="arabicPeriod"/>
            </a:pPr>
            <a:endParaRPr lang="en-GB" sz="2400" dirty="0">
              <a:solidFill>
                <a:srgbClr val="000000"/>
              </a:solidFill>
              <a:latin typeface="acumin-pro"/>
            </a:endParaRPr>
          </a:p>
          <a:p>
            <a:pPr marL="0" indent="0" algn="l">
              <a:buNone/>
            </a:pPr>
            <a:r>
              <a:rPr lang="en-GB" sz="2400" b="0" i="0" dirty="0">
                <a:solidFill>
                  <a:srgbClr val="000000"/>
                </a:solidFill>
                <a:effectLst/>
                <a:latin typeface="acumin-pro"/>
              </a:rPr>
              <a:t>Source: </a:t>
            </a:r>
            <a:r>
              <a:rPr lang="en-GB" sz="2400" b="0" i="0">
                <a:solidFill>
                  <a:srgbClr val="000000"/>
                </a:solidFill>
                <a:effectLst/>
                <a:latin typeface="acumin-pro"/>
                <a:hlinkClick r:id="rId2"/>
              </a:rPr>
              <a:t>Owl Purdue</a:t>
            </a:r>
            <a:endParaRPr lang="en-GB" sz="2400" b="0" i="0" dirty="0">
              <a:solidFill>
                <a:srgbClr val="000000"/>
              </a:solidFill>
              <a:effectLst/>
              <a:latin typeface="acumin-pro"/>
            </a:endParaRPr>
          </a:p>
        </p:txBody>
      </p:sp>
    </p:spTree>
    <p:extLst>
      <p:ext uri="{BB962C8B-B14F-4D97-AF65-F5344CB8AC3E}">
        <p14:creationId xmlns:p14="http://schemas.microsoft.com/office/powerpoint/2010/main" val="165355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B2692-488A-6E8D-EC9E-9A885B459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Preparation for </a:t>
            </a:r>
            <a:r>
              <a:rPr lang="en-GB" dirty="0" err="1"/>
              <a:t>Leerplein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8BDDE-6BE4-C0C0-6588-38452EF0C43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Check</a:t>
            </a:r>
            <a:r>
              <a:rPr lang="en-GB" dirty="0"/>
              <a:t> your answers to the practice sentences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Determine</a:t>
            </a:r>
            <a:r>
              <a:rPr lang="en-GB" dirty="0"/>
              <a:t> what practice questions to do during the </a:t>
            </a:r>
            <a:r>
              <a:rPr lang="en-GB" dirty="0" err="1"/>
              <a:t>Leerplein</a:t>
            </a:r>
            <a:r>
              <a:rPr lang="en-GB" dirty="0"/>
              <a:t> Session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Note: You are not required to stay for the full duration.</a:t>
            </a:r>
          </a:p>
        </p:txBody>
      </p:sp>
    </p:spTree>
    <p:extLst>
      <p:ext uri="{BB962C8B-B14F-4D97-AF65-F5344CB8AC3E}">
        <p14:creationId xmlns:p14="http://schemas.microsoft.com/office/powerpoint/2010/main" val="15359392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01DDFB-96CB-47F0-865F-F58A6766A59B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1912</TotalTime>
  <Words>2073</Words>
  <Application>Microsoft Office PowerPoint</Application>
  <PresentationFormat>On-screen Show (4:3)</PresentationFormat>
  <Paragraphs>249</Paragraphs>
  <Slides>31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acumin-pro</vt:lpstr>
      <vt:lpstr>Arial</vt:lpstr>
      <vt:lpstr>Calibri</vt:lpstr>
      <vt:lpstr>Tw Cen MT</vt:lpstr>
      <vt:lpstr>Wingdings</vt:lpstr>
      <vt:lpstr>Wingdings 2</vt:lpstr>
      <vt:lpstr>Median</vt:lpstr>
      <vt:lpstr>Grammar &amp; BAsics</vt:lpstr>
      <vt:lpstr>Agenda</vt:lpstr>
      <vt:lpstr>Grammatical Tenses: Recap</vt:lpstr>
      <vt:lpstr>Theory on Tenses: Preparation</vt:lpstr>
      <vt:lpstr>Questions and Negations</vt:lpstr>
      <vt:lpstr>Questions and Negations</vt:lpstr>
      <vt:lpstr>Asking yes/no questions</vt:lpstr>
      <vt:lpstr>Asking yes/no questions</vt:lpstr>
      <vt:lpstr>Asking yes/no questions about the past</vt:lpstr>
      <vt:lpstr>Asking yes/no questions</vt:lpstr>
      <vt:lpstr>Practice!</vt:lpstr>
      <vt:lpstr>Wh-questions</vt:lpstr>
      <vt:lpstr>Wh-questions</vt:lpstr>
      <vt:lpstr>Wh-questions</vt:lpstr>
      <vt:lpstr>Practice!</vt:lpstr>
      <vt:lpstr>Negative sentences</vt:lpstr>
      <vt:lpstr>Negative sentences</vt:lpstr>
      <vt:lpstr>Negative sentences in the past</vt:lpstr>
      <vt:lpstr>Practice!</vt:lpstr>
      <vt:lpstr>Break</vt:lpstr>
      <vt:lpstr>Agreement</vt:lpstr>
      <vt:lpstr>What is Agreement? </vt:lpstr>
      <vt:lpstr>Noun forms and verb forms</vt:lpstr>
      <vt:lpstr>Some verbs don’t change</vt:lpstr>
      <vt:lpstr>Words that can’t be counted</vt:lpstr>
      <vt:lpstr>Some words always indicate more than one</vt:lpstr>
      <vt:lpstr>Words that refer to a group</vt:lpstr>
      <vt:lpstr>Things with two equal parts</vt:lpstr>
      <vt:lpstr>Note</vt:lpstr>
      <vt:lpstr>Practice: Choose the Correct Form</vt:lpstr>
      <vt:lpstr>Preparation for Leerplein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Freek Metsch</cp:lastModifiedBy>
  <cp:revision>51</cp:revision>
  <dcterms:created xsi:type="dcterms:W3CDTF">2017-08-09T11:56:23Z</dcterms:created>
  <dcterms:modified xsi:type="dcterms:W3CDTF">2024-09-17T12:04:06Z</dcterms:modified>
</cp:coreProperties>
</file>