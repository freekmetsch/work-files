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  <p:sldMasterId id="2147483840" r:id="rId5"/>
  </p:sldMasterIdLst>
  <p:notesMasterIdLst>
    <p:notesMasterId r:id="rId22"/>
  </p:notesMasterIdLst>
  <p:handoutMasterIdLst>
    <p:handoutMasterId r:id="rId23"/>
  </p:handoutMasterIdLst>
  <p:sldIdLst>
    <p:sldId id="256" r:id="rId6"/>
    <p:sldId id="353" r:id="rId7"/>
    <p:sldId id="322" r:id="rId8"/>
    <p:sldId id="304" r:id="rId9"/>
    <p:sldId id="317" r:id="rId10"/>
    <p:sldId id="305" r:id="rId11"/>
    <p:sldId id="306" r:id="rId12"/>
    <p:sldId id="318" r:id="rId13"/>
    <p:sldId id="309" r:id="rId14"/>
    <p:sldId id="310" r:id="rId15"/>
    <p:sldId id="323" r:id="rId16"/>
    <p:sldId id="324" r:id="rId17"/>
    <p:sldId id="319" r:id="rId18"/>
    <p:sldId id="320" r:id="rId19"/>
    <p:sldId id="321" r:id="rId20"/>
    <p:sldId id="325" r:id="rId21"/>
  </p:sldIdLst>
  <p:sldSz cx="9144000" cy="6858000" type="screen4x3"/>
  <p:notesSz cx="6805613" cy="9944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F620C7-79E2-4902-8EB9-149F5F9926E9}" v="24" dt="2025-10-13T08:59:52.5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90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ek Metsch" userId="021ef47b-1d71-428a-9075-16ffbc2c7c18" providerId="ADAL" clId="{5F943916-16B0-4A90-AB74-AF6F27672B16}"/>
    <pc:docChg chg="undo custSel addSld delSld modSld">
      <pc:chgData name="Freek Metsch" userId="021ef47b-1d71-428a-9075-16ffbc2c7c18" providerId="ADAL" clId="{5F943916-16B0-4A90-AB74-AF6F27672B16}" dt="2025-10-13T09:00:13.086" v="315" actId="403"/>
      <pc:docMkLst>
        <pc:docMk/>
      </pc:docMkLst>
      <pc:sldChg chg="modSp">
        <pc:chgData name="Freek Metsch" userId="021ef47b-1d71-428a-9075-16ffbc2c7c18" providerId="ADAL" clId="{5F943916-16B0-4A90-AB74-AF6F27672B16}" dt="2025-10-10T13:36:55.327" v="10" actId="20577"/>
        <pc:sldMkLst>
          <pc:docMk/>
          <pc:sldMk cId="0" sldId="305"/>
        </pc:sldMkLst>
        <pc:spChg chg="mod">
          <ac:chgData name="Freek Metsch" userId="021ef47b-1d71-428a-9075-16ffbc2c7c18" providerId="ADAL" clId="{5F943916-16B0-4A90-AB74-AF6F27672B16}" dt="2025-10-10T13:36:55.327" v="10" actId="20577"/>
          <ac:spMkLst>
            <pc:docMk/>
            <pc:sldMk cId="0" sldId="305"/>
            <ac:spMk id="64515" creationId="{00000000-0000-0000-0000-000000000000}"/>
          </ac:spMkLst>
        </pc:spChg>
      </pc:sldChg>
      <pc:sldChg chg="addSp delSp modSp new mod">
        <pc:chgData name="Freek Metsch" userId="021ef47b-1d71-428a-9075-16ffbc2c7c18" providerId="ADAL" clId="{5F943916-16B0-4A90-AB74-AF6F27672B16}" dt="2025-10-13T09:00:13.086" v="315" actId="403"/>
        <pc:sldMkLst>
          <pc:docMk/>
          <pc:sldMk cId="2925928715" sldId="325"/>
        </pc:sldMkLst>
        <pc:spChg chg="mod">
          <ac:chgData name="Freek Metsch" userId="021ef47b-1d71-428a-9075-16ffbc2c7c18" providerId="ADAL" clId="{5F943916-16B0-4A90-AB74-AF6F27672B16}" dt="2025-10-13T08:59:44.195" v="257" actId="20577"/>
          <ac:spMkLst>
            <pc:docMk/>
            <pc:sldMk cId="2925928715" sldId="325"/>
            <ac:spMk id="2" creationId="{3E3DF4F6-E6A5-B318-E361-4876141748E1}"/>
          </ac:spMkLst>
        </pc:spChg>
        <pc:spChg chg="add del mod">
          <ac:chgData name="Freek Metsch" userId="021ef47b-1d71-428a-9075-16ffbc2c7c18" providerId="ADAL" clId="{5F943916-16B0-4A90-AB74-AF6F27672B16}" dt="2025-10-13T08:59:38.949" v="249" actId="478"/>
          <ac:spMkLst>
            <pc:docMk/>
            <pc:sldMk cId="2925928715" sldId="325"/>
            <ac:spMk id="3" creationId="{20FBEBB4-A6BC-CD15-37C8-FEBD2BDA90D1}"/>
          </ac:spMkLst>
        </pc:spChg>
        <pc:spChg chg="add mod">
          <ac:chgData name="Freek Metsch" userId="021ef47b-1d71-428a-9075-16ffbc2c7c18" providerId="ADAL" clId="{5F943916-16B0-4A90-AB74-AF6F27672B16}" dt="2025-10-13T09:00:13.086" v="315" actId="403"/>
          <ac:spMkLst>
            <pc:docMk/>
            <pc:sldMk cId="2925928715" sldId="325"/>
            <ac:spMk id="4" creationId="{D5D1612F-060B-ACEA-2F4C-11A76A953B01}"/>
          </ac:spMkLst>
        </pc:spChg>
        <pc:picChg chg="add mod">
          <ac:chgData name="Freek Metsch" userId="021ef47b-1d71-428a-9075-16ffbc2c7c18" providerId="ADAL" clId="{5F943916-16B0-4A90-AB74-AF6F27672B16}" dt="2025-10-13T08:54:58.966" v="15"/>
          <ac:picMkLst>
            <pc:docMk/>
            <pc:sldMk cId="2925928715" sldId="325"/>
            <ac:picMk id="1026" creationId="{218DEEE8-0ADB-9267-1D2C-EA8195867D0D}"/>
          </ac:picMkLst>
        </pc:picChg>
        <pc:picChg chg="add mod">
          <ac:chgData name="Freek Metsch" userId="021ef47b-1d71-428a-9075-16ffbc2c7c18" providerId="ADAL" clId="{5F943916-16B0-4A90-AB74-AF6F27672B16}" dt="2025-10-13T08:59:46.155" v="258" actId="1076"/>
          <ac:picMkLst>
            <pc:docMk/>
            <pc:sldMk cId="2925928715" sldId="325"/>
            <ac:picMk id="1028" creationId="{AAD8F81D-3FA7-3DFD-A877-7D64C4AA0F91}"/>
          </ac:picMkLst>
        </pc:picChg>
      </pc:sldChg>
      <pc:sldChg chg="new del">
        <pc:chgData name="Freek Metsch" userId="021ef47b-1d71-428a-9075-16ffbc2c7c18" providerId="ADAL" clId="{5F943916-16B0-4A90-AB74-AF6F27672B16}" dt="2025-10-13T08:56:42.784" v="24" actId="47"/>
        <pc:sldMkLst>
          <pc:docMk/>
          <pc:sldMk cId="2844400551" sldId="326"/>
        </pc:sldMkLst>
      </pc:sldChg>
      <pc:sldChg chg="modSp add del mod">
        <pc:chgData name="Freek Metsch" userId="021ef47b-1d71-428a-9075-16ffbc2c7c18" providerId="ADAL" clId="{5F943916-16B0-4A90-AB74-AF6F27672B16}" dt="2025-10-13T08:58:09.323" v="245" actId="20577"/>
        <pc:sldMkLst>
          <pc:docMk/>
          <pc:sldMk cId="2654844481" sldId="353"/>
        </pc:sldMkLst>
        <pc:spChg chg="mod">
          <ac:chgData name="Freek Metsch" userId="021ef47b-1d71-428a-9075-16ffbc2c7c18" providerId="ADAL" clId="{5F943916-16B0-4A90-AB74-AF6F27672B16}" dt="2025-10-13T08:56:53.340" v="33" actId="20577"/>
          <ac:spMkLst>
            <pc:docMk/>
            <pc:sldMk cId="2654844481" sldId="353"/>
            <ac:spMk id="2" creationId="{E7B981EE-3510-4BDA-8946-7C0E40FBCA56}"/>
          </ac:spMkLst>
        </pc:spChg>
        <pc:spChg chg="mod">
          <ac:chgData name="Freek Metsch" userId="021ef47b-1d71-428a-9075-16ffbc2c7c18" providerId="ADAL" clId="{5F943916-16B0-4A90-AB74-AF6F27672B16}" dt="2025-10-13T08:58:09.323" v="245" actId="20577"/>
          <ac:spMkLst>
            <pc:docMk/>
            <pc:sldMk cId="2654844481" sldId="353"/>
            <ac:spMk id="3" creationId="{28EA04F9-A40A-4FAD-B9EC-492C5DBA226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09389C-812A-4EF0-B86E-09961CD048E9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279017-AB47-408E-A854-68A90D8E8DE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8187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7EE0F70-0EA5-48EE-BF46-0E545C978FEA}" type="datetimeFigureOut">
              <a:rPr lang="en-US"/>
              <a:pPr>
                <a:defRPr/>
              </a:pPr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6125"/>
            <a:ext cx="4972050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23448"/>
            <a:ext cx="5444490" cy="4474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1C8008B-58CC-4600-BA0E-B8D67D43116A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710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587CAC-01CF-4301-897E-1255C7E2ED9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8DA1311-7605-49A3-B860-CE941D2BED5A}" type="datetimeFigureOut">
              <a:rPr lang="en-US"/>
              <a:pPr>
                <a:defRPr/>
              </a:pPr>
              <a:t>10/13/2025</a:t>
            </a:fld>
            <a:endParaRPr lang="en-US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BF1C65A-79BB-4244-8241-8592F11DCBBE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303776-B5F3-482D-B025-52E83D0420E7}" type="datetimeFigureOut">
              <a:rPr lang="en-US"/>
              <a:pPr>
                <a:defRPr/>
              </a:pPr>
              <a:t>10/13/2025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FFCAA-1B2C-49C6-8D88-2C923AD7249E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97A7B8-FED8-408E-B814-1ABF4C99C9D0}" type="datetimeFigureOut">
              <a:rPr lang="en-US"/>
              <a:pPr>
                <a:defRPr/>
              </a:pPr>
              <a:t>10/13/2025</a:t>
            </a:fld>
            <a:endParaRPr 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E9952E0-E2C6-4F4D-8A98-54510791945E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3E6AAD04-9D9E-4574-BD0D-743AA0BB7728}" type="datetimeFigureOut">
              <a:rPr lang="en-US"/>
              <a:pPr>
                <a:defRPr/>
              </a:pPr>
              <a:t>10/13/2025</a:t>
            </a:fld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32004676-EB14-42BA-A29B-9287B732DAA4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698629B-7BC8-41E9-9B55-8786EF6FFB3C}" type="datetimeFigureOut">
              <a:rPr lang="en-US"/>
              <a:pPr>
                <a:defRPr/>
              </a:pPr>
              <a:t>10/13/2025</a:t>
            </a:fld>
            <a:endParaRPr 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AC8F6E2-DD42-47DC-968D-4EC81CBFDBB7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45A31A-FD4F-45A2-87E9-FB3FD838ABEB}" type="datetimeFigureOut">
              <a:rPr lang="en-US"/>
              <a:pPr>
                <a:defRPr/>
              </a:pPr>
              <a:t>10/13/2025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686892-9EF2-45EF-8283-4F910D9827D4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FE0BE7-EEF9-4A64-9E18-7C6DA39FEF20}" type="datetimeFigureOut">
              <a:rPr lang="en-US"/>
              <a:pPr>
                <a:defRPr/>
              </a:pPr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42958BB-47A1-448A-AC3D-6091AD439EC0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89757-46FF-40B8-9A09-CD68B5BE297B}" type="datetimeFigureOut">
              <a:rPr lang="en-US"/>
              <a:pPr>
                <a:defRPr/>
              </a:pPr>
              <a:t>10/13/2025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0A03DC-9471-4B9C-95DC-F76AA3AE1BA2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0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11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12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FBFFC220-0A9F-4946-B993-A94FC472B8E2}" type="datetimeFigureOut">
              <a:rPr lang="en-US"/>
              <a:pPr>
                <a:defRPr/>
              </a:pPr>
              <a:t>10/13/2025</a:t>
            </a:fld>
            <a:endParaRPr 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16E3C564-8CBD-4854-9267-67125E4E13C9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11AF3D-D7D8-45A5-A6BA-29055ED4B657}" type="datetimeFigureOut">
              <a:rPr lang="en-US"/>
              <a:pPr>
                <a:defRPr/>
              </a:pPr>
              <a:t>10/13/2025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96F61A-A798-4E41-A0FB-5E675CD6551A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668D86-11CC-4177-A43E-C46377717AAD}" type="datetimeFigureOut">
              <a:rPr lang="en-US"/>
              <a:pPr>
                <a:defRPr/>
              </a:pPr>
              <a:t>10/13/2025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30276-7CB2-4BC5-9738-0AD656801893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0010" y="484480"/>
            <a:ext cx="5183981" cy="2954655"/>
          </a:xfrm>
        </p:spPr>
        <p:txBody>
          <a:bodyPr anchor="b">
            <a:normAutofit/>
          </a:bodyPr>
          <a:lstStyle>
            <a:lvl1pPr algn="ctr">
              <a:defRPr sz="4200" cap="all" spc="-75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80010" y="3799134"/>
            <a:ext cx="5183981" cy="1969841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878" y="6138000"/>
            <a:ext cx="2321720" cy="720000"/>
          </a:xfrm>
          <a:prstGeom prst="rect">
            <a:avLst/>
          </a:prstGeom>
        </p:spPr>
        <p:txBody>
          <a:bodyPr/>
          <a:lstStyle/>
          <a:p>
            <a:fld id="{2395C5C9-164C-46B3-A87E-7660D39D3106}" type="datetime2">
              <a:rPr lang="en-US" smtClean="0"/>
              <a:t>Monday, October 13,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11141" y="6138000"/>
            <a:ext cx="375285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4535" y="6138000"/>
            <a:ext cx="890587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72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2541601"/>
            <a:ext cx="8046244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878" y="6138000"/>
            <a:ext cx="2321720" cy="720000"/>
          </a:xfrm>
          <a:prstGeom prst="rect">
            <a:avLst/>
          </a:prstGeom>
        </p:spPr>
        <p:txBody>
          <a:bodyPr/>
          <a:lstStyle/>
          <a:p>
            <a:fld id="{4DDCFF8A-AAF8-4A12-8A91-9CA0EAF6CBB9}" type="datetime2">
              <a:rPr lang="en-US" smtClean="0"/>
              <a:t>Monday, October 13,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11141" y="6138000"/>
            <a:ext cx="375285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4535" y="6138000"/>
            <a:ext cx="890587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69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00" y="619200"/>
            <a:ext cx="8046245" cy="2879724"/>
          </a:xfrm>
        </p:spPr>
        <p:txBody>
          <a:bodyPr anchor="b">
            <a:norm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932" y="3858924"/>
            <a:ext cx="8046245" cy="1919076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878" y="6138000"/>
            <a:ext cx="2321720" cy="720000"/>
          </a:xfrm>
          <a:prstGeom prst="rect">
            <a:avLst/>
          </a:prstGeom>
        </p:spPr>
        <p:txBody>
          <a:bodyPr/>
          <a:lstStyle/>
          <a:p>
            <a:fld id="{ABCC25C3-021A-4B0B-8F70-0C181FE1CF45}" type="datetime2">
              <a:rPr lang="en-US" smtClean="0"/>
              <a:t>Monday, October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11141" y="6138000"/>
            <a:ext cx="375285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4535" y="6138000"/>
            <a:ext cx="890587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430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0000" y="2541601"/>
            <a:ext cx="375285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43800" y="2541600"/>
            <a:ext cx="375285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8878" y="6138000"/>
            <a:ext cx="2321720" cy="720000"/>
          </a:xfrm>
          <a:prstGeom prst="rect">
            <a:avLst/>
          </a:prstGeom>
        </p:spPr>
        <p:txBody>
          <a:bodyPr/>
          <a:lstStyle/>
          <a:p>
            <a:fld id="{0C23D88D-8CEC-4ED9-A53B-5596187D9A16}" type="datetime2">
              <a:rPr lang="en-US" smtClean="0"/>
              <a:t>Monday, October 13,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11141" y="6138000"/>
            <a:ext cx="375285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04535" y="6138000"/>
            <a:ext cx="890587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968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00" y="619201"/>
            <a:ext cx="8046244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000" y="1840698"/>
            <a:ext cx="3761729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200" b="0" cap="all" spc="150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0000" y="2541601"/>
            <a:ext cx="375285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43800" y="1840698"/>
            <a:ext cx="3761729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200" b="0" cap="all" spc="150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43800" y="2541601"/>
            <a:ext cx="375285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548878" y="6138000"/>
            <a:ext cx="2321720" cy="720000"/>
          </a:xfrm>
          <a:prstGeom prst="rect">
            <a:avLst/>
          </a:prstGeom>
        </p:spPr>
        <p:txBody>
          <a:bodyPr/>
          <a:lstStyle/>
          <a:p>
            <a:fld id="{D2CCD382-DFDA-4722-A27A-59C21AD112F2}" type="datetime2">
              <a:rPr lang="en-US" smtClean="0"/>
              <a:t>Monday, October 13,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411141" y="6138000"/>
            <a:ext cx="375285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04535" y="6138000"/>
            <a:ext cx="890587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305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48878" y="6138000"/>
            <a:ext cx="2321720" cy="720000"/>
          </a:xfrm>
          <a:prstGeom prst="rect">
            <a:avLst/>
          </a:prstGeom>
        </p:spPr>
        <p:txBody>
          <a:bodyPr/>
          <a:lstStyle/>
          <a:p>
            <a:fld id="{22F2A30D-1C09-413F-AAB1-38F366000715}" type="datetime2">
              <a:rPr lang="en-US" smtClean="0"/>
              <a:t>Monday, October 13,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1141" y="6138000"/>
            <a:ext cx="375285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04535" y="6138000"/>
            <a:ext cx="890587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635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48878" y="6138000"/>
            <a:ext cx="2321720" cy="720000"/>
          </a:xfrm>
          <a:prstGeom prst="rect">
            <a:avLst/>
          </a:prstGeom>
        </p:spPr>
        <p:txBody>
          <a:bodyPr/>
          <a:lstStyle/>
          <a:p>
            <a:fld id="{6DB82B9C-D65E-4F64-95C3-B10F3B00F0D9}" type="datetime2">
              <a:rPr lang="en-US" smtClean="0"/>
              <a:t>Monday, October 13,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411141" y="6138000"/>
            <a:ext cx="375285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704535" y="6138000"/>
            <a:ext cx="890587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66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01" y="619200"/>
            <a:ext cx="2330597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1141" y="584663"/>
            <a:ext cx="5183981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3600"/>
            </a:lvl1pPr>
            <a:lvl2pPr marL="685800" indent="-342900">
              <a:buFont typeface="Arial" panose="020B0604020202020204" pitchFamily="34" charset="0"/>
              <a:buChar char="•"/>
              <a:defRPr sz="1500"/>
            </a:lvl2pPr>
            <a:lvl3pPr marL="942975" indent="-257175">
              <a:buFont typeface="Arial" panose="020B0604020202020204" pitchFamily="34" charset="0"/>
              <a:buChar char="•"/>
              <a:defRPr sz="1500"/>
            </a:lvl3pPr>
            <a:lvl4pPr marL="1285875" indent="-257175">
              <a:buFont typeface="Arial" panose="020B0604020202020204" pitchFamily="34" charset="0"/>
              <a:buChar char="•"/>
              <a:defRPr sz="1500"/>
            </a:lvl4pPr>
            <a:lvl5pPr marL="1628775" indent="-257175">
              <a:buFont typeface="Arial" panose="020B0604020202020204" pitchFamily="34" charset="0"/>
              <a:buChar char="•"/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0001" y="2541601"/>
            <a:ext cx="2330597" cy="323183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8878" y="6138000"/>
            <a:ext cx="2321720" cy="720000"/>
          </a:xfrm>
          <a:prstGeom prst="rect">
            <a:avLst/>
          </a:prstGeom>
        </p:spPr>
        <p:txBody>
          <a:bodyPr/>
          <a:lstStyle/>
          <a:p>
            <a:fld id="{B7F5FDCC-6AAC-4A08-B9E0-3793AB5E64C3}" type="datetime2">
              <a:rPr lang="en-US" smtClean="0"/>
              <a:t>Monday, October 13,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11141" y="6138000"/>
            <a:ext cx="375285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04535" y="6138000"/>
            <a:ext cx="890587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511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00" y="619200"/>
            <a:ext cx="2321720" cy="1476000"/>
          </a:xfrm>
        </p:spPr>
        <p:txBody>
          <a:bodyPr anchor="t" anchorCtr="0">
            <a:normAutofit/>
          </a:bodyPr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11141" y="728664"/>
            <a:ext cx="5192859" cy="504031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0000" y="2541600"/>
            <a:ext cx="2321719" cy="32328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8878" y="6138000"/>
            <a:ext cx="2321720" cy="720000"/>
          </a:xfrm>
          <a:prstGeom prst="rect">
            <a:avLst/>
          </a:prstGeom>
        </p:spPr>
        <p:txBody>
          <a:bodyPr/>
          <a:lstStyle/>
          <a:p>
            <a:fld id="{349FE94D-439C-40F1-900E-BC07940E3988}" type="datetime2">
              <a:rPr lang="en-US" smtClean="0"/>
              <a:t>Monday, October 13,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11141" y="6138000"/>
            <a:ext cx="375285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04535" y="6138000"/>
            <a:ext cx="890587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853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0000" y="2636839"/>
            <a:ext cx="8046244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878" y="6138000"/>
            <a:ext cx="2321720" cy="720000"/>
          </a:xfrm>
          <a:prstGeom prst="rect">
            <a:avLst/>
          </a:prstGeom>
        </p:spPr>
        <p:txBody>
          <a:bodyPr/>
          <a:lstStyle/>
          <a:p>
            <a:fld id="{5B75179A-1E2B-41AB-B400-4F1B4022FAEE}" type="datetime2">
              <a:rPr lang="en-US" smtClean="0"/>
              <a:t>Monday, October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11141" y="6138000"/>
            <a:ext cx="375285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4535" y="6138000"/>
            <a:ext cx="890587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005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05365" y="720001"/>
            <a:ext cx="1107996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8878" y="720001"/>
            <a:ext cx="6697211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878" y="6138000"/>
            <a:ext cx="2321720" cy="720000"/>
          </a:xfrm>
          <a:prstGeom prst="rect">
            <a:avLst/>
          </a:prstGeom>
        </p:spPr>
        <p:txBody>
          <a:bodyPr/>
          <a:lstStyle/>
          <a:p>
            <a:fld id="{05681D0F-6595-4F14-8EF3-954CD87C797B}" type="datetime2">
              <a:rPr lang="en-US" smtClean="0"/>
              <a:t>Monday, October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11141" y="6138000"/>
            <a:ext cx="375285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4535" y="6138000"/>
            <a:ext cx="890587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53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74AE5754-B91B-49D9-A99C-4EC3558F86BE}" type="datetimeFigureOut">
              <a:rPr lang="en-US"/>
              <a:pPr>
                <a:defRPr/>
              </a:pPr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b="1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46006FF5-3448-4EA3-BBA1-3F9F60C65396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29" r:id="rId2"/>
    <p:sldLayoutId id="2147483834" r:id="rId3"/>
    <p:sldLayoutId id="2147483835" r:id="rId4"/>
    <p:sldLayoutId id="2147483836" r:id="rId5"/>
    <p:sldLayoutId id="2147483830" r:id="rId6"/>
    <p:sldLayoutId id="2147483837" r:id="rId7"/>
    <p:sldLayoutId id="2147483831" r:id="rId8"/>
    <p:sldLayoutId id="2147483838" r:id="rId9"/>
    <p:sldLayoutId id="2147483832" r:id="rId10"/>
    <p:sldLayoutId id="214748383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000" y="619200"/>
            <a:ext cx="804624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000" y="2541601"/>
            <a:ext cx="8046244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878" y="6138000"/>
            <a:ext cx="232172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900" spc="15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Monday, October 13,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11141" y="6138000"/>
            <a:ext cx="375285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900" spc="15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4535" y="6138000"/>
            <a:ext cx="890587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900" spc="15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3866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685800" rtl="0" eaLnBrk="1" latinLnBrk="0" hangingPunct="1">
        <a:lnSpc>
          <a:spcPct val="88000"/>
        </a:lnSpc>
        <a:spcBef>
          <a:spcPct val="0"/>
        </a:spcBef>
        <a:buNone/>
        <a:defRPr sz="3300" kern="1200" cap="none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4"/>
        </a:buClr>
        <a:buFont typeface="The Hand Extrablack" panose="03070A02030502020204" pitchFamily="66" charset="0"/>
        <a:buChar char="•"/>
        <a:defRPr sz="1500" kern="1200" spc="15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4"/>
        </a:buClr>
        <a:buFont typeface="The Hand Extrablack" panose="03070A02030502020204" pitchFamily="66" charset="0"/>
        <a:buChar char="•"/>
        <a:defRPr sz="1500" kern="1200" spc="15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4"/>
        </a:buClr>
        <a:buFont typeface="The Hand Extrablack" panose="03070A02030502020204" pitchFamily="66" charset="0"/>
        <a:buChar char="•"/>
        <a:defRPr sz="1500" kern="1200" spc="15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4"/>
        </a:buClr>
        <a:buFont typeface="The Hand Extrablack" panose="03070A02030502020204" pitchFamily="66" charset="0"/>
        <a:buChar char="•"/>
        <a:defRPr sz="1500" kern="1200" spc="15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4"/>
        </a:buClr>
        <a:buFont typeface="The Hand Extrablack" panose="03070A02030502020204" pitchFamily="66" charset="0"/>
        <a:buChar char="•"/>
        <a:defRPr sz="1500" kern="1200" spc="15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office.com/e/9xF4TLDXZZ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7244" y="4077072"/>
            <a:ext cx="7075512" cy="18288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6000" dirty="0"/>
              <a:t>Grammar and basics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0" y="6049963"/>
            <a:ext cx="6705600" cy="685800"/>
          </a:xfrm>
        </p:spPr>
        <p:txBody>
          <a:bodyPr>
            <a:normAutofit fontScale="77500" lnSpcReduction="20000"/>
          </a:bodyPr>
          <a:lstStyle/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4800" dirty="0"/>
              <a:t>Linking Words &amp; Relative Clauses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B981EE-3510-4BDA-8946-7C0E40FBC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1" y="1026683"/>
            <a:ext cx="8595121" cy="1107996"/>
          </a:xfrm>
        </p:spPr>
        <p:txBody>
          <a:bodyPr>
            <a:normAutofit fontScale="90000"/>
          </a:bodyPr>
          <a:lstStyle/>
          <a:p>
            <a:r>
              <a:rPr lang="en-US" dirty="0"/>
              <a:t>Getting started: what do you already know?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FANBOYS</a:t>
            </a:r>
            <a:endParaRPr lang="en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8EA04F9-A40A-4FAD-B9EC-492C5DBA2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3" y="2586751"/>
            <a:ext cx="4983472" cy="34139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Write one sentence each for the following linking words: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</a:rPr>
              <a:t>For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</a:rPr>
              <a:t>And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</a:rPr>
              <a:t>Nor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</a:rPr>
              <a:t>But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</a:rPr>
              <a:t>Or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</a:rPr>
              <a:t>Yet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</a:rPr>
              <a:t>So</a:t>
            </a:r>
          </a:p>
          <a:p>
            <a:pPr lvl="1"/>
            <a:endParaRPr lang="en-US" sz="2000" dirty="0">
              <a:solidFill>
                <a:srgbClr val="FFFFFF"/>
              </a:solidFill>
            </a:endParaRPr>
          </a:p>
          <a:p>
            <a:pPr marL="342900" lvl="1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Optional, but recommended: Make it a logical story.</a:t>
            </a:r>
          </a:p>
        </p:txBody>
      </p:sp>
      <p:pic>
        <p:nvPicPr>
          <p:cNvPr id="4" name="Picture 2" descr="A qr code on a grey background&#10;&#10;AI-generated content may be incorrect.">
            <a:extLst>
              <a:ext uri="{FF2B5EF4-FFF2-40B4-BE49-F238E27FC236}">
                <a16:creationId xmlns:a16="http://schemas.microsoft.com/office/drawing/2014/main" id="{D85EBE25-E78F-4A9B-06B4-CC345714C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49" t="20754" r="20654" b="10557"/>
          <a:stretch>
            <a:fillRect/>
          </a:stretch>
        </p:blipFill>
        <p:spPr>
          <a:xfrm>
            <a:off x="5641870" y="1478756"/>
            <a:ext cx="3441230" cy="3900488"/>
          </a:xfrm>
          <a:prstGeom prst="rect">
            <a:avLst/>
          </a:prstGeom>
          <a:noFill/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BA1CD365-209C-FC22-D4C1-13F6C48D3183}"/>
              </a:ext>
            </a:extLst>
          </p:cNvPr>
          <p:cNvSpPr txBox="1"/>
          <p:nvPr/>
        </p:nvSpPr>
        <p:spPr>
          <a:xfrm>
            <a:off x="5479030" y="1649931"/>
            <a:ext cx="39274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sz="1350" b="1" u="sng" dirty="0">
                <a:solidFill>
                  <a:prstClr val="white"/>
                </a:solidFill>
                <a:latin typeface="Aptos" panose="02110004020202020204"/>
              </a:rPr>
              <a:t>Fill in Attendance</a:t>
            </a:r>
            <a:r>
              <a:rPr lang="en-US" sz="1350" b="1" dirty="0">
                <a:solidFill>
                  <a:prstClr val="white"/>
                </a:solidFill>
                <a:latin typeface="Aptos" panose="02110004020202020204"/>
              </a:rPr>
              <a:t>: </a:t>
            </a:r>
            <a:br>
              <a:rPr lang="en-US" sz="1350" b="1" dirty="0">
                <a:solidFill>
                  <a:prstClr val="white"/>
                </a:solidFill>
                <a:latin typeface="Aptos" panose="02110004020202020204"/>
              </a:rPr>
            </a:br>
            <a:r>
              <a:rPr lang="en-US" sz="1350" b="1" dirty="0">
                <a:solidFill>
                  <a:prstClr val="white"/>
                </a:solidFill>
                <a:latin typeface="Aptos" panose="02110004020202020204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https://forms.office.com/e/9xF4TLDXZZ</a:t>
            </a:r>
            <a:r>
              <a:rPr lang="en-US" sz="1350" b="1" dirty="0">
                <a:solidFill>
                  <a:prstClr val="white"/>
                </a:solidFill>
                <a:latin typeface="Aptos" panose="02110004020202020204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4844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Linking</a:t>
            </a:r>
            <a:r>
              <a:rPr lang="nl-NL" dirty="0"/>
              <a:t> </a:t>
            </a:r>
            <a:r>
              <a:rPr lang="nl-NL" dirty="0" err="1"/>
              <a:t>Words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58191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Linking</a:t>
            </a:r>
            <a:r>
              <a:rPr lang="nl-NL" dirty="0"/>
              <a:t> </a:t>
            </a:r>
            <a:r>
              <a:rPr lang="nl-NL" dirty="0" err="1"/>
              <a:t>words</a:t>
            </a:r>
            <a:endParaRPr lang="nl-NL" dirty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2120" y="1412776"/>
            <a:ext cx="8153400" cy="4495800"/>
          </a:xfrm>
        </p:spPr>
        <p:txBody>
          <a:bodyPr/>
          <a:lstStyle/>
          <a:p>
            <a:r>
              <a:rPr lang="nl-NL" dirty="0" err="1"/>
              <a:t>Words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to combine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sentences</a:t>
            </a:r>
            <a:r>
              <a:rPr lang="nl-NL" dirty="0"/>
              <a:t>.</a:t>
            </a:r>
          </a:p>
          <a:p>
            <a:r>
              <a:rPr lang="nl-NL" dirty="0" err="1"/>
              <a:t>Many</a:t>
            </a:r>
            <a:r>
              <a:rPr lang="nl-NL" dirty="0"/>
              <a:t> </a:t>
            </a:r>
            <a:r>
              <a:rPr lang="nl-NL" dirty="0" err="1"/>
              <a:t>common</a:t>
            </a:r>
            <a:r>
              <a:rPr lang="nl-NL" dirty="0"/>
              <a:t> </a:t>
            </a:r>
            <a:r>
              <a:rPr lang="nl-NL" dirty="0" err="1"/>
              <a:t>examples</a:t>
            </a:r>
            <a:r>
              <a:rPr lang="nl-NL" dirty="0"/>
              <a:t>,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aren’t</a:t>
            </a:r>
            <a:r>
              <a:rPr lang="nl-NL" dirty="0"/>
              <a:t> a </a:t>
            </a:r>
            <a:r>
              <a:rPr lang="nl-NL" dirty="0" err="1"/>
              <a:t>real</a:t>
            </a:r>
            <a:r>
              <a:rPr lang="nl-NL" dirty="0"/>
              <a:t> </a:t>
            </a:r>
            <a:r>
              <a:rPr lang="nl-NL" dirty="0" err="1"/>
              <a:t>problem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Dutch speakers:</a:t>
            </a:r>
          </a:p>
          <a:p>
            <a:pPr lvl="1"/>
            <a:r>
              <a:rPr lang="nl-NL" dirty="0"/>
              <a:t>And, or, but, </a:t>
            </a:r>
            <a:r>
              <a:rPr lang="nl-NL" dirty="0" err="1"/>
              <a:t>so</a:t>
            </a:r>
            <a:r>
              <a:rPr lang="nl-NL" dirty="0"/>
              <a:t>, </a:t>
            </a:r>
            <a:r>
              <a:rPr lang="nl-NL" dirty="0" err="1"/>
              <a:t>because</a:t>
            </a:r>
            <a:r>
              <a:rPr lang="nl-NL" dirty="0"/>
              <a:t>, </a:t>
            </a:r>
            <a:r>
              <a:rPr lang="nl-NL" dirty="0" err="1"/>
              <a:t>for</a:t>
            </a:r>
            <a:r>
              <a:rPr lang="nl-NL" dirty="0"/>
              <a:t> etc.</a:t>
            </a:r>
          </a:p>
          <a:p>
            <a:pPr marL="366713" lvl="1" indent="0">
              <a:buNone/>
            </a:pPr>
            <a:endParaRPr lang="nl-NL" dirty="0"/>
          </a:p>
          <a:p>
            <a:r>
              <a:rPr lang="nl-NL" dirty="0" err="1"/>
              <a:t>Today</a:t>
            </a:r>
            <a:r>
              <a:rPr lang="nl-NL" dirty="0"/>
              <a:t> </a:t>
            </a:r>
            <a:r>
              <a:rPr lang="nl-NL" dirty="0" err="1"/>
              <a:t>we’ll</a:t>
            </a:r>
            <a:r>
              <a:rPr lang="nl-NL" dirty="0"/>
              <a:t> look at </a:t>
            </a:r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less</a:t>
            </a:r>
            <a:r>
              <a:rPr lang="nl-NL" dirty="0"/>
              <a:t> </a:t>
            </a:r>
            <a:r>
              <a:rPr lang="nl-NL" dirty="0" err="1"/>
              <a:t>common</a:t>
            </a:r>
            <a:r>
              <a:rPr lang="nl-NL" dirty="0"/>
              <a:t> </a:t>
            </a:r>
            <a:r>
              <a:rPr lang="nl-NL" dirty="0" err="1"/>
              <a:t>ones</a:t>
            </a:r>
            <a:r>
              <a:rPr lang="nl-NL" dirty="0"/>
              <a:t>, </a:t>
            </a:r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could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a </a:t>
            </a:r>
            <a:r>
              <a:rPr lang="nl-NL" dirty="0" err="1"/>
              <a:t>problem</a:t>
            </a:r>
            <a:endParaRPr lang="nl-NL" dirty="0"/>
          </a:p>
          <a:p>
            <a:pPr lvl="1"/>
            <a:r>
              <a:rPr lang="nl-NL" dirty="0" err="1"/>
              <a:t>Although</a:t>
            </a:r>
            <a:r>
              <a:rPr lang="nl-NL" dirty="0"/>
              <a:t>/</a:t>
            </a:r>
            <a:r>
              <a:rPr lang="nl-NL" dirty="0" err="1"/>
              <a:t>though</a:t>
            </a:r>
            <a:r>
              <a:rPr lang="nl-NL" dirty="0"/>
              <a:t>/even </a:t>
            </a:r>
            <a:r>
              <a:rPr lang="nl-NL" dirty="0" err="1"/>
              <a:t>though</a:t>
            </a:r>
            <a:endParaRPr lang="nl-NL" dirty="0"/>
          </a:p>
          <a:p>
            <a:pPr lvl="1"/>
            <a:r>
              <a:rPr lang="nl-NL" dirty="0" err="1"/>
              <a:t>Despite</a:t>
            </a:r>
            <a:r>
              <a:rPr lang="nl-NL" dirty="0"/>
              <a:t>/in </a:t>
            </a:r>
            <a:r>
              <a:rPr lang="nl-NL" dirty="0" err="1"/>
              <a:t>spite</a:t>
            </a:r>
            <a:r>
              <a:rPr lang="nl-NL" dirty="0"/>
              <a:t> of</a:t>
            </a:r>
          </a:p>
          <a:p>
            <a:pPr lvl="1"/>
            <a:r>
              <a:rPr lang="nl-NL" dirty="0"/>
              <a:t>As, </a:t>
            </a:r>
            <a:r>
              <a:rPr lang="nl-NL" dirty="0" err="1"/>
              <a:t>like</a:t>
            </a:r>
            <a:endParaRPr lang="nl-NL" dirty="0"/>
          </a:p>
          <a:p>
            <a:pPr lvl="1"/>
            <a:r>
              <a:rPr lang="nl-NL" dirty="0" err="1"/>
              <a:t>Who</a:t>
            </a:r>
            <a:r>
              <a:rPr lang="nl-NL" dirty="0"/>
              <a:t>, </a:t>
            </a:r>
            <a:r>
              <a:rPr lang="nl-NL" dirty="0" err="1"/>
              <a:t>which</a:t>
            </a:r>
            <a:r>
              <a:rPr lang="nl-NL" dirty="0"/>
              <a:t>, </a:t>
            </a:r>
            <a:r>
              <a:rPr lang="nl-NL" dirty="0" err="1"/>
              <a:t>that</a:t>
            </a:r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Although</a:t>
            </a:r>
            <a:r>
              <a:rPr lang="nl-NL" dirty="0"/>
              <a:t> / </a:t>
            </a:r>
            <a:r>
              <a:rPr lang="nl-NL" dirty="0" err="1"/>
              <a:t>though</a:t>
            </a:r>
            <a:r>
              <a:rPr lang="nl-NL" dirty="0"/>
              <a:t> / even </a:t>
            </a:r>
            <a:r>
              <a:rPr lang="nl-NL" dirty="0" err="1"/>
              <a:t>though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/>
              <a:t>These </a:t>
            </a:r>
            <a:r>
              <a:rPr lang="nl-NL" dirty="0" err="1"/>
              <a:t>words</a:t>
            </a:r>
            <a:r>
              <a:rPr lang="nl-NL" dirty="0"/>
              <a:t> are </a:t>
            </a:r>
            <a:r>
              <a:rPr lang="nl-NL" dirty="0" err="1"/>
              <a:t>used</a:t>
            </a:r>
            <a:r>
              <a:rPr lang="nl-NL" dirty="0"/>
              <a:t> to </a:t>
            </a:r>
            <a:r>
              <a:rPr lang="nl-NL" dirty="0" err="1"/>
              <a:t>indicate</a:t>
            </a:r>
            <a:r>
              <a:rPr lang="nl-NL" dirty="0"/>
              <a:t> a </a:t>
            </a:r>
            <a:r>
              <a:rPr lang="nl-NL" u="sng" dirty="0" err="1"/>
              <a:t>contradiction</a:t>
            </a:r>
            <a:endParaRPr lang="nl-NL" u="sng" dirty="0"/>
          </a:p>
          <a:p>
            <a:pPr lvl="1"/>
            <a:r>
              <a:rPr lang="nl-NL" b="1" dirty="0" err="1"/>
              <a:t>Although</a:t>
            </a:r>
            <a:r>
              <a:rPr lang="nl-NL" b="1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rained</a:t>
            </a:r>
            <a:r>
              <a:rPr lang="nl-NL" dirty="0"/>
              <a:t> a lot, we </a:t>
            </a:r>
            <a:r>
              <a:rPr lang="nl-NL" dirty="0" err="1"/>
              <a:t>enjoyed</a:t>
            </a:r>
            <a:r>
              <a:rPr lang="nl-NL" dirty="0"/>
              <a:t> </a:t>
            </a:r>
            <a:r>
              <a:rPr lang="nl-NL" dirty="0" err="1"/>
              <a:t>our</a:t>
            </a:r>
            <a:r>
              <a:rPr lang="nl-NL" dirty="0"/>
              <a:t> </a:t>
            </a:r>
            <a:r>
              <a:rPr lang="nl-NL" dirty="0" err="1"/>
              <a:t>holiday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I </a:t>
            </a:r>
            <a:r>
              <a:rPr lang="nl-NL" dirty="0" err="1"/>
              <a:t>didn’t</a:t>
            </a:r>
            <a:r>
              <a:rPr lang="nl-NL" dirty="0"/>
              <a:t> </a:t>
            </a:r>
            <a:r>
              <a:rPr lang="nl-NL" dirty="0" err="1"/>
              <a:t>get</a:t>
            </a:r>
            <a:r>
              <a:rPr lang="nl-NL" dirty="0"/>
              <a:t> the </a:t>
            </a:r>
            <a:r>
              <a:rPr lang="nl-NL" dirty="0" err="1"/>
              <a:t>the</a:t>
            </a:r>
            <a:r>
              <a:rPr lang="nl-NL" dirty="0"/>
              <a:t> job</a:t>
            </a:r>
            <a:r>
              <a:rPr lang="nl-NL" b="1" dirty="0"/>
              <a:t>, </a:t>
            </a:r>
            <a:r>
              <a:rPr lang="nl-NL" b="1" dirty="0" err="1"/>
              <a:t>although</a:t>
            </a:r>
            <a:r>
              <a:rPr lang="nl-NL" b="1" dirty="0"/>
              <a:t> </a:t>
            </a:r>
            <a:r>
              <a:rPr lang="nl-NL" dirty="0"/>
              <a:t>I was </a:t>
            </a:r>
            <a:r>
              <a:rPr lang="nl-NL" dirty="0" err="1"/>
              <a:t>qualified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 err="1"/>
              <a:t>Instead</a:t>
            </a:r>
            <a:r>
              <a:rPr lang="nl-NL" dirty="0"/>
              <a:t> of </a:t>
            </a:r>
            <a:r>
              <a:rPr lang="nl-NL" b="1" dirty="0" err="1"/>
              <a:t>although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b="1" dirty="0" err="1"/>
              <a:t>though</a:t>
            </a:r>
            <a:r>
              <a:rPr lang="nl-NL" b="1" dirty="0"/>
              <a:t>.</a:t>
            </a:r>
          </a:p>
          <a:p>
            <a:endParaRPr lang="nl-NL" b="1" dirty="0"/>
          </a:p>
          <a:p>
            <a:r>
              <a:rPr lang="nl-NL" b="1" dirty="0"/>
              <a:t>Even </a:t>
            </a:r>
            <a:r>
              <a:rPr lang="nl-NL" b="1" dirty="0" err="1"/>
              <a:t>though</a:t>
            </a:r>
            <a:r>
              <a:rPr lang="nl-NL" dirty="0"/>
              <a:t> is a </a:t>
            </a:r>
            <a:r>
              <a:rPr lang="nl-NL" dirty="0" err="1"/>
              <a:t>stronger</a:t>
            </a:r>
            <a:r>
              <a:rPr lang="nl-NL" dirty="0"/>
              <a:t> </a:t>
            </a:r>
            <a:r>
              <a:rPr lang="nl-NL" dirty="0" err="1"/>
              <a:t>version</a:t>
            </a:r>
            <a:r>
              <a:rPr lang="nl-NL" dirty="0"/>
              <a:t>, but </a:t>
            </a:r>
            <a:r>
              <a:rPr lang="nl-NL" dirty="0" err="1"/>
              <a:t>works</a:t>
            </a:r>
            <a:r>
              <a:rPr lang="nl-NL" dirty="0"/>
              <a:t> the </a:t>
            </a:r>
            <a:r>
              <a:rPr lang="nl-NL" dirty="0" err="1"/>
              <a:t>same</a:t>
            </a:r>
            <a:endParaRPr lang="nl-NL" dirty="0"/>
          </a:p>
          <a:p>
            <a:pPr lvl="1"/>
            <a:r>
              <a:rPr lang="nl-NL" b="1" dirty="0"/>
              <a:t>Even </a:t>
            </a:r>
            <a:r>
              <a:rPr lang="nl-NL" b="1" dirty="0" err="1"/>
              <a:t>though</a:t>
            </a:r>
            <a:r>
              <a:rPr lang="nl-NL" b="1" dirty="0"/>
              <a:t> </a:t>
            </a:r>
            <a:r>
              <a:rPr lang="nl-NL" dirty="0"/>
              <a:t>I was </a:t>
            </a:r>
            <a:r>
              <a:rPr lang="nl-NL" dirty="0" err="1"/>
              <a:t>really</a:t>
            </a:r>
            <a:r>
              <a:rPr lang="nl-NL" dirty="0"/>
              <a:t> </a:t>
            </a:r>
            <a:r>
              <a:rPr lang="nl-NL" dirty="0" err="1"/>
              <a:t>tired</a:t>
            </a:r>
            <a:r>
              <a:rPr lang="nl-NL" dirty="0"/>
              <a:t>, I </a:t>
            </a:r>
            <a:r>
              <a:rPr lang="nl-NL" dirty="0" err="1"/>
              <a:t>couldn’t</a:t>
            </a:r>
            <a:r>
              <a:rPr lang="nl-NL" dirty="0"/>
              <a:t> sleep.</a:t>
            </a:r>
            <a:endParaRPr lang="nl-NL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Despite</a:t>
            </a:r>
            <a:r>
              <a:rPr lang="nl-NL" dirty="0"/>
              <a:t> / in </a:t>
            </a:r>
            <a:r>
              <a:rPr lang="nl-NL" dirty="0" err="1"/>
              <a:t>spite</a:t>
            </a:r>
            <a:r>
              <a:rPr lang="nl-NL" dirty="0"/>
              <a:t> of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These </a:t>
            </a:r>
            <a:r>
              <a:rPr lang="nl-NL" dirty="0" err="1"/>
              <a:t>expressions</a:t>
            </a:r>
            <a:r>
              <a:rPr lang="nl-NL" dirty="0"/>
              <a:t> 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indicate</a:t>
            </a:r>
            <a:r>
              <a:rPr lang="nl-NL" dirty="0"/>
              <a:t> a </a:t>
            </a:r>
            <a:r>
              <a:rPr lang="nl-NL" u="sng" dirty="0" err="1"/>
              <a:t>contradiction</a:t>
            </a:r>
            <a:endParaRPr lang="nl-NL" u="sng" dirty="0"/>
          </a:p>
          <a:p>
            <a:pPr lvl="1"/>
            <a:r>
              <a:rPr lang="nl-NL" b="1" dirty="0" err="1"/>
              <a:t>Despite</a:t>
            </a:r>
            <a:r>
              <a:rPr lang="nl-NL" b="1" dirty="0"/>
              <a:t> </a:t>
            </a:r>
            <a:r>
              <a:rPr lang="nl-NL" dirty="0"/>
              <a:t>the </a:t>
            </a:r>
            <a:r>
              <a:rPr lang="nl-NL" dirty="0" err="1"/>
              <a:t>rain</a:t>
            </a:r>
            <a:r>
              <a:rPr lang="nl-NL" dirty="0"/>
              <a:t>, we </a:t>
            </a:r>
            <a:r>
              <a:rPr lang="nl-NL" dirty="0" err="1"/>
              <a:t>enjoyed</a:t>
            </a:r>
            <a:r>
              <a:rPr lang="nl-NL" dirty="0"/>
              <a:t> </a:t>
            </a:r>
            <a:r>
              <a:rPr lang="nl-NL" dirty="0" err="1"/>
              <a:t>our</a:t>
            </a:r>
            <a:r>
              <a:rPr lang="nl-NL" dirty="0"/>
              <a:t> </a:t>
            </a:r>
            <a:r>
              <a:rPr lang="nl-NL" dirty="0" err="1"/>
              <a:t>holiday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I </a:t>
            </a:r>
            <a:r>
              <a:rPr lang="nl-NL" dirty="0" err="1"/>
              <a:t>didn’t</a:t>
            </a:r>
            <a:r>
              <a:rPr lang="nl-NL" dirty="0"/>
              <a:t> get the job, </a:t>
            </a:r>
            <a:r>
              <a:rPr lang="nl-NL" b="1" dirty="0"/>
              <a:t>in </a:t>
            </a:r>
            <a:r>
              <a:rPr lang="nl-NL" b="1" dirty="0" err="1"/>
              <a:t>spite</a:t>
            </a:r>
            <a:r>
              <a:rPr lang="nl-NL" b="1" dirty="0"/>
              <a:t> of</a:t>
            </a:r>
            <a:r>
              <a:rPr lang="nl-NL" dirty="0"/>
              <a:t> </a:t>
            </a:r>
            <a:r>
              <a:rPr lang="nl-NL" dirty="0" err="1"/>
              <a:t>my</a:t>
            </a:r>
            <a:r>
              <a:rPr lang="nl-NL" dirty="0"/>
              <a:t> </a:t>
            </a:r>
            <a:r>
              <a:rPr lang="nl-NL" dirty="0" err="1"/>
              <a:t>qualifications</a:t>
            </a:r>
            <a:r>
              <a:rPr lang="nl-NL" dirty="0"/>
              <a:t>.</a:t>
            </a:r>
          </a:p>
          <a:p>
            <a:pPr marL="366713" lvl="1" indent="0">
              <a:buNone/>
            </a:pPr>
            <a:endParaRPr lang="nl-NL" dirty="0"/>
          </a:p>
          <a:p>
            <a:r>
              <a:rPr lang="nl-NL" b="1" dirty="0" err="1"/>
              <a:t>Despite</a:t>
            </a:r>
            <a:r>
              <a:rPr lang="nl-NL" dirty="0"/>
              <a:t> and </a:t>
            </a:r>
            <a:r>
              <a:rPr lang="nl-NL" b="1" dirty="0"/>
              <a:t>in </a:t>
            </a:r>
            <a:r>
              <a:rPr lang="nl-NL" b="1" dirty="0" err="1"/>
              <a:t>spite</a:t>
            </a:r>
            <a:r>
              <a:rPr lang="nl-NL" b="1" dirty="0"/>
              <a:t> of</a:t>
            </a:r>
            <a:r>
              <a:rPr lang="nl-NL" dirty="0"/>
              <a:t> are </a:t>
            </a:r>
            <a:r>
              <a:rPr lang="nl-NL" dirty="0" err="1"/>
              <a:t>used</a:t>
            </a:r>
            <a:r>
              <a:rPr lang="nl-NL" dirty="0"/>
              <a:t> the </a:t>
            </a:r>
            <a:r>
              <a:rPr lang="nl-NL" dirty="0" err="1"/>
              <a:t>same</a:t>
            </a:r>
            <a:r>
              <a:rPr lang="nl-NL" dirty="0"/>
              <a:t>. </a:t>
            </a:r>
            <a:r>
              <a:rPr lang="nl-NL" dirty="0" err="1"/>
              <a:t>There</a:t>
            </a:r>
            <a:r>
              <a:rPr lang="nl-NL" dirty="0"/>
              <a:t> is no </a:t>
            </a:r>
            <a:r>
              <a:rPr lang="nl-NL" dirty="0" err="1"/>
              <a:t>meaningful</a:t>
            </a:r>
            <a:r>
              <a:rPr lang="nl-NL" dirty="0"/>
              <a:t> </a:t>
            </a:r>
            <a:r>
              <a:rPr lang="nl-NL" dirty="0" err="1"/>
              <a:t>difference</a:t>
            </a:r>
            <a:r>
              <a:rPr lang="nl-NL" dirty="0"/>
              <a:t> in </a:t>
            </a:r>
            <a:r>
              <a:rPr lang="nl-NL" dirty="0" err="1"/>
              <a:t>meaning</a:t>
            </a:r>
            <a:endParaRPr lang="nl-NL" dirty="0"/>
          </a:p>
          <a:p>
            <a:pPr lvl="1"/>
            <a:r>
              <a:rPr lang="nl-NL" b="1" dirty="0" err="1"/>
              <a:t>Despite</a:t>
            </a:r>
            <a:r>
              <a:rPr lang="nl-NL" b="1" dirty="0"/>
              <a:t> </a:t>
            </a:r>
            <a:r>
              <a:rPr lang="nl-NL" dirty="0" err="1"/>
              <a:t>being</a:t>
            </a:r>
            <a:r>
              <a:rPr lang="nl-NL" dirty="0"/>
              <a:t> </a:t>
            </a:r>
            <a:r>
              <a:rPr lang="nl-NL" dirty="0" err="1"/>
              <a:t>very</a:t>
            </a:r>
            <a:r>
              <a:rPr lang="nl-NL" dirty="0"/>
              <a:t> </a:t>
            </a:r>
            <a:r>
              <a:rPr lang="nl-NL" dirty="0" err="1"/>
              <a:t>tired</a:t>
            </a:r>
            <a:r>
              <a:rPr lang="nl-NL" dirty="0"/>
              <a:t>, I </a:t>
            </a:r>
            <a:r>
              <a:rPr lang="nl-NL" dirty="0" err="1"/>
              <a:t>couldn’t</a:t>
            </a:r>
            <a:r>
              <a:rPr lang="nl-NL" dirty="0"/>
              <a:t> sleep.</a:t>
            </a:r>
          </a:p>
          <a:p>
            <a:pPr lvl="1"/>
            <a:r>
              <a:rPr lang="nl-NL" b="1" dirty="0"/>
              <a:t>In </a:t>
            </a:r>
            <a:r>
              <a:rPr lang="nl-NL" b="1" dirty="0" err="1"/>
              <a:t>spite</a:t>
            </a:r>
            <a:r>
              <a:rPr lang="nl-NL" b="1" dirty="0"/>
              <a:t> of</a:t>
            </a:r>
            <a:r>
              <a:rPr lang="nl-NL" dirty="0"/>
              <a:t> </a:t>
            </a:r>
            <a:r>
              <a:rPr lang="nl-NL" dirty="0" err="1"/>
              <a:t>being</a:t>
            </a:r>
            <a:r>
              <a:rPr lang="nl-NL" dirty="0"/>
              <a:t> </a:t>
            </a:r>
            <a:r>
              <a:rPr lang="nl-NL" dirty="0" err="1"/>
              <a:t>very</a:t>
            </a:r>
            <a:r>
              <a:rPr lang="nl-NL" dirty="0"/>
              <a:t> </a:t>
            </a:r>
            <a:r>
              <a:rPr lang="nl-NL" dirty="0" err="1"/>
              <a:t>tired</a:t>
            </a:r>
            <a:r>
              <a:rPr lang="nl-NL" dirty="0"/>
              <a:t>, I </a:t>
            </a:r>
            <a:r>
              <a:rPr lang="nl-NL" dirty="0" err="1"/>
              <a:t>couldn’t</a:t>
            </a:r>
            <a:r>
              <a:rPr lang="nl-NL" dirty="0"/>
              <a:t> sleep.</a:t>
            </a:r>
            <a:endParaRPr lang="nl-NL" b="1" dirty="0"/>
          </a:p>
          <a:p>
            <a:pPr lvl="1"/>
            <a:endParaRPr lang="nl-NL" b="1" dirty="0"/>
          </a:p>
          <a:p>
            <a:pPr lvl="1"/>
            <a:endParaRPr lang="nl-NL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The </a:t>
            </a:r>
            <a:r>
              <a:rPr lang="nl-NL" dirty="0" err="1"/>
              <a:t>difference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although</a:t>
            </a:r>
            <a:r>
              <a:rPr lang="nl-NL" dirty="0"/>
              <a:t> and </a:t>
            </a:r>
            <a:r>
              <a:rPr lang="nl-NL" dirty="0" err="1"/>
              <a:t>despite</a:t>
            </a:r>
            <a:endParaRPr lang="nl-NL" dirty="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628800"/>
            <a:ext cx="8766048" cy="4495800"/>
          </a:xfrm>
        </p:spPr>
        <p:txBody>
          <a:bodyPr/>
          <a:lstStyle/>
          <a:p>
            <a:r>
              <a:rPr lang="nl-NL" dirty="0" err="1"/>
              <a:t>They</a:t>
            </a:r>
            <a:r>
              <a:rPr lang="nl-NL" dirty="0"/>
              <a:t> have the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meaning</a:t>
            </a:r>
            <a:r>
              <a:rPr lang="nl-NL" dirty="0"/>
              <a:t>, </a:t>
            </a:r>
            <a:r>
              <a:rPr lang="nl-NL" dirty="0" err="1"/>
              <a:t>but</a:t>
            </a:r>
            <a:r>
              <a:rPr lang="nl-NL" dirty="0"/>
              <a:t> </a:t>
            </a:r>
            <a:r>
              <a:rPr lang="nl-NL" dirty="0">
                <a:solidFill>
                  <a:srgbClr val="7030A0"/>
                </a:solidFill>
              </a:rPr>
              <a:t>are different </a:t>
            </a:r>
            <a:r>
              <a:rPr lang="nl-NL" dirty="0" err="1">
                <a:solidFill>
                  <a:srgbClr val="7030A0"/>
                </a:solidFill>
              </a:rPr>
              <a:t>grammatically</a:t>
            </a:r>
            <a:endParaRPr lang="nl-NL" dirty="0">
              <a:solidFill>
                <a:srgbClr val="7030A0"/>
              </a:solidFill>
            </a:endParaRPr>
          </a:p>
          <a:p>
            <a:r>
              <a:rPr lang="nl-NL" i="1" dirty="0" err="1">
                <a:solidFill>
                  <a:srgbClr val="C00000"/>
                </a:solidFill>
              </a:rPr>
              <a:t>Although</a:t>
            </a:r>
            <a:r>
              <a:rPr lang="nl-NL" dirty="0"/>
              <a:t> is </a:t>
            </a:r>
            <a:r>
              <a:rPr lang="nl-NL" dirty="0" err="1"/>
              <a:t>followed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u="sng" dirty="0"/>
              <a:t>a short </a:t>
            </a:r>
            <a:r>
              <a:rPr lang="nl-NL" u="sng" dirty="0" err="1"/>
              <a:t>sentence</a:t>
            </a:r>
            <a:r>
              <a:rPr lang="nl-NL" u="sng" dirty="0"/>
              <a:t> </a:t>
            </a:r>
            <a:r>
              <a:rPr lang="nl-NL" u="sng" dirty="0" err="1"/>
              <a:t>with</a:t>
            </a:r>
            <a:r>
              <a:rPr lang="nl-NL" u="sng" dirty="0"/>
              <a:t> a </a:t>
            </a:r>
            <a:r>
              <a:rPr lang="nl-NL" u="sng" dirty="0" err="1"/>
              <a:t>verb</a:t>
            </a:r>
            <a:r>
              <a:rPr lang="nl-NL" dirty="0"/>
              <a:t> in </a:t>
            </a:r>
            <a:r>
              <a:rPr lang="nl-NL" dirty="0" err="1"/>
              <a:t>it</a:t>
            </a:r>
            <a:endParaRPr lang="nl-NL" dirty="0"/>
          </a:p>
          <a:p>
            <a:pPr lvl="1"/>
            <a:r>
              <a:rPr lang="nl-NL" dirty="0" err="1"/>
              <a:t>Although</a:t>
            </a:r>
            <a:r>
              <a:rPr lang="nl-NL" dirty="0"/>
              <a:t> </a:t>
            </a:r>
            <a:r>
              <a:rPr lang="nl-NL" b="1" dirty="0" err="1"/>
              <a:t>it</a:t>
            </a:r>
            <a:r>
              <a:rPr lang="nl-NL" b="1" dirty="0"/>
              <a:t> </a:t>
            </a:r>
            <a:r>
              <a:rPr lang="nl-NL" b="1" dirty="0" err="1"/>
              <a:t>rained</a:t>
            </a:r>
            <a:r>
              <a:rPr lang="nl-NL" dirty="0"/>
              <a:t> a lot, we </a:t>
            </a:r>
            <a:r>
              <a:rPr lang="nl-NL" dirty="0" err="1"/>
              <a:t>enjoyed</a:t>
            </a:r>
            <a:r>
              <a:rPr lang="nl-NL" dirty="0"/>
              <a:t> </a:t>
            </a:r>
            <a:r>
              <a:rPr lang="nl-NL" dirty="0" err="1"/>
              <a:t>our</a:t>
            </a:r>
            <a:r>
              <a:rPr lang="nl-NL" dirty="0"/>
              <a:t> </a:t>
            </a:r>
            <a:r>
              <a:rPr lang="nl-NL" dirty="0" err="1"/>
              <a:t>holiday</a:t>
            </a:r>
            <a:r>
              <a:rPr lang="nl-NL" dirty="0"/>
              <a:t>.</a:t>
            </a:r>
          </a:p>
          <a:p>
            <a:r>
              <a:rPr lang="nl-NL" i="1" dirty="0" err="1">
                <a:solidFill>
                  <a:srgbClr val="C00000"/>
                </a:solidFill>
              </a:rPr>
              <a:t>Despite</a:t>
            </a:r>
            <a:r>
              <a:rPr lang="nl-NL" dirty="0"/>
              <a:t> is </a:t>
            </a:r>
            <a:r>
              <a:rPr lang="nl-NL" dirty="0" err="1"/>
              <a:t>followed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u="sng" dirty="0"/>
              <a:t>a </a:t>
            </a:r>
            <a:r>
              <a:rPr lang="nl-NL" u="sng" dirty="0" err="1"/>
              <a:t>phrase</a:t>
            </a:r>
            <a:r>
              <a:rPr lang="nl-NL" u="sng" dirty="0"/>
              <a:t> without a </a:t>
            </a:r>
            <a:r>
              <a:rPr lang="nl-NL" u="sng" dirty="0" err="1"/>
              <a:t>verb</a:t>
            </a:r>
            <a:endParaRPr lang="nl-NL" u="sng" dirty="0"/>
          </a:p>
          <a:p>
            <a:pPr lvl="1"/>
            <a:r>
              <a:rPr lang="nl-NL" dirty="0" err="1"/>
              <a:t>Despite</a:t>
            </a:r>
            <a:r>
              <a:rPr lang="nl-NL" dirty="0"/>
              <a:t> </a:t>
            </a:r>
            <a:r>
              <a:rPr lang="nl-NL" b="1" dirty="0"/>
              <a:t>the </a:t>
            </a:r>
            <a:r>
              <a:rPr lang="nl-NL" b="1" dirty="0" err="1"/>
              <a:t>rain</a:t>
            </a:r>
            <a:r>
              <a:rPr lang="nl-NL" dirty="0"/>
              <a:t>, we </a:t>
            </a:r>
            <a:r>
              <a:rPr lang="nl-NL" dirty="0" err="1"/>
              <a:t>enjoyed</a:t>
            </a:r>
            <a:r>
              <a:rPr lang="nl-NL" dirty="0"/>
              <a:t> </a:t>
            </a:r>
            <a:r>
              <a:rPr lang="nl-NL" dirty="0" err="1"/>
              <a:t>our</a:t>
            </a:r>
            <a:r>
              <a:rPr lang="nl-NL" dirty="0"/>
              <a:t> </a:t>
            </a:r>
            <a:r>
              <a:rPr lang="nl-NL" dirty="0" err="1"/>
              <a:t>holiday</a:t>
            </a:r>
            <a:r>
              <a:rPr lang="nl-NL" dirty="0"/>
              <a:t>.</a:t>
            </a:r>
          </a:p>
          <a:p>
            <a:r>
              <a:rPr lang="nl-NL" dirty="0" err="1"/>
              <a:t>There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–</a:t>
            </a:r>
            <a:r>
              <a:rPr lang="nl-NL" dirty="0" err="1"/>
              <a:t>ing</a:t>
            </a:r>
            <a:r>
              <a:rPr lang="nl-NL" dirty="0"/>
              <a:t> </a:t>
            </a:r>
            <a:r>
              <a:rPr lang="nl-NL" dirty="0" err="1"/>
              <a:t>form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looks</a:t>
            </a:r>
            <a:r>
              <a:rPr lang="nl-NL" dirty="0"/>
              <a:t> </a:t>
            </a:r>
            <a:r>
              <a:rPr lang="nl-NL" dirty="0" err="1"/>
              <a:t>like</a:t>
            </a:r>
            <a:r>
              <a:rPr lang="nl-NL" dirty="0"/>
              <a:t> a </a:t>
            </a:r>
            <a:r>
              <a:rPr lang="nl-NL" dirty="0" err="1"/>
              <a:t>verb</a:t>
            </a:r>
            <a:r>
              <a:rPr lang="nl-NL" dirty="0"/>
              <a:t>, </a:t>
            </a:r>
            <a:r>
              <a:rPr lang="nl-NL" dirty="0" err="1"/>
              <a:t>but</a:t>
            </a:r>
            <a:r>
              <a:rPr lang="nl-NL" dirty="0"/>
              <a:t> </a:t>
            </a:r>
            <a:r>
              <a:rPr lang="nl-NL" dirty="0" err="1"/>
              <a:t>isn’t</a:t>
            </a:r>
            <a:endParaRPr lang="nl-NL" dirty="0"/>
          </a:p>
          <a:p>
            <a:pPr lvl="1"/>
            <a:r>
              <a:rPr lang="nl-NL" dirty="0" err="1"/>
              <a:t>Despite</a:t>
            </a:r>
            <a:r>
              <a:rPr lang="nl-NL" dirty="0"/>
              <a:t> </a:t>
            </a:r>
            <a:r>
              <a:rPr lang="nl-NL" b="1" dirty="0" err="1"/>
              <a:t>being</a:t>
            </a:r>
            <a:r>
              <a:rPr lang="nl-NL" b="1" dirty="0"/>
              <a:t> </a:t>
            </a:r>
            <a:r>
              <a:rPr lang="nl-NL" dirty="0" err="1"/>
              <a:t>very</a:t>
            </a:r>
            <a:r>
              <a:rPr lang="nl-NL" dirty="0"/>
              <a:t> </a:t>
            </a:r>
            <a:r>
              <a:rPr lang="nl-NL" dirty="0" err="1"/>
              <a:t>tired</a:t>
            </a:r>
            <a:r>
              <a:rPr lang="nl-NL" dirty="0"/>
              <a:t>, I </a:t>
            </a:r>
            <a:r>
              <a:rPr lang="nl-NL" dirty="0" err="1"/>
              <a:t>couldn’t</a:t>
            </a:r>
            <a:r>
              <a:rPr lang="nl-NL" dirty="0"/>
              <a:t> sleep.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Compare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nl-NL" dirty="0" err="1"/>
              <a:t>Although</a:t>
            </a:r>
            <a:r>
              <a:rPr lang="nl-NL" dirty="0"/>
              <a:t> </a:t>
            </a:r>
            <a:r>
              <a:rPr lang="nl-NL" b="1" dirty="0" err="1"/>
              <a:t>he</a:t>
            </a:r>
            <a:r>
              <a:rPr lang="nl-NL" b="1" dirty="0"/>
              <a:t> </a:t>
            </a:r>
            <a:r>
              <a:rPr lang="nl-NL" b="1" dirty="0" err="1"/>
              <a:t>liked</a:t>
            </a:r>
            <a:r>
              <a:rPr lang="nl-NL" b="1" dirty="0"/>
              <a:t> </a:t>
            </a:r>
            <a:r>
              <a:rPr lang="nl-NL" dirty="0"/>
              <a:t>pizza, </a:t>
            </a:r>
            <a:r>
              <a:rPr lang="nl-NL" dirty="0" err="1"/>
              <a:t>he</a:t>
            </a:r>
            <a:r>
              <a:rPr lang="nl-NL" dirty="0"/>
              <a:t> </a:t>
            </a:r>
            <a:r>
              <a:rPr lang="nl-NL" dirty="0" err="1"/>
              <a:t>never</a:t>
            </a:r>
            <a:r>
              <a:rPr lang="nl-NL" dirty="0"/>
              <a:t> </a:t>
            </a:r>
            <a:r>
              <a:rPr lang="nl-NL" dirty="0" err="1"/>
              <a:t>ate</a:t>
            </a:r>
            <a:r>
              <a:rPr lang="nl-NL" dirty="0"/>
              <a:t> it.</a:t>
            </a:r>
          </a:p>
          <a:p>
            <a:pPr lvl="1"/>
            <a:r>
              <a:rPr lang="nl-NL" dirty="0" err="1"/>
              <a:t>Despite</a:t>
            </a:r>
            <a:r>
              <a:rPr lang="nl-NL" dirty="0"/>
              <a:t> </a:t>
            </a:r>
            <a:r>
              <a:rPr lang="nl-NL" b="1" dirty="0" err="1"/>
              <a:t>liking</a:t>
            </a:r>
            <a:r>
              <a:rPr lang="nl-NL" dirty="0"/>
              <a:t> pizza, he never </a:t>
            </a:r>
            <a:r>
              <a:rPr lang="nl-NL" dirty="0" err="1"/>
              <a:t>ate</a:t>
            </a:r>
            <a:r>
              <a:rPr lang="nl-NL" dirty="0"/>
              <a:t> it.</a:t>
            </a:r>
          </a:p>
          <a:p>
            <a:pPr lvl="1"/>
            <a:r>
              <a:rPr lang="nl-NL" strike="sngStrike" dirty="0" err="1"/>
              <a:t>Although</a:t>
            </a:r>
            <a:r>
              <a:rPr lang="nl-NL" strike="sngStrike" dirty="0"/>
              <a:t> </a:t>
            </a:r>
            <a:r>
              <a:rPr lang="nl-NL" strike="sngStrike" dirty="0" err="1"/>
              <a:t>liking</a:t>
            </a:r>
            <a:r>
              <a:rPr lang="nl-NL" strike="sngStrike" dirty="0"/>
              <a:t> pizza, he never </a:t>
            </a:r>
            <a:r>
              <a:rPr lang="nl-NL" strike="sngStrike" dirty="0" err="1"/>
              <a:t>ate</a:t>
            </a:r>
            <a:r>
              <a:rPr lang="nl-NL" strike="sngStrike" dirty="0"/>
              <a:t> it.</a:t>
            </a:r>
          </a:p>
          <a:p>
            <a:pPr lvl="1"/>
            <a:r>
              <a:rPr lang="nl-NL" strike="sngStrike" dirty="0" err="1"/>
              <a:t>Despite</a:t>
            </a:r>
            <a:r>
              <a:rPr lang="nl-NL" strike="sngStrike" dirty="0"/>
              <a:t> he </a:t>
            </a:r>
            <a:r>
              <a:rPr lang="nl-NL" strike="sngStrike" dirty="0" err="1"/>
              <a:t>liked</a:t>
            </a:r>
            <a:r>
              <a:rPr lang="nl-NL" strike="sngStrike" dirty="0"/>
              <a:t> pizza, he never </a:t>
            </a:r>
            <a:r>
              <a:rPr lang="nl-NL" strike="sngStrike" dirty="0" err="1"/>
              <a:t>ate</a:t>
            </a:r>
            <a:r>
              <a:rPr lang="nl-NL" strike="sngStrike" dirty="0"/>
              <a:t> it.</a:t>
            </a:r>
          </a:p>
          <a:p>
            <a:pPr marL="366713" lvl="1" indent="0">
              <a:buNone/>
            </a:pPr>
            <a:endParaRPr lang="nl-NL" strike="sngStrike" dirty="0"/>
          </a:p>
          <a:p>
            <a:pPr lvl="1"/>
            <a:r>
              <a:rPr lang="nl-NL" dirty="0"/>
              <a:t>Even </a:t>
            </a:r>
            <a:r>
              <a:rPr lang="nl-NL" dirty="0" err="1"/>
              <a:t>though</a:t>
            </a:r>
            <a:r>
              <a:rPr lang="nl-NL" dirty="0"/>
              <a:t> </a:t>
            </a:r>
            <a:r>
              <a:rPr lang="nl-NL" b="1" dirty="0" err="1"/>
              <a:t>it</a:t>
            </a:r>
            <a:r>
              <a:rPr lang="nl-NL" b="1" dirty="0"/>
              <a:t> was hot</a:t>
            </a:r>
            <a:r>
              <a:rPr lang="nl-NL" dirty="0"/>
              <a:t>, </a:t>
            </a:r>
            <a:r>
              <a:rPr lang="nl-NL" dirty="0" err="1"/>
              <a:t>she</a:t>
            </a:r>
            <a:r>
              <a:rPr lang="nl-NL" dirty="0"/>
              <a:t> </a:t>
            </a:r>
            <a:r>
              <a:rPr lang="nl-NL" dirty="0" err="1"/>
              <a:t>wore</a:t>
            </a:r>
            <a:r>
              <a:rPr lang="nl-NL" dirty="0"/>
              <a:t> a coat.</a:t>
            </a:r>
          </a:p>
          <a:p>
            <a:pPr lvl="1"/>
            <a:r>
              <a:rPr lang="nl-NL" dirty="0"/>
              <a:t>In </a:t>
            </a:r>
            <a:r>
              <a:rPr lang="nl-NL" dirty="0" err="1"/>
              <a:t>spite</a:t>
            </a:r>
            <a:r>
              <a:rPr lang="nl-NL" dirty="0"/>
              <a:t> of </a:t>
            </a:r>
            <a:r>
              <a:rPr lang="nl-NL" b="1" dirty="0"/>
              <a:t>the heat</a:t>
            </a:r>
            <a:r>
              <a:rPr lang="nl-NL" dirty="0"/>
              <a:t>, </a:t>
            </a:r>
            <a:r>
              <a:rPr lang="nl-NL" dirty="0" err="1"/>
              <a:t>she</a:t>
            </a:r>
            <a:r>
              <a:rPr lang="nl-NL" dirty="0"/>
              <a:t> </a:t>
            </a:r>
            <a:r>
              <a:rPr lang="nl-NL" dirty="0" err="1"/>
              <a:t>wore</a:t>
            </a:r>
            <a:r>
              <a:rPr lang="nl-NL" dirty="0"/>
              <a:t> a coat.</a:t>
            </a:r>
          </a:p>
          <a:p>
            <a:pPr lvl="1"/>
            <a:r>
              <a:rPr lang="nl-NL" strike="sngStrike" dirty="0"/>
              <a:t>Even </a:t>
            </a:r>
            <a:r>
              <a:rPr lang="nl-NL" strike="sngStrike" dirty="0" err="1"/>
              <a:t>though</a:t>
            </a:r>
            <a:r>
              <a:rPr lang="nl-NL" strike="sngStrike" dirty="0"/>
              <a:t> the heat, </a:t>
            </a:r>
            <a:r>
              <a:rPr lang="nl-NL" strike="sngStrike" dirty="0" err="1"/>
              <a:t>she</a:t>
            </a:r>
            <a:r>
              <a:rPr lang="nl-NL" strike="sngStrike" dirty="0"/>
              <a:t> </a:t>
            </a:r>
            <a:r>
              <a:rPr lang="nl-NL" strike="sngStrike" dirty="0" err="1"/>
              <a:t>wore</a:t>
            </a:r>
            <a:r>
              <a:rPr lang="nl-NL" strike="sngStrike" dirty="0"/>
              <a:t> a coat.</a:t>
            </a:r>
          </a:p>
          <a:p>
            <a:pPr lvl="1"/>
            <a:r>
              <a:rPr lang="nl-NL" strike="sngStrike" dirty="0"/>
              <a:t>In </a:t>
            </a:r>
            <a:r>
              <a:rPr lang="nl-NL" strike="sngStrike" dirty="0" err="1"/>
              <a:t>spite</a:t>
            </a:r>
            <a:r>
              <a:rPr lang="nl-NL" strike="sngStrike" dirty="0"/>
              <a:t> of </a:t>
            </a:r>
            <a:r>
              <a:rPr lang="nl-NL" strike="sngStrike" dirty="0" err="1"/>
              <a:t>it</a:t>
            </a:r>
            <a:r>
              <a:rPr lang="nl-NL" strike="sngStrike" dirty="0"/>
              <a:t> was hot, </a:t>
            </a:r>
            <a:r>
              <a:rPr lang="nl-NL" strike="sngStrike" dirty="0" err="1"/>
              <a:t>she</a:t>
            </a:r>
            <a:r>
              <a:rPr lang="nl-NL" strike="sngStrike" dirty="0"/>
              <a:t> </a:t>
            </a:r>
            <a:r>
              <a:rPr lang="nl-NL" strike="sngStrike" dirty="0" err="1"/>
              <a:t>wore</a:t>
            </a:r>
            <a:r>
              <a:rPr lang="nl-NL" strike="sngStrike" dirty="0"/>
              <a:t> a coat.</a:t>
            </a:r>
          </a:p>
          <a:p>
            <a:pPr lvl="1"/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As </a:t>
            </a:r>
            <a:r>
              <a:rPr lang="nl-NL" dirty="0" err="1"/>
              <a:t>or</a:t>
            </a:r>
            <a:r>
              <a:rPr lang="nl-NL" dirty="0"/>
              <a:t> </a:t>
            </a:r>
            <a:r>
              <a:rPr lang="nl-NL" dirty="0" err="1"/>
              <a:t>like</a:t>
            </a:r>
            <a:r>
              <a:rPr lang="nl-NL" dirty="0"/>
              <a:t>?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b="1" dirty="0" err="1"/>
              <a:t>Like</a:t>
            </a:r>
            <a:r>
              <a:rPr lang="nl-NL" dirty="0"/>
              <a:t> </a:t>
            </a:r>
            <a:r>
              <a:rPr lang="nl-NL" dirty="0" err="1"/>
              <a:t>means</a:t>
            </a:r>
            <a:r>
              <a:rPr lang="nl-NL" dirty="0"/>
              <a:t> ´</a:t>
            </a:r>
            <a:r>
              <a:rPr lang="nl-NL" dirty="0" err="1"/>
              <a:t>similar</a:t>
            </a:r>
            <a:r>
              <a:rPr lang="nl-NL" dirty="0"/>
              <a:t> to´ </a:t>
            </a:r>
            <a:r>
              <a:rPr lang="nl-NL" dirty="0" err="1"/>
              <a:t>or</a:t>
            </a:r>
            <a:r>
              <a:rPr lang="nl-NL" dirty="0"/>
              <a:t> ´the </a:t>
            </a:r>
            <a:r>
              <a:rPr lang="nl-NL" dirty="0" err="1"/>
              <a:t>same</a:t>
            </a:r>
            <a:r>
              <a:rPr lang="nl-NL" dirty="0"/>
              <a:t> as´</a:t>
            </a:r>
          </a:p>
          <a:p>
            <a:pPr lvl="1"/>
            <a:r>
              <a:rPr lang="nl-NL" dirty="0" err="1"/>
              <a:t>That</a:t>
            </a:r>
            <a:r>
              <a:rPr lang="nl-NL" dirty="0"/>
              <a:t> house is </a:t>
            </a:r>
            <a:r>
              <a:rPr lang="nl-NL" b="1" dirty="0" err="1"/>
              <a:t>like</a:t>
            </a:r>
            <a:r>
              <a:rPr lang="nl-NL" dirty="0"/>
              <a:t> a </a:t>
            </a:r>
            <a:r>
              <a:rPr lang="nl-NL" dirty="0" err="1"/>
              <a:t>palace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I </a:t>
            </a:r>
            <a:r>
              <a:rPr lang="nl-NL" dirty="0" err="1"/>
              <a:t>hate</a:t>
            </a:r>
            <a:r>
              <a:rPr lang="nl-NL" dirty="0"/>
              <a:t> </a:t>
            </a:r>
            <a:r>
              <a:rPr lang="nl-NL" dirty="0" err="1"/>
              <a:t>weather</a:t>
            </a:r>
            <a:r>
              <a:rPr lang="nl-NL" dirty="0"/>
              <a:t> </a:t>
            </a:r>
            <a:r>
              <a:rPr lang="nl-NL" b="1" dirty="0"/>
              <a:t>like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.</a:t>
            </a:r>
          </a:p>
          <a:p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can´t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b="1" dirty="0"/>
              <a:t>as</a:t>
            </a:r>
            <a:r>
              <a:rPr lang="nl-NL" dirty="0"/>
              <a:t> in </a:t>
            </a:r>
            <a:r>
              <a:rPr lang="nl-NL" dirty="0" err="1"/>
              <a:t>sentences</a:t>
            </a:r>
            <a:r>
              <a:rPr lang="nl-NL" dirty="0"/>
              <a:t> like these.</a:t>
            </a:r>
          </a:p>
          <a:p>
            <a:r>
              <a:rPr lang="nl-NL" b="1" dirty="0"/>
              <a:t>As</a:t>
            </a:r>
            <a:r>
              <a:rPr lang="nl-NL" dirty="0"/>
              <a:t> </a:t>
            </a:r>
            <a:r>
              <a:rPr lang="nl-NL" dirty="0" err="1"/>
              <a:t>means</a:t>
            </a:r>
            <a:r>
              <a:rPr lang="nl-NL" dirty="0"/>
              <a:t> ´in the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way</a:t>
            </a:r>
            <a:r>
              <a:rPr lang="nl-NL" dirty="0"/>
              <a:t> as´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followed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a </a:t>
            </a:r>
            <a:r>
              <a:rPr lang="nl-NL" dirty="0" err="1"/>
              <a:t>sentence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a </a:t>
            </a:r>
            <a:r>
              <a:rPr lang="nl-NL" dirty="0" err="1"/>
              <a:t>verb</a:t>
            </a:r>
            <a:endParaRPr lang="nl-NL" dirty="0"/>
          </a:p>
          <a:p>
            <a:pPr lvl="1"/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should</a:t>
            </a:r>
            <a:r>
              <a:rPr lang="nl-NL" dirty="0"/>
              <a:t> have </a:t>
            </a:r>
            <a:r>
              <a:rPr lang="nl-NL" dirty="0" err="1"/>
              <a:t>done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b="1" dirty="0"/>
              <a:t>as </a:t>
            </a:r>
            <a:r>
              <a:rPr lang="nl-NL" dirty="0"/>
              <a:t>I </a:t>
            </a:r>
            <a:r>
              <a:rPr lang="nl-NL" dirty="0" err="1"/>
              <a:t>showed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As </a:t>
            </a:r>
            <a:r>
              <a:rPr lang="nl-NL" dirty="0" err="1"/>
              <a:t>or</a:t>
            </a:r>
            <a:r>
              <a:rPr lang="nl-NL" dirty="0"/>
              <a:t> </a:t>
            </a:r>
            <a:r>
              <a:rPr lang="nl-NL" dirty="0" err="1"/>
              <a:t>like</a:t>
            </a:r>
            <a:r>
              <a:rPr lang="nl-NL" dirty="0"/>
              <a:t>?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648" y="1628800"/>
            <a:ext cx="81534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followed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a </a:t>
            </a:r>
            <a:r>
              <a:rPr lang="nl-NL" dirty="0" err="1"/>
              <a:t>phrase</a:t>
            </a:r>
            <a:r>
              <a:rPr lang="nl-NL" dirty="0"/>
              <a:t> (without a </a:t>
            </a:r>
            <a:r>
              <a:rPr lang="nl-NL" dirty="0" err="1"/>
              <a:t>verb</a:t>
            </a:r>
            <a:r>
              <a:rPr lang="nl-NL" dirty="0"/>
              <a:t>) </a:t>
            </a:r>
            <a:r>
              <a:rPr lang="nl-NL" b="1" dirty="0"/>
              <a:t>as</a:t>
            </a:r>
            <a:r>
              <a:rPr lang="nl-NL" dirty="0"/>
              <a:t> and </a:t>
            </a:r>
            <a:r>
              <a:rPr lang="nl-NL" b="1" dirty="0" err="1"/>
              <a:t>like</a:t>
            </a:r>
            <a:r>
              <a:rPr lang="nl-NL" dirty="0"/>
              <a:t> have different </a:t>
            </a:r>
            <a:r>
              <a:rPr lang="nl-NL" dirty="0" err="1"/>
              <a:t>meanings</a:t>
            </a:r>
            <a:r>
              <a:rPr lang="nl-NL" dirty="0"/>
              <a:t>.</a:t>
            </a:r>
          </a:p>
          <a:p>
            <a:pPr lvl="1">
              <a:lnSpc>
                <a:spcPct val="90000"/>
              </a:lnSpc>
            </a:pPr>
            <a:r>
              <a:rPr lang="nl-NL" dirty="0"/>
              <a:t>I </a:t>
            </a:r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b="1" dirty="0"/>
              <a:t>as </a:t>
            </a:r>
            <a:r>
              <a:rPr lang="nl-NL" dirty="0"/>
              <a:t>a taxi </a:t>
            </a:r>
            <a:r>
              <a:rPr lang="nl-NL" dirty="0" err="1"/>
              <a:t>driver</a:t>
            </a:r>
            <a:r>
              <a:rPr lang="nl-NL" dirty="0"/>
              <a:t> (= </a:t>
            </a:r>
            <a:r>
              <a:rPr lang="nl-NL" dirty="0" err="1"/>
              <a:t>my</a:t>
            </a:r>
            <a:r>
              <a:rPr lang="nl-NL" dirty="0"/>
              <a:t> job is taxi </a:t>
            </a:r>
            <a:r>
              <a:rPr lang="nl-NL" dirty="0" err="1"/>
              <a:t>driver</a:t>
            </a:r>
            <a:r>
              <a:rPr lang="nl-NL" dirty="0"/>
              <a:t>)</a:t>
            </a:r>
          </a:p>
          <a:p>
            <a:pPr lvl="1">
              <a:lnSpc>
                <a:spcPct val="90000"/>
              </a:lnSpc>
            </a:pPr>
            <a:r>
              <a:rPr lang="nl-NL" dirty="0"/>
              <a:t>I </a:t>
            </a:r>
            <a:r>
              <a:rPr lang="nl-NL" dirty="0" err="1"/>
              <a:t>always</a:t>
            </a:r>
            <a:r>
              <a:rPr lang="nl-NL" dirty="0"/>
              <a:t> drive </a:t>
            </a:r>
            <a:r>
              <a:rPr lang="nl-NL" dirty="0" err="1"/>
              <a:t>people</a:t>
            </a:r>
            <a:r>
              <a:rPr lang="nl-NL" dirty="0"/>
              <a:t> to </a:t>
            </a:r>
            <a:r>
              <a:rPr lang="nl-NL" dirty="0" err="1"/>
              <a:t>other</a:t>
            </a:r>
            <a:r>
              <a:rPr lang="nl-NL" dirty="0"/>
              <a:t> </a:t>
            </a:r>
            <a:r>
              <a:rPr lang="nl-NL" dirty="0" err="1"/>
              <a:t>places</a:t>
            </a:r>
            <a:r>
              <a:rPr lang="nl-NL" dirty="0"/>
              <a:t>. </a:t>
            </a:r>
            <a:r>
              <a:rPr lang="nl-NL" dirty="0" err="1"/>
              <a:t>I’m</a:t>
            </a:r>
            <a:r>
              <a:rPr lang="nl-NL" dirty="0"/>
              <a:t> </a:t>
            </a:r>
            <a:r>
              <a:rPr lang="nl-NL" b="1" dirty="0" err="1"/>
              <a:t>like</a:t>
            </a:r>
            <a:r>
              <a:rPr lang="nl-NL" dirty="0"/>
              <a:t> a taxi </a:t>
            </a:r>
            <a:r>
              <a:rPr lang="nl-NL" dirty="0" err="1"/>
              <a:t>driver</a:t>
            </a:r>
            <a:r>
              <a:rPr lang="nl-NL" dirty="0"/>
              <a:t> (= </a:t>
            </a:r>
            <a:r>
              <a:rPr lang="nl-NL" dirty="0" err="1"/>
              <a:t>I’m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really</a:t>
            </a:r>
            <a:r>
              <a:rPr lang="nl-NL" dirty="0"/>
              <a:t> a taxi </a:t>
            </a:r>
            <a:r>
              <a:rPr lang="nl-NL" dirty="0" err="1"/>
              <a:t>driver</a:t>
            </a:r>
            <a:r>
              <a:rPr lang="nl-NL" dirty="0"/>
              <a:t>)</a:t>
            </a:r>
          </a:p>
          <a:p>
            <a:pPr lvl="1">
              <a:lnSpc>
                <a:spcPct val="90000"/>
              </a:lnSpc>
            </a:pPr>
            <a:r>
              <a:rPr lang="nl-NL" dirty="0"/>
              <a:t>He </a:t>
            </a:r>
            <a:r>
              <a:rPr lang="nl-NL" dirty="0" err="1"/>
              <a:t>performs</a:t>
            </a:r>
            <a:r>
              <a:rPr lang="nl-NL" dirty="0"/>
              <a:t> </a:t>
            </a:r>
            <a:r>
              <a:rPr lang="nl-NL" b="1" dirty="0"/>
              <a:t>as </a:t>
            </a:r>
            <a:r>
              <a:rPr lang="nl-NL" dirty="0"/>
              <a:t>a clown at </a:t>
            </a:r>
            <a:r>
              <a:rPr lang="nl-NL" dirty="0" err="1"/>
              <a:t>children’s</a:t>
            </a:r>
            <a:r>
              <a:rPr lang="nl-NL" dirty="0"/>
              <a:t> </a:t>
            </a:r>
            <a:r>
              <a:rPr lang="nl-NL" dirty="0" err="1"/>
              <a:t>parties</a:t>
            </a:r>
            <a:r>
              <a:rPr lang="nl-NL" dirty="0"/>
              <a:t> (= </a:t>
            </a:r>
            <a:r>
              <a:rPr lang="nl-NL" dirty="0" err="1"/>
              <a:t>he</a:t>
            </a:r>
            <a:r>
              <a:rPr lang="nl-NL" dirty="0"/>
              <a:t> is a clown).</a:t>
            </a:r>
          </a:p>
          <a:p>
            <a:pPr lvl="1">
              <a:lnSpc>
                <a:spcPct val="90000"/>
              </a:lnSpc>
            </a:pPr>
            <a:r>
              <a:rPr lang="nl-NL" dirty="0"/>
              <a:t>He </a:t>
            </a:r>
            <a:r>
              <a:rPr lang="nl-NL" dirty="0" err="1"/>
              <a:t>acted</a:t>
            </a:r>
            <a:r>
              <a:rPr lang="nl-NL" dirty="0"/>
              <a:t> </a:t>
            </a:r>
            <a:r>
              <a:rPr lang="nl-NL" b="1" dirty="0" err="1"/>
              <a:t>like</a:t>
            </a:r>
            <a:r>
              <a:rPr lang="nl-NL" dirty="0"/>
              <a:t> a clown in </a:t>
            </a:r>
            <a:r>
              <a:rPr lang="nl-NL" dirty="0" err="1"/>
              <a:t>class</a:t>
            </a:r>
            <a:r>
              <a:rPr lang="nl-NL" dirty="0"/>
              <a:t> </a:t>
            </a:r>
            <a:r>
              <a:rPr lang="nl-NL" dirty="0" err="1"/>
              <a:t>today</a:t>
            </a:r>
            <a:r>
              <a:rPr lang="nl-NL" dirty="0"/>
              <a:t> (= </a:t>
            </a:r>
            <a:r>
              <a:rPr lang="nl-NL" dirty="0" err="1"/>
              <a:t>he</a:t>
            </a:r>
            <a:r>
              <a:rPr lang="nl-NL" dirty="0"/>
              <a:t> is </a:t>
            </a:r>
            <a:r>
              <a:rPr lang="nl-NL" dirty="0" err="1"/>
              <a:t>not</a:t>
            </a:r>
            <a:r>
              <a:rPr lang="nl-NL" dirty="0"/>
              <a:t> a clown).</a:t>
            </a:r>
          </a:p>
          <a:p>
            <a:pPr lvl="1">
              <a:lnSpc>
                <a:spcPct val="90000"/>
              </a:lnSpc>
            </a:pP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Relative</a:t>
            </a:r>
            <a:r>
              <a:rPr lang="nl-NL" dirty="0"/>
              <a:t> </a:t>
            </a:r>
            <a:r>
              <a:rPr lang="nl-NL" dirty="0" err="1"/>
              <a:t>Clauses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13433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2"/>
          </p:nvPr>
        </p:nvSpPr>
        <p:spPr>
          <a:xfrm>
            <a:off x="609600" y="2151856"/>
            <a:ext cx="3886200" cy="3581400"/>
          </a:xfrm>
        </p:spPr>
        <p:txBody>
          <a:bodyPr/>
          <a:lstStyle/>
          <a:p>
            <a:r>
              <a:rPr lang="nl-NL" dirty="0" err="1"/>
              <a:t>Essential</a:t>
            </a:r>
            <a:r>
              <a:rPr lang="nl-NL" dirty="0"/>
              <a:t> information</a:t>
            </a:r>
          </a:p>
          <a:p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sentence</a:t>
            </a:r>
            <a:endParaRPr lang="nl-NL" dirty="0"/>
          </a:p>
        </p:txBody>
      </p:sp>
      <p:sp>
        <p:nvSpPr>
          <p:cNvPr id="8" name="Tijdelijke aanduiding voor inhoud 7"/>
          <p:cNvSpPr>
            <a:spLocks noGrp="1"/>
          </p:cNvSpPr>
          <p:nvPr>
            <p:ph sz="quarter" idx="4"/>
          </p:nvPr>
        </p:nvSpPr>
        <p:spPr>
          <a:xfrm>
            <a:off x="4800600" y="2060848"/>
            <a:ext cx="3886200" cy="3581400"/>
          </a:xfrm>
        </p:spPr>
        <p:txBody>
          <a:bodyPr/>
          <a:lstStyle/>
          <a:p>
            <a:r>
              <a:rPr lang="nl-NL" dirty="0"/>
              <a:t>Extra information</a:t>
            </a:r>
          </a:p>
          <a:p>
            <a:r>
              <a:rPr lang="nl-NL" dirty="0" err="1"/>
              <a:t>Comma</a:t>
            </a:r>
            <a:r>
              <a:rPr lang="nl-NL" dirty="0"/>
              <a:t> 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1"/>
          </p:nvPr>
        </p:nvSpPr>
        <p:spPr>
          <a:xfrm>
            <a:off x="609600" y="1556792"/>
            <a:ext cx="3886200" cy="640080"/>
          </a:xfrm>
        </p:spPr>
        <p:txBody>
          <a:bodyPr/>
          <a:lstStyle/>
          <a:p>
            <a:r>
              <a:rPr lang="nl-NL" sz="4000" dirty="0" err="1"/>
              <a:t>Defining</a:t>
            </a:r>
            <a:endParaRPr lang="nl-NL" sz="4000" dirty="0"/>
          </a:p>
        </p:txBody>
      </p:sp>
      <p:sp>
        <p:nvSpPr>
          <p:cNvPr id="7" name="Tijdelijke aanduiding voor tekst 6"/>
          <p:cNvSpPr>
            <a:spLocks noGrp="1"/>
          </p:cNvSpPr>
          <p:nvPr>
            <p:ph type="body" sz="quarter" idx="3"/>
          </p:nvPr>
        </p:nvSpPr>
        <p:spPr>
          <a:xfrm>
            <a:off x="4800600" y="1556792"/>
            <a:ext cx="3886200" cy="640080"/>
          </a:xfrm>
        </p:spPr>
        <p:txBody>
          <a:bodyPr/>
          <a:lstStyle/>
          <a:p>
            <a:r>
              <a:rPr lang="nl-NL" sz="4400" dirty="0"/>
              <a:t>Non-</a:t>
            </a:r>
            <a:r>
              <a:rPr lang="nl-NL" sz="4400" dirty="0" err="1"/>
              <a:t>defining</a:t>
            </a:r>
            <a:endParaRPr lang="nl-NL" sz="4400" dirty="0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4" t="16636" r="16665" b="4345"/>
          <a:stretch/>
        </p:blipFill>
        <p:spPr>
          <a:xfrm>
            <a:off x="1547664" y="3356992"/>
            <a:ext cx="5581926" cy="331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419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Who</a:t>
            </a:r>
            <a:r>
              <a:rPr lang="nl-NL" dirty="0"/>
              <a:t>, </a:t>
            </a:r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or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?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7911" y="1484784"/>
            <a:ext cx="8153400" cy="4495800"/>
          </a:xfrm>
        </p:spPr>
        <p:txBody>
          <a:bodyPr/>
          <a:lstStyle/>
          <a:p>
            <a:r>
              <a:rPr lang="nl-NL" dirty="0" err="1"/>
              <a:t>Sometimes</a:t>
            </a:r>
            <a:r>
              <a:rPr lang="nl-NL" dirty="0"/>
              <a:t>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combining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sentences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of these </a:t>
            </a:r>
            <a:r>
              <a:rPr lang="nl-NL" dirty="0" err="1"/>
              <a:t>words</a:t>
            </a:r>
            <a:r>
              <a:rPr lang="nl-NL" dirty="0"/>
              <a:t> to </a:t>
            </a:r>
            <a:r>
              <a:rPr lang="nl-NL" dirty="0" err="1"/>
              <a:t>replace</a:t>
            </a:r>
            <a:r>
              <a:rPr lang="nl-NL" dirty="0"/>
              <a:t> </a:t>
            </a:r>
            <a:r>
              <a:rPr lang="nl-NL" dirty="0" err="1"/>
              <a:t>another</a:t>
            </a:r>
            <a:r>
              <a:rPr lang="nl-NL" dirty="0"/>
              <a:t> word</a:t>
            </a:r>
          </a:p>
          <a:p>
            <a:pPr lvl="1"/>
            <a:r>
              <a:rPr lang="nl-NL" dirty="0"/>
              <a:t>My </a:t>
            </a:r>
            <a:r>
              <a:rPr lang="nl-NL" dirty="0" err="1"/>
              <a:t>neighbour</a:t>
            </a:r>
            <a:r>
              <a:rPr lang="nl-NL" dirty="0"/>
              <a:t> is a </a:t>
            </a:r>
            <a:r>
              <a:rPr lang="nl-NL" dirty="0" err="1"/>
              <a:t>great</a:t>
            </a:r>
            <a:r>
              <a:rPr lang="nl-NL" dirty="0"/>
              <a:t> </a:t>
            </a:r>
            <a:r>
              <a:rPr lang="nl-NL" dirty="0" err="1"/>
              <a:t>guy</a:t>
            </a:r>
            <a:r>
              <a:rPr lang="nl-NL" dirty="0"/>
              <a:t>. He has a lot of </a:t>
            </a:r>
            <a:r>
              <a:rPr lang="nl-NL" dirty="0" err="1"/>
              <a:t>dogs</a:t>
            </a:r>
            <a:r>
              <a:rPr lang="nl-NL" dirty="0"/>
              <a:t> </a:t>
            </a:r>
            <a:r>
              <a:rPr lang="nl-NL" dirty="0">
                <a:sym typeface="Wingdings" pitchFamily="2" charset="2"/>
              </a:rPr>
              <a:t></a:t>
            </a:r>
            <a:endParaRPr lang="nl-NL" dirty="0"/>
          </a:p>
          <a:p>
            <a:pPr lvl="1"/>
            <a:r>
              <a:rPr lang="nl-NL" dirty="0"/>
              <a:t>My </a:t>
            </a:r>
            <a:r>
              <a:rPr lang="nl-NL" dirty="0" err="1"/>
              <a:t>neighbour</a:t>
            </a:r>
            <a:r>
              <a:rPr lang="nl-NL" dirty="0"/>
              <a:t>, </a:t>
            </a:r>
            <a:r>
              <a:rPr lang="nl-NL" b="1" dirty="0" err="1"/>
              <a:t>who</a:t>
            </a:r>
            <a:r>
              <a:rPr lang="nl-NL" dirty="0"/>
              <a:t> has a lot of </a:t>
            </a:r>
            <a:r>
              <a:rPr lang="nl-NL" dirty="0" err="1"/>
              <a:t>dogs</a:t>
            </a:r>
            <a:r>
              <a:rPr lang="nl-NL" dirty="0"/>
              <a:t>, is a </a:t>
            </a:r>
            <a:r>
              <a:rPr lang="nl-NL" dirty="0" err="1"/>
              <a:t>great</a:t>
            </a:r>
            <a:r>
              <a:rPr lang="nl-NL" dirty="0"/>
              <a:t> </a:t>
            </a:r>
            <a:r>
              <a:rPr lang="nl-NL" dirty="0" err="1"/>
              <a:t>guy</a:t>
            </a:r>
            <a:r>
              <a:rPr lang="nl-NL" dirty="0"/>
              <a:t>.</a:t>
            </a:r>
          </a:p>
          <a:p>
            <a:pPr lvl="1"/>
            <a:endParaRPr lang="nl-NL" dirty="0"/>
          </a:p>
          <a:p>
            <a:pPr lvl="1"/>
            <a:r>
              <a:rPr lang="nl-NL" dirty="0"/>
              <a:t>London is a </a:t>
            </a:r>
            <a:r>
              <a:rPr lang="nl-NL" dirty="0" err="1"/>
              <a:t>beautiful</a:t>
            </a:r>
            <a:r>
              <a:rPr lang="nl-NL" dirty="0"/>
              <a:t> city. It is the </a:t>
            </a:r>
            <a:r>
              <a:rPr lang="nl-NL" dirty="0" err="1"/>
              <a:t>capital</a:t>
            </a:r>
            <a:r>
              <a:rPr lang="nl-NL" dirty="0"/>
              <a:t> of England </a:t>
            </a:r>
            <a:r>
              <a:rPr lang="nl-NL" dirty="0">
                <a:sym typeface="Wingdings" panose="05000000000000000000" pitchFamily="2" charset="2"/>
              </a:rPr>
              <a:t></a:t>
            </a:r>
            <a:endParaRPr lang="nl-NL" dirty="0"/>
          </a:p>
          <a:p>
            <a:pPr lvl="1"/>
            <a:r>
              <a:rPr lang="nl-NL" dirty="0"/>
              <a:t>London, </a:t>
            </a:r>
            <a:r>
              <a:rPr lang="nl-NL" b="1" dirty="0" err="1"/>
              <a:t>which</a:t>
            </a:r>
            <a:r>
              <a:rPr lang="nl-NL" b="1" dirty="0"/>
              <a:t> </a:t>
            </a:r>
            <a:r>
              <a:rPr lang="nl-NL" dirty="0"/>
              <a:t>is the </a:t>
            </a:r>
            <a:r>
              <a:rPr lang="nl-NL" dirty="0" err="1"/>
              <a:t>capital</a:t>
            </a:r>
            <a:r>
              <a:rPr lang="nl-NL" dirty="0"/>
              <a:t> of </a:t>
            </a:r>
            <a:r>
              <a:rPr lang="nl-NL" dirty="0" err="1"/>
              <a:t>England</a:t>
            </a:r>
            <a:r>
              <a:rPr lang="nl-NL" dirty="0"/>
              <a:t>, is a </a:t>
            </a:r>
            <a:r>
              <a:rPr lang="nl-NL" dirty="0" err="1"/>
              <a:t>beautiful</a:t>
            </a:r>
            <a:r>
              <a:rPr lang="nl-NL" dirty="0"/>
              <a:t> city</a:t>
            </a:r>
          </a:p>
          <a:p>
            <a:endParaRPr lang="nl-NL" b="1" dirty="0"/>
          </a:p>
          <a:p>
            <a:r>
              <a:rPr lang="nl-NL" b="1" dirty="0" err="1"/>
              <a:t>Who</a:t>
            </a:r>
            <a:r>
              <a:rPr lang="nl-NL" b="1" dirty="0"/>
              <a:t> </a:t>
            </a:r>
            <a:r>
              <a:rPr lang="nl-NL" dirty="0"/>
              <a:t>is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people</a:t>
            </a:r>
            <a:r>
              <a:rPr lang="nl-NL" b="1" dirty="0"/>
              <a:t>, </a:t>
            </a:r>
            <a:r>
              <a:rPr lang="nl-NL" b="1" dirty="0" err="1"/>
              <a:t>which</a:t>
            </a:r>
            <a:r>
              <a:rPr lang="nl-NL" dirty="0"/>
              <a:t> is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things</a:t>
            </a:r>
            <a:endParaRPr lang="nl-NL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Who</a:t>
            </a:r>
            <a:r>
              <a:rPr lang="nl-NL" dirty="0"/>
              <a:t>, </a:t>
            </a:r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or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?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648" y="1484784"/>
            <a:ext cx="8153400" cy="4495800"/>
          </a:xfrm>
        </p:spPr>
        <p:txBody>
          <a:bodyPr/>
          <a:lstStyle/>
          <a:p>
            <a:r>
              <a:rPr lang="nl-NL" dirty="0" err="1"/>
              <a:t>Sometimes</a:t>
            </a:r>
            <a:r>
              <a:rPr lang="nl-NL" dirty="0"/>
              <a:t> the part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b="1" dirty="0" err="1"/>
              <a:t>who</a:t>
            </a:r>
            <a:r>
              <a:rPr lang="nl-NL" b="1" dirty="0"/>
              <a:t>/</a:t>
            </a:r>
            <a:r>
              <a:rPr lang="nl-NL" b="1" dirty="0" err="1"/>
              <a:t>which</a:t>
            </a:r>
            <a:r>
              <a:rPr lang="nl-NL" dirty="0"/>
              <a:t> is </a:t>
            </a:r>
            <a:r>
              <a:rPr lang="nl-NL" dirty="0" err="1"/>
              <a:t>essential</a:t>
            </a:r>
            <a:r>
              <a:rPr lang="nl-NL" dirty="0"/>
              <a:t> to </a:t>
            </a:r>
            <a:r>
              <a:rPr lang="nl-NL" dirty="0" err="1"/>
              <a:t>define</a:t>
            </a:r>
            <a:r>
              <a:rPr lang="nl-NL" dirty="0"/>
              <a:t> </a:t>
            </a:r>
            <a:r>
              <a:rPr lang="nl-NL" dirty="0" err="1"/>
              <a:t>who</a:t>
            </a:r>
            <a:r>
              <a:rPr lang="nl-NL" dirty="0"/>
              <a:t> </a:t>
            </a:r>
            <a:r>
              <a:rPr lang="nl-NL" dirty="0" err="1"/>
              <a:t>or</a:t>
            </a:r>
            <a:r>
              <a:rPr lang="nl-NL" dirty="0"/>
              <a:t>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are </a:t>
            </a:r>
            <a:r>
              <a:rPr lang="nl-NL" dirty="0" err="1"/>
              <a:t>talking</a:t>
            </a:r>
            <a:r>
              <a:rPr lang="nl-NL" dirty="0"/>
              <a:t> </a:t>
            </a:r>
            <a:r>
              <a:rPr lang="nl-NL" dirty="0" err="1"/>
              <a:t>about</a:t>
            </a:r>
            <a:r>
              <a:rPr lang="nl-NL" dirty="0"/>
              <a:t>. </a:t>
            </a:r>
            <a:r>
              <a:rPr lang="nl-NL" dirty="0" err="1"/>
              <a:t>Then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b="1" dirty="0" err="1"/>
              <a:t>that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The </a:t>
            </a:r>
            <a:r>
              <a:rPr lang="nl-NL" dirty="0" err="1"/>
              <a:t>woman</a:t>
            </a:r>
            <a:r>
              <a:rPr lang="nl-NL" dirty="0"/>
              <a:t> </a:t>
            </a:r>
            <a:r>
              <a:rPr lang="nl-NL" b="1" dirty="0" err="1"/>
              <a:t>who</a:t>
            </a:r>
            <a:r>
              <a:rPr lang="nl-NL" b="1" dirty="0"/>
              <a:t>/</a:t>
            </a:r>
            <a:r>
              <a:rPr lang="nl-NL" b="1" dirty="0" err="1"/>
              <a:t>that</a:t>
            </a:r>
            <a:r>
              <a:rPr lang="nl-NL" dirty="0"/>
              <a:t> lives </a:t>
            </a:r>
            <a:r>
              <a:rPr lang="nl-NL" dirty="0" err="1"/>
              <a:t>next</a:t>
            </a:r>
            <a:r>
              <a:rPr lang="nl-NL" dirty="0"/>
              <a:t> door is a doctor.</a:t>
            </a:r>
          </a:p>
          <a:p>
            <a:pPr lvl="1"/>
            <a:r>
              <a:rPr lang="nl-NL" dirty="0" err="1"/>
              <a:t>Where</a:t>
            </a:r>
            <a:r>
              <a:rPr lang="nl-NL" dirty="0"/>
              <a:t> is the </a:t>
            </a:r>
            <a:r>
              <a:rPr lang="nl-NL" dirty="0" err="1"/>
              <a:t>cheese</a:t>
            </a:r>
            <a:r>
              <a:rPr lang="nl-NL" dirty="0"/>
              <a:t> </a:t>
            </a:r>
            <a:r>
              <a:rPr lang="nl-NL" b="1" dirty="0" err="1"/>
              <a:t>which</a:t>
            </a:r>
            <a:r>
              <a:rPr lang="nl-NL" b="1" dirty="0"/>
              <a:t>/</a:t>
            </a:r>
            <a:r>
              <a:rPr lang="nl-NL" b="1" dirty="0" err="1"/>
              <a:t>that</a:t>
            </a:r>
            <a:r>
              <a:rPr lang="nl-NL" dirty="0"/>
              <a:t> was in the </a:t>
            </a:r>
            <a:r>
              <a:rPr lang="nl-NL" dirty="0" err="1"/>
              <a:t>fridge</a:t>
            </a:r>
            <a:r>
              <a:rPr lang="nl-NL" dirty="0"/>
              <a:t>?</a:t>
            </a:r>
          </a:p>
          <a:p>
            <a:endParaRPr lang="nl-NL" dirty="0"/>
          </a:p>
          <a:p>
            <a:r>
              <a:rPr lang="nl-NL" dirty="0"/>
              <a:t>But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doesn’t</a:t>
            </a:r>
            <a:r>
              <a:rPr lang="nl-NL" dirty="0"/>
              <a:t> </a:t>
            </a:r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dirty="0" err="1"/>
              <a:t>when</a:t>
            </a:r>
            <a:r>
              <a:rPr lang="nl-NL" dirty="0"/>
              <a:t> the part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b="1" dirty="0" err="1"/>
              <a:t>who</a:t>
            </a:r>
            <a:r>
              <a:rPr lang="nl-NL" b="1" dirty="0"/>
              <a:t>/</a:t>
            </a:r>
            <a:r>
              <a:rPr lang="nl-NL" b="1" dirty="0" err="1"/>
              <a:t>which</a:t>
            </a:r>
            <a:r>
              <a:rPr lang="nl-NL" dirty="0"/>
              <a:t> is </a:t>
            </a:r>
            <a:r>
              <a:rPr lang="nl-NL" dirty="0" err="1"/>
              <a:t>just</a:t>
            </a:r>
            <a:r>
              <a:rPr lang="nl-NL" dirty="0"/>
              <a:t> </a:t>
            </a:r>
            <a:r>
              <a:rPr lang="nl-NL" dirty="0" err="1"/>
              <a:t>some</a:t>
            </a:r>
            <a:r>
              <a:rPr lang="nl-NL" dirty="0"/>
              <a:t> extra information</a:t>
            </a:r>
          </a:p>
          <a:p>
            <a:pPr lvl="1"/>
            <a:r>
              <a:rPr lang="nl-NL" strike="sngStrike" dirty="0"/>
              <a:t>My </a:t>
            </a:r>
            <a:r>
              <a:rPr lang="nl-NL" strike="sngStrike" dirty="0" err="1"/>
              <a:t>neighbour</a:t>
            </a:r>
            <a:r>
              <a:rPr lang="nl-NL" strike="sngStrike" dirty="0"/>
              <a:t>, </a:t>
            </a:r>
            <a:r>
              <a:rPr lang="nl-NL" strike="sngStrike" dirty="0" err="1"/>
              <a:t>that</a:t>
            </a:r>
            <a:r>
              <a:rPr lang="nl-NL" strike="sngStrike" dirty="0"/>
              <a:t> has a lot of </a:t>
            </a:r>
            <a:r>
              <a:rPr lang="nl-NL" strike="sngStrike" dirty="0" err="1"/>
              <a:t>dogs</a:t>
            </a:r>
            <a:r>
              <a:rPr lang="nl-NL" strike="sngStrike" dirty="0"/>
              <a:t>, is a </a:t>
            </a:r>
            <a:r>
              <a:rPr lang="nl-NL" strike="sngStrike" dirty="0" err="1"/>
              <a:t>great</a:t>
            </a:r>
            <a:r>
              <a:rPr lang="nl-NL" strike="sngStrike" dirty="0"/>
              <a:t> </a:t>
            </a:r>
            <a:r>
              <a:rPr lang="nl-NL" strike="sngStrike" dirty="0" err="1"/>
              <a:t>guy</a:t>
            </a:r>
            <a:r>
              <a:rPr lang="nl-NL" strike="sngStrike" dirty="0"/>
              <a:t>.</a:t>
            </a:r>
          </a:p>
          <a:p>
            <a:pPr lvl="1"/>
            <a:r>
              <a:rPr lang="nl-NL" strike="sngStrike" dirty="0"/>
              <a:t>London, </a:t>
            </a:r>
            <a:r>
              <a:rPr lang="nl-NL" strike="sngStrike" dirty="0" err="1"/>
              <a:t>that</a:t>
            </a:r>
            <a:r>
              <a:rPr lang="nl-NL" strike="sngStrike" dirty="0"/>
              <a:t> is the </a:t>
            </a:r>
            <a:r>
              <a:rPr lang="nl-NL" strike="sngStrike" dirty="0" err="1"/>
              <a:t>capital</a:t>
            </a:r>
            <a:r>
              <a:rPr lang="nl-NL" strike="sngStrike" dirty="0"/>
              <a:t> of </a:t>
            </a:r>
            <a:r>
              <a:rPr lang="nl-NL" strike="sngStrike" dirty="0" err="1"/>
              <a:t>England</a:t>
            </a:r>
            <a:r>
              <a:rPr lang="nl-NL" strike="sngStrike" dirty="0"/>
              <a:t>, is a </a:t>
            </a:r>
            <a:r>
              <a:rPr lang="nl-NL" strike="sngStrike" dirty="0" err="1"/>
              <a:t>beautiful</a:t>
            </a:r>
            <a:r>
              <a:rPr lang="nl-NL" strike="sngStrike" dirty="0"/>
              <a:t> city.</a:t>
            </a:r>
          </a:p>
          <a:p>
            <a:pPr lvl="1"/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Who</a:t>
            </a:r>
            <a:r>
              <a:rPr lang="nl-NL" dirty="0"/>
              <a:t>, </a:t>
            </a:r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or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?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648" y="1556792"/>
            <a:ext cx="8153400" cy="4495800"/>
          </a:xfrm>
        </p:spPr>
        <p:txBody>
          <a:bodyPr/>
          <a:lstStyle/>
          <a:p>
            <a:r>
              <a:rPr lang="nl-NL" b="1" dirty="0" err="1"/>
              <a:t>Which</a:t>
            </a:r>
            <a:r>
              <a:rPr lang="nl-NL" b="1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to </a:t>
            </a:r>
            <a:r>
              <a:rPr lang="nl-NL" dirty="0" err="1"/>
              <a:t>refer</a:t>
            </a:r>
            <a:r>
              <a:rPr lang="nl-NL" dirty="0"/>
              <a:t> back to a </a:t>
            </a:r>
            <a:r>
              <a:rPr lang="nl-NL" dirty="0" err="1"/>
              <a:t>whole</a:t>
            </a:r>
            <a:r>
              <a:rPr lang="nl-NL" dirty="0"/>
              <a:t> </a:t>
            </a:r>
            <a:r>
              <a:rPr lang="nl-NL" dirty="0" err="1"/>
              <a:t>sentence</a:t>
            </a:r>
            <a:endParaRPr lang="nl-NL" dirty="0"/>
          </a:p>
          <a:p>
            <a:pPr lvl="1"/>
            <a:r>
              <a:rPr lang="nl-NL" dirty="0"/>
              <a:t>He </a:t>
            </a:r>
            <a:r>
              <a:rPr lang="nl-NL" dirty="0" err="1"/>
              <a:t>wasn’t</a:t>
            </a:r>
            <a:r>
              <a:rPr lang="nl-NL" dirty="0"/>
              <a:t> coming to the party, </a:t>
            </a:r>
            <a:r>
              <a:rPr lang="nl-NL" b="1" dirty="0" err="1"/>
              <a:t>which</a:t>
            </a:r>
            <a:r>
              <a:rPr lang="nl-NL" dirty="0"/>
              <a:t> </a:t>
            </a:r>
            <a:r>
              <a:rPr lang="nl-NL" dirty="0" err="1"/>
              <a:t>really</a:t>
            </a:r>
            <a:r>
              <a:rPr lang="nl-NL" dirty="0"/>
              <a:t> </a:t>
            </a:r>
            <a:r>
              <a:rPr lang="nl-NL" dirty="0" err="1"/>
              <a:t>surprised</a:t>
            </a:r>
            <a:r>
              <a:rPr lang="nl-NL" dirty="0"/>
              <a:t> me.</a:t>
            </a:r>
          </a:p>
          <a:p>
            <a:pPr lvl="1"/>
            <a:r>
              <a:rPr lang="nl-NL" dirty="0"/>
              <a:t>In </a:t>
            </a:r>
            <a:r>
              <a:rPr lang="nl-NL" dirty="0" err="1"/>
              <a:t>summer</a:t>
            </a:r>
            <a:r>
              <a:rPr lang="nl-NL" dirty="0"/>
              <a:t> we </a:t>
            </a:r>
            <a:r>
              <a:rPr lang="nl-NL" dirty="0" err="1"/>
              <a:t>always</a:t>
            </a:r>
            <a:r>
              <a:rPr lang="nl-NL" dirty="0"/>
              <a:t> go </a:t>
            </a:r>
            <a:r>
              <a:rPr lang="nl-NL" dirty="0" err="1"/>
              <a:t>on</a:t>
            </a:r>
            <a:r>
              <a:rPr lang="nl-NL" dirty="0"/>
              <a:t> </a:t>
            </a:r>
            <a:r>
              <a:rPr lang="nl-NL" dirty="0" err="1"/>
              <a:t>holiday</a:t>
            </a:r>
            <a:r>
              <a:rPr lang="nl-NL" dirty="0"/>
              <a:t>, </a:t>
            </a:r>
            <a:r>
              <a:rPr lang="nl-NL" b="1" dirty="0" err="1"/>
              <a:t>which</a:t>
            </a:r>
            <a:r>
              <a:rPr lang="nl-NL" dirty="0"/>
              <a:t> I </a:t>
            </a:r>
            <a:r>
              <a:rPr lang="nl-NL" dirty="0" err="1"/>
              <a:t>really</a:t>
            </a:r>
            <a:r>
              <a:rPr lang="nl-NL" dirty="0"/>
              <a:t> </a:t>
            </a:r>
            <a:r>
              <a:rPr lang="nl-NL" dirty="0" err="1"/>
              <a:t>enjoy</a:t>
            </a:r>
            <a:r>
              <a:rPr lang="nl-NL" dirty="0"/>
              <a:t>.</a:t>
            </a:r>
          </a:p>
          <a:p>
            <a:endParaRPr lang="nl-NL" dirty="0"/>
          </a:p>
          <a:p>
            <a:pPr marL="0" indent="0">
              <a:buNone/>
            </a:pPr>
            <a:r>
              <a:rPr lang="nl-NL" dirty="0"/>
              <a:t>Dutch </a:t>
            </a:r>
            <a:r>
              <a:rPr lang="nl-NL" dirty="0" err="1"/>
              <a:t>people</a:t>
            </a:r>
            <a:r>
              <a:rPr lang="nl-NL" dirty="0"/>
              <a:t> </a:t>
            </a:r>
            <a:r>
              <a:rPr lang="nl-NL" dirty="0" err="1"/>
              <a:t>tend</a:t>
            </a:r>
            <a:r>
              <a:rPr lang="nl-NL" dirty="0"/>
              <a:t> to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b="1" dirty="0" err="1"/>
              <a:t>that</a:t>
            </a:r>
            <a:r>
              <a:rPr lang="nl-NL" b="1" dirty="0"/>
              <a:t> </a:t>
            </a:r>
            <a:r>
              <a:rPr lang="nl-NL" dirty="0"/>
              <a:t>or </a:t>
            </a:r>
            <a:r>
              <a:rPr lang="nl-NL" b="1" dirty="0" err="1"/>
              <a:t>what</a:t>
            </a:r>
            <a:r>
              <a:rPr lang="nl-NL" dirty="0"/>
              <a:t> in </a:t>
            </a:r>
            <a:r>
              <a:rPr lang="nl-NL" dirty="0" err="1"/>
              <a:t>sentences</a:t>
            </a:r>
            <a:r>
              <a:rPr lang="nl-NL" dirty="0"/>
              <a:t> like these, but </a:t>
            </a:r>
            <a:r>
              <a:rPr lang="nl-NL" dirty="0" err="1"/>
              <a:t>those</a:t>
            </a:r>
            <a:r>
              <a:rPr lang="nl-NL" dirty="0"/>
              <a:t> </a:t>
            </a:r>
            <a:r>
              <a:rPr lang="nl-NL" dirty="0" err="1"/>
              <a:t>can’t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used</a:t>
            </a:r>
            <a:endParaRPr lang="nl-NL" dirty="0"/>
          </a:p>
          <a:p>
            <a:pPr lvl="1"/>
            <a:r>
              <a:rPr lang="nl-NL" strike="sngStrike" dirty="0"/>
              <a:t>He </a:t>
            </a:r>
            <a:r>
              <a:rPr lang="nl-NL" strike="sngStrike" dirty="0" err="1"/>
              <a:t>wasn’t</a:t>
            </a:r>
            <a:r>
              <a:rPr lang="nl-NL" strike="sngStrike" dirty="0"/>
              <a:t> coming to the party, </a:t>
            </a:r>
            <a:r>
              <a:rPr lang="nl-NL" strike="sngStrike" dirty="0" err="1"/>
              <a:t>that</a:t>
            </a:r>
            <a:r>
              <a:rPr lang="nl-NL" strike="sngStrike" dirty="0"/>
              <a:t> </a:t>
            </a:r>
            <a:r>
              <a:rPr lang="nl-NL" strike="sngStrike" dirty="0" err="1"/>
              <a:t>really</a:t>
            </a:r>
            <a:r>
              <a:rPr lang="nl-NL" strike="sngStrike" dirty="0"/>
              <a:t> </a:t>
            </a:r>
            <a:r>
              <a:rPr lang="nl-NL" strike="sngStrike" dirty="0" err="1"/>
              <a:t>surprised</a:t>
            </a:r>
            <a:r>
              <a:rPr lang="nl-NL" strike="sngStrike" dirty="0"/>
              <a:t> me.</a:t>
            </a:r>
          </a:p>
          <a:p>
            <a:pPr lvl="1"/>
            <a:r>
              <a:rPr lang="nl-NL" strike="sngStrike" dirty="0"/>
              <a:t>In </a:t>
            </a:r>
            <a:r>
              <a:rPr lang="nl-NL" strike="sngStrike" dirty="0" err="1"/>
              <a:t>summer</a:t>
            </a:r>
            <a:r>
              <a:rPr lang="nl-NL" strike="sngStrike" dirty="0"/>
              <a:t> we </a:t>
            </a:r>
            <a:r>
              <a:rPr lang="nl-NL" strike="sngStrike" dirty="0" err="1"/>
              <a:t>always</a:t>
            </a:r>
            <a:r>
              <a:rPr lang="nl-NL" strike="sngStrike" dirty="0"/>
              <a:t> go </a:t>
            </a:r>
            <a:r>
              <a:rPr lang="nl-NL" strike="sngStrike" dirty="0" err="1"/>
              <a:t>on</a:t>
            </a:r>
            <a:r>
              <a:rPr lang="nl-NL" strike="sngStrike" dirty="0"/>
              <a:t> </a:t>
            </a:r>
            <a:r>
              <a:rPr lang="nl-NL" strike="sngStrike" dirty="0" err="1"/>
              <a:t>holiday</a:t>
            </a:r>
            <a:r>
              <a:rPr lang="nl-NL" strike="sngStrike" dirty="0"/>
              <a:t>, </a:t>
            </a:r>
            <a:r>
              <a:rPr lang="nl-NL" strike="sngStrike" dirty="0" err="1"/>
              <a:t>what</a:t>
            </a:r>
            <a:r>
              <a:rPr lang="nl-NL" strike="sngStrike" dirty="0"/>
              <a:t> I </a:t>
            </a:r>
            <a:r>
              <a:rPr lang="nl-NL" strike="sngStrike" dirty="0" err="1"/>
              <a:t>really</a:t>
            </a:r>
            <a:r>
              <a:rPr lang="nl-NL" strike="sngStrike" dirty="0"/>
              <a:t> </a:t>
            </a:r>
            <a:r>
              <a:rPr lang="nl-NL" strike="sngStrike" dirty="0" err="1"/>
              <a:t>enjoy</a:t>
            </a:r>
            <a:r>
              <a:rPr lang="nl-NL" strike="sngStrike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3DF4F6-E6A5-B318-E361-487614174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Now You!</a:t>
            </a:r>
            <a:endParaRPr lang="en-NL" dirty="0"/>
          </a:p>
        </p:txBody>
      </p:sp>
      <p:pic>
        <p:nvPicPr>
          <p:cNvPr id="1028" name="Picture 4" descr="qr-code for edu.nl/g4qt8">
            <a:extLst>
              <a:ext uri="{FF2B5EF4-FFF2-40B4-BE49-F238E27FC236}">
                <a16:creationId xmlns:a16="http://schemas.microsoft.com/office/drawing/2014/main" id="{AAD8F81D-3FA7-3DFD-A877-7D64C4AA0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764001"/>
            <a:ext cx="4488160" cy="485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D5D1612F-060B-ACEA-2F4C-11A76A953B01}"/>
              </a:ext>
            </a:extLst>
          </p:cNvPr>
          <p:cNvSpPr txBox="1"/>
          <p:nvPr/>
        </p:nvSpPr>
        <p:spPr>
          <a:xfrm>
            <a:off x="612648" y="2420888"/>
            <a:ext cx="331128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Printed Worksheet </a:t>
            </a:r>
          </a:p>
          <a:p>
            <a:endParaRPr lang="en-GB" sz="3200" dirty="0"/>
          </a:p>
          <a:p>
            <a:r>
              <a:rPr lang="en-GB" sz="3200" dirty="0"/>
              <a:t>OR</a:t>
            </a:r>
          </a:p>
          <a:p>
            <a:endParaRPr lang="en-GB" sz="3200" dirty="0"/>
          </a:p>
          <a:p>
            <a:r>
              <a:rPr lang="en-GB" sz="3200" dirty="0"/>
              <a:t>AI gamified experience</a:t>
            </a:r>
            <a:endParaRPr lang="en-NL" sz="3200" dirty="0"/>
          </a:p>
        </p:txBody>
      </p:sp>
    </p:spTree>
    <p:extLst>
      <p:ext uri="{BB962C8B-B14F-4D97-AF65-F5344CB8AC3E}">
        <p14:creationId xmlns:p14="http://schemas.microsoft.com/office/powerpoint/2010/main" val="29259287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Technisch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obVTI">
  <a:themeElements>
    <a:clrScheme name="AnalogousFromRegularSeed_2SEEDS">
      <a:dk1>
        <a:srgbClr val="000000"/>
      </a:dk1>
      <a:lt1>
        <a:srgbClr val="FFFFFF"/>
      </a:lt1>
      <a:dk2>
        <a:srgbClr val="23323E"/>
      </a:dk2>
      <a:lt2>
        <a:srgbClr val="E8E3E2"/>
      </a:lt2>
      <a:accent1>
        <a:srgbClr val="3B94B1"/>
      </a:accent1>
      <a:accent2>
        <a:srgbClr val="46B4A1"/>
      </a:accent2>
      <a:accent3>
        <a:srgbClr val="4D74C3"/>
      </a:accent3>
      <a:accent4>
        <a:srgbClr val="B13B58"/>
      </a:accent4>
      <a:accent5>
        <a:srgbClr val="C3604D"/>
      </a:accent5>
      <a:accent6>
        <a:srgbClr val="B1803B"/>
      </a:accent6>
      <a:hlink>
        <a:srgbClr val="BF5F3F"/>
      </a:hlink>
      <a:folHlink>
        <a:srgbClr val="7F7F7F"/>
      </a:folHlink>
    </a:clrScheme>
    <a:fontScheme name="Blob">
      <a:majorFont>
        <a:latin typeface="The Hand Extrablack"/>
        <a:ea typeface=""/>
        <a:cs typeface=""/>
      </a:majorFont>
      <a:minorFont>
        <a:latin typeface="Sagona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7C217F3DDE15439660C8A0FD095BFF" ma:contentTypeVersion="0" ma:contentTypeDescription="Create a new document." ma:contentTypeScope="" ma:versionID="178f27c8fb24e2f942a45cfe98f3550d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394BD2CB-0752-4899-AB4C-957BE9E895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939EE48E-5F96-4513-B66C-76E5825B69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8F8C35-1BF6-48A4-9AD1-A2125A793F09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808</TotalTime>
  <Words>891</Words>
  <Application>Microsoft Office PowerPoint</Application>
  <PresentationFormat>Diavoorstelling (4:3)</PresentationFormat>
  <Paragraphs>123</Paragraphs>
  <Slides>16</Slides>
  <Notes>11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8</vt:i4>
      </vt:variant>
      <vt:variant>
        <vt:lpstr>Thema</vt:lpstr>
      </vt:variant>
      <vt:variant>
        <vt:i4>2</vt:i4>
      </vt:variant>
      <vt:variant>
        <vt:lpstr>Diatitels</vt:lpstr>
      </vt:variant>
      <vt:variant>
        <vt:i4>16</vt:i4>
      </vt:variant>
    </vt:vector>
  </HeadingPairs>
  <TitlesOfParts>
    <vt:vector size="26" baseType="lpstr">
      <vt:lpstr>Aptos</vt:lpstr>
      <vt:lpstr>Arial</vt:lpstr>
      <vt:lpstr>Calibri</vt:lpstr>
      <vt:lpstr>Sagona Book</vt:lpstr>
      <vt:lpstr>The Hand Extrablack</vt:lpstr>
      <vt:lpstr>Tw Cen MT</vt:lpstr>
      <vt:lpstr>Wingdings</vt:lpstr>
      <vt:lpstr>Wingdings 2</vt:lpstr>
      <vt:lpstr>Median</vt:lpstr>
      <vt:lpstr>BlobVTI</vt:lpstr>
      <vt:lpstr>Grammar and basics</vt:lpstr>
      <vt:lpstr>Getting started: what do you already know?  FANBOYS</vt:lpstr>
      <vt:lpstr>Linking Words</vt:lpstr>
      <vt:lpstr>Linking words</vt:lpstr>
      <vt:lpstr>Although / though / even though</vt:lpstr>
      <vt:lpstr>Despite / in spite of</vt:lpstr>
      <vt:lpstr>The difference between although and despite</vt:lpstr>
      <vt:lpstr>Compare</vt:lpstr>
      <vt:lpstr>As or like?</vt:lpstr>
      <vt:lpstr>As or like?</vt:lpstr>
      <vt:lpstr>Relative Clauses</vt:lpstr>
      <vt:lpstr>PowerPoint-presentatie</vt:lpstr>
      <vt:lpstr>Who, which or that?</vt:lpstr>
      <vt:lpstr>Who, which or that?</vt:lpstr>
      <vt:lpstr>Who, which or that?</vt:lpstr>
      <vt:lpstr>Now You!</vt:lpstr>
    </vt:vector>
  </TitlesOfParts>
  <Company>Hogeschool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Grammar</dc:title>
  <dc:creator>marlies.devos</dc:creator>
  <cp:lastModifiedBy>Freek Metsch</cp:lastModifiedBy>
  <cp:revision>60</cp:revision>
  <cp:lastPrinted>2014-09-09T11:36:24Z</cp:lastPrinted>
  <dcterms:created xsi:type="dcterms:W3CDTF">2010-08-24T13:19:26Z</dcterms:created>
  <dcterms:modified xsi:type="dcterms:W3CDTF">2025-10-13T09:00:18Z</dcterms:modified>
</cp:coreProperties>
</file>