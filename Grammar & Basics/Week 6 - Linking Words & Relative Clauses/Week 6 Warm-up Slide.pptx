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0"/>
            <a:ext cx="609904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457200"/>
            <a:ext cx="54864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/>
              <a:t>Warm-up Activity:</a:t>
            </a:r>
          </a:p>
          <a:p>
            <a:pPr>
              <a:spcBef>
                <a:spcPts val="2800"/>
              </a:spcBef>
            </a:pPr>
            <a:r>
              <a:rPr sz="2400"/>
              <a:t>Spot the mistake. Correct each sentence on your worksheet.</a:t>
            </a:r>
          </a:p>
          <a:p>
            <a:pPr>
              <a:spcBef>
                <a:spcPts val="2800"/>
              </a:spcBef>
            </a:pPr>
            <a:r>
              <a:rPr sz="2400"/>
              <a:t>1. Although the rain, we went out.</a:t>
            </a:r>
          </a:p>
          <a:p>
            <a:pPr>
              <a:spcBef>
                <a:spcPts val="2800"/>
              </a:spcBef>
            </a:pPr>
            <a:r>
              <a:rPr sz="2400"/>
              <a:t>2. My teacher, that is very kind, helped me.</a:t>
            </a:r>
          </a:p>
          <a:p>
            <a:pPr>
              <a:spcBef>
                <a:spcPts val="2800"/>
              </a:spcBef>
            </a:pPr>
            <a:r>
              <a:rPr sz="2400"/>
              <a:t>3. If I would have money, I would travel.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8" y="137160"/>
            <a:ext cx="609904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800"/>
              <a:t>Fill in Attendance — edu.nl/pmc78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