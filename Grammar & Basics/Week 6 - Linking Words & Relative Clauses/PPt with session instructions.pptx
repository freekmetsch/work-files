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49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ek Metsch" userId="021ef47b-1d71-428a-9075-16ffbc2c7c18" providerId="ADAL" clId="{DD61898E-454F-4271-8CE6-EBBC6EC19E67}"/>
    <pc:docChg chg="undo custSel addSld delSld modSld">
      <pc:chgData name="Freek Metsch" userId="021ef47b-1d71-428a-9075-16ffbc2c7c18" providerId="ADAL" clId="{DD61898E-454F-4271-8CE6-EBBC6EC19E67}" dt="2025-03-12T12:58:09.547" v="673" actId="1076"/>
      <pc:docMkLst>
        <pc:docMk/>
      </pc:docMkLst>
      <pc:sldChg chg="addSp delSp modSp add del mod setBg modClrScheme chgLayout">
        <pc:chgData name="Freek Metsch" userId="021ef47b-1d71-428a-9075-16ffbc2c7c18" providerId="ADAL" clId="{DD61898E-454F-4271-8CE6-EBBC6EC19E67}" dt="2025-03-12T12:58:09.547" v="673" actId="1076"/>
        <pc:sldMkLst>
          <pc:docMk/>
          <pc:sldMk cId="1679811417" sldId="449"/>
        </pc:sldMkLst>
        <pc:spChg chg="add mod">
          <ac:chgData name="Freek Metsch" userId="021ef47b-1d71-428a-9075-16ffbc2c7c18" providerId="ADAL" clId="{DD61898E-454F-4271-8CE6-EBBC6EC19E67}" dt="2025-03-12T12:58:09.547" v="673" actId="1076"/>
          <ac:spMkLst>
            <pc:docMk/>
            <pc:sldMk cId="1679811417" sldId="449"/>
            <ac:spMk id="6" creationId="{2689DA7C-312E-66B5-F984-35E9E86E1412}"/>
          </ac:spMkLst>
        </pc:spChg>
        <pc:spChg chg="mod ord">
          <ac:chgData name="Freek Metsch" userId="021ef47b-1d71-428a-9075-16ffbc2c7c18" providerId="ADAL" clId="{DD61898E-454F-4271-8CE6-EBBC6EC19E67}" dt="2025-03-12T12:57:50.988" v="669" actId="20577"/>
          <ac:spMkLst>
            <pc:docMk/>
            <pc:sldMk cId="1679811417" sldId="449"/>
            <ac:spMk id="12" creationId="{FB935B4C-41D1-7A52-AB51-EB12286DB4AB}"/>
          </ac:spMkLst>
        </pc:spChg>
        <pc:picChg chg="add mod modCrop">
          <ac:chgData name="Freek Metsch" userId="021ef47b-1d71-428a-9075-16ffbc2c7c18" providerId="ADAL" clId="{DD61898E-454F-4271-8CE6-EBBC6EC19E67}" dt="2025-03-12T12:57:39.472" v="650" actId="1076"/>
          <ac:picMkLst>
            <pc:docMk/>
            <pc:sldMk cId="1679811417" sldId="449"/>
            <ac:picMk id="3" creationId="{97914868-399E-54BE-5E35-32D9C8ACFC60}"/>
          </ac:picMkLst>
        </pc:picChg>
      </pc:sldChg>
    </pc:docChg>
  </pc:docChgLst>
  <pc:docChgLst>
    <pc:chgData name="Freek Metsch" userId="021ef47b-1d71-428a-9075-16ffbc2c7c18" providerId="ADAL" clId="{B9E122D2-E555-48EA-832C-4E5095FFF7DE}"/>
    <pc:docChg chg="custSel modSld">
      <pc:chgData name="Freek Metsch" userId="021ef47b-1d71-428a-9075-16ffbc2c7c18" providerId="ADAL" clId="{B9E122D2-E555-48EA-832C-4E5095FFF7DE}" dt="2025-03-18T08:27:50.039" v="453" actId="1076"/>
      <pc:docMkLst>
        <pc:docMk/>
      </pc:docMkLst>
      <pc:sldChg chg="modSp mod">
        <pc:chgData name="Freek Metsch" userId="021ef47b-1d71-428a-9075-16ffbc2c7c18" providerId="ADAL" clId="{B9E122D2-E555-48EA-832C-4E5095FFF7DE}" dt="2025-03-18T08:27:50.039" v="453" actId="1076"/>
        <pc:sldMkLst>
          <pc:docMk/>
          <pc:sldMk cId="1679811417" sldId="449"/>
        </pc:sldMkLst>
        <pc:spChg chg="mod">
          <ac:chgData name="Freek Metsch" userId="021ef47b-1d71-428a-9075-16ffbc2c7c18" providerId="ADAL" clId="{B9E122D2-E555-48EA-832C-4E5095FFF7DE}" dt="2025-03-18T08:27:50.039" v="453" actId="1076"/>
          <ac:spMkLst>
            <pc:docMk/>
            <pc:sldMk cId="1679811417" sldId="449"/>
            <ac:spMk id="12" creationId="{FB935B4C-41D1-7A52-AB51-EB12286DB4A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64633-6794-494E-BAFC-ABE857DEE7EA}" type="datetimeFigureOut">
              <a:rPr lang="en-NL" smtClean="0"/>
              <a:t>18/03/2025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0F2D7-4299-44B2-A5B2-BFA7B4E9487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497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0F2D7-4299-44B2-A5B2-BFA7B4E94871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52684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FB1B7-5B8C-0864-ACB7-D1D8E59E8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77A36-6A41-0B8B-E183-16B844471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E6EB2-B6E2-426C-2A35-A87CB857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2D19-24AA-48CC-87F0-E7DFABBB447E}" type="datetimeFigureOut">
              <a:rPr lang="en-NL" smtClean="0"/>
              <a:t>18/03/2025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ECECD-F2D7-BEBC-B75E-21AF3CC6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919D2-833C-2D21-AD62-6BC2D21B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AE17-C13E-4F04-A952-1372851CAD2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5936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2FC8E-8C87-F132-A01E-9280B6C02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67586-166E-335C-BEB5-CA561C03F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2D3BE-C7D8-0947-EC0D-E57740412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2D19-24AA-48CC-87F0-E7DFABBB447E}" type="datetimeFigureOut">
              <a:rPr lang="en-NL" smtClean="0"/>
              <a:t>18/03/2025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D1070-4D03-FFF5-7AC5-45D5E70A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4B87B-960D-BE99-2A07-6863B9CAB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AE17-C13E-4F04-A952-1372851CAD2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77676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B4A3A-6D47-28B7-3A62-1242B1D28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74319-8387-4250-869A-DF3879ED9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27CC9-5A4C-0160-D806-442662D0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2D19-24AA-48CC-87F0-E7DFABBB447E}" type="datetimeFigureOut">
              <a:rPr lang="en-NL" smtClean="0"/>
              <a:t>18/03/2025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83C29-E422-3C9A-7C38-D7C220EC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4FD8D-F391-CFA9-EFF4-B0C26C439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AE17-C13E-4F04-A952-1372851CAD2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65590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492EB-24F4-D35F-B506-185F5DF6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98DEA-B619-32E7-FD35-16CF35CC5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C616F-9CA3-B387-BB2F-8AE122BF5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60893-B70A-CF28-AFB5-1A2ABEFF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2D19-24AA-48CC-87F0-E7DFABBB447E}" type="datetimeFigureOut">
              <a:rPr lang="en-NL" smtClean="0"/>
              <a:t>18/03/2025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8542-6423-772F-7B9D-FBF87E68F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7F763-638A-7242-3CDA-9CF0EC2C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AE17-C13E-4F04-A952-1372851CAD2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8534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09834-86F9-900A-CA1E-835005690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3A1B1-CC59-F336-5362-6F494CDC0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AE674-D696-FFE0-1C83-9075CD816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1AD75B-1929-6490-271D-CAC17F38D8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5039DD-AD8A-5B66-1E4A-3ECD4EDE3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CEE5AF-F31C-DD3C-669C-12C40C4EE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2D19-24AA-48CC-87F0-E7DFABBB447E}" type="datetimeFigureOut">
              <a:rPr lang="en-NL" smtClean="0"/>
              <a:t>18/03/2025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794FEE-C7DC-60C3-D8CA-F203C9EC3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AAC173-D01F-74E3-70E8-F11EF0D7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AE17-C13E-4F04-A952-1372851CAD2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5101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A8E0-2E9B-C354-8344-0F356F13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F36E5-D7F5-FEEC-488F-B55970E74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2D19-24AA-48CC-87F0-E7DFABBB447E}" type="datetimeFigureOut">
              <a:rPr lang="en-NL" smtClean="0"/>
              <a:t>18/03/2025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BDDFDD-3812-F973-3794-30D425AF0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92AB4-540F-17D5-550B-4DF717516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AE17-C13E-4F04-A952-1372851CAD2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48031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FAB33-1387-0B04-F1A6-70E6C050B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2D19-24AA-48CC-87F0-E7DFABBB447E}" type="datetimeFigureOut">
              <a:rPr lang="en-NL" smtClean="0"/>
              <a:t>18/03/2025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F9C60-088B-75AD-C069-64708A28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1560C-4D5B-7E5E-42ED-DA625D6B8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AE17-C13E-4F04-A952-1372851CAD2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24297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26F8B-4042-87C4-AE87-EC28524C8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955EE-DA95-06D1-E5F6-5C1995B5D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825CD-8FE1-6EBA-0078-509BEDECA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A26C9-F8A4-7962-D455-8F7EADC4C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2D19-24AA-48CC-87F0-E7DFABBB447E}" type="datetimeFigureOut">
              <a:rPr lang="en-NL" smtClean="0"/>
              <a:t>18/03/2025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E7238-EC2B-6D6C-9EDB-5AE52FDC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7BC87-C578-4B1B-46E1-EC3D1FDE0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AE17-C13E-4F04-A952-1372851CAD2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350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5469-060A-CEDB-08B4-6D52CA930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CC0218-C244-955C-BCF8-D217752DC6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D0641-47CE-6145-F7A0-D6E2A245D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B638B-BBD1-FAC7-3047-D59FF1391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2D19-24AA-48CC-87F0-E7DFABBB447E}" type="datetimeFigureOut">
              <a:rPr lang="en-NL" smtClean="0"/>
              <a:t>18/03/2025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1A44B-9BEF-432B-9C49-770E9B81A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093E9-A2ED-23E5-7A9A-82E9D882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AE17-C13E-4F04-A952-1372851CAD2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031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D6C0-3872-6E16-124E-0C54660C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632C6-D063-876B-EA3F-D2E5AFB00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F5C0C-8455-467C-253C-DA35BF70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2D19-24AA-48CC-87F0-E7DFABBB447E}" type="datetimeFigureOut">
              <a:rPr lang="en-NL" smtClean="0"/>
              <a:t>18/03/2025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2F004-006D-2475-8316-C680C78FB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84C2E-DE65-C9F5-F3B6-A4857041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AE17-C13E-4F04-A952-1372851CAD2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2981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F80B4D-4E6E-53CE-8740-AC7FA9160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AA702-E843-8BC1-EC83-ACC0937CB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ED7F3-8471-94A0-E8A3-89AF327B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2D19-24AA-48CC-87F0-E7DFABBB447E}" type="datetimeFigureOut">
              <a:rPr lang="en-NL" smtClean="0"/>
              <a:t>18/03/2025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17F14-7DA6-60EE-81D1-15210E8E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8D078-37BB-40C5-C877-AF286C9BE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2AE17-C13E-4F04-A952-1372851CAD2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21407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_righ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FBC3-ED3E-E346-8A6C-5F4B5A27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18" y="692150"/>
            <a:ext cx="5038758" cy="13144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C5071E-DEB1-5349-80F8-FD30600D1A4F}"/>
              </a:ext>
            </a:extLst>
          </p:cNvPr>
          <p:cNvGrpSpPr/>
          <p:nvPr userDrawn="1"/>
        </p:nvGrpSpPr>
        <p:grpSpPr>
          <a:xfrm>
            <a:off x="11496600" y="332656"/>
            <a:ext cx="407011" cy="348834"/>
            <a:chOff x="11496600" y="332656"/>
            <a:chExt cx="407011" cy="348834"/>
          </a:xfrm>
        </p:grpSpPr>
        <p:sp>
          <p:nvSpPr>
            <p:cNvPr id="9" name="Shape">
              <a:extLst>
                <a:ext uri="{FF2B5EF4-FFF2-40B4-BE49-F238E27FC236}">
                  <a16:creationId xmlns:a16="http://schemas.microsoft.com/office/drawing/2014/main" id="{2CE958C3-F4D3-E843-A6D4-76DFB2C4A023}"/>
                </a:ext>
              </a:extLst>
            </p:cNvPr>
            <p:cNvSpPr/>
            <p:nvPr userDrawn="1"/>
          </p:nvSpPr>
          <p:spPr>
            <a:xfrm>
              <a:off x="11612917" y="332656"/>
              <a:ext cx="58111" cy="145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10" name="Shape">
              <a:extLst>
                <a:ext uri="{FF2B5EF4-FFF2-40B4-BE49-F238E27FC236}">
                  <a16:creationId xmlns:a16="http://schemas.microsoft.com/office/drawing/2014/main" id="{50EE41ED-CA76-C74A-8CAC-C076B914ED93}"/>
                </a:ext>
              </a:extLst>
            </p:cNvPr>
            <p:cNvSpPr/>
            <p:nvPr userDrawn="1"/>
          </p:nvSpPr>
          <p:spPr>
            <a:xfrm>
              <a:off x="11612917" y="536212"/>
              <a:ext cx="58111" cy="145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F31FC9A2-F74A-1440-9A97-A7C3850470E9}"/>
                </a:ext>
              </a:extLst>
            </p:cNvPr>
            <p:cNvSpPr/>
            <p:nvPr userDrawn="1"/>
          </p:nvSpPr>
          <p:spPr>
            <a:xfrm>
              <a:off x="11496600" y="332656"/>
              <a:ext cx="58111" cy="348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5602B6CB-0F5B-6444-9846-E680D97AFF53}"/>
                </a:ext>
              </a:extLst>
            </p:cNvPr>
            <p:cNvSpPr/>
            <p:nvPr userDrawn="1"/>
          </p:nvSpPr>
          <p:spPr>
            <a:xfrm>
              <a:off x="11729235" y="332656"/>
              <a:ext cx="174376" cy="26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800"/>
                    <a:pt x="10801" y="16800"/>
                  </a:cubicBezTo>
                  <a:cubicBezTo>
                    <a:pt x="8806" y="16800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3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</p:grp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9138128-17AB-854A-87C5-474124C4B4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30FADE4-92C6-9246-81A9-6C011B4915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2349500"/>
            <a:ext cx="5040312" cy="4103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53B78A0-FC1E-0141-B817-97FE1F17C6E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91A6E72-C2A1-40F6-A5C6-91F7A00F0FE9}" type="datetime4">
              <a:rPr lang="nl-NL" smtClean="0"/>
              <a:t>18 maart 2025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CE54B19-EE2B-4846-A5C8-74DE37E7ECE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Learning Team Session - 3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1590203-F9A0-5549-A201-0A9C895BAB5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C1B0D69-B8A6-8744-9E7E-380CD2AD97F8}" type="slidenum">
              <a:rPr lang="nl-NL" noProof="0" smtClean="0"/>
              <a:pPr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24842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FF500A-E00E-5DEA-C0D2-49D5CB9E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78A97-C437-4C23-B252-DB681FE99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97F73-C5C7-6999-6D5F-835FCBFDF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EE2D19-24AA-48CC-87F0-E7DFABBB447E}" type="datetimeFigureOut">
              <a:rPr lang="en-NL" smtClean="0"/>
              <a:t>18/03/2025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7E922-CF35-3374-4A18-5B1DE8B79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61F44-7499-8665-72DA-17A613AEA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2AE17-C13E-4F04-A952-1372851CAD2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811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forms.office.com/e/9xF4TLDXZ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on a grey background&#10;&#10;AI-generated content may be incorrect.">
            <a:extLst>
              <a:ext uri="{FF2B5EF4-FFF2-40B4-BE49-F238E27FC236}">
                <a16:creationId xmlns:a16="http://schemas.microsoft.com/office/drawing/2014/main" id="{97914868-399E-54BE-5E35-32D9C8ACF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6" t="20754" r="17213" b="7810"/>
          <a:stretch/>
        </p:blipFill>
        <p:spPr>
          <a:xfrm>
            <a:off x="5829600" y="0"/>
            <a:ext cx="6616896" cy="7132321"/>
          </a:xfrm>
          <a:prstGeom prst="rect">
            <a:avLst/>
          </a:prstGeo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B935B4C-41D1-7A52-AB51-EB12286DB4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1135" y="626364"/>
            <a:ext cx="5040312" cy="58795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Done with attendance?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Come</a:t>
            </a:r>
            <a:r>
              <a:rPr lang="en-US" dirty="0"/>
              <a:t> get the worksheets from the front.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Topics for this session:</a:t>
            </a:r>
          </a:p>
          <a:p>
            <a:r>
              <a:rPr lang="en-US" dirty="0"/>
              <a:t>Passive Voice</a:t>
            </a:r>
          </a:p>
          <a:p>
            <a:r>
              <a:rPr lang="en-US" dirty="0"/>
              <a:t>Conditionals</a:t>
            </a:r>
          </a:p>
          <a:p>
            <a:r>
              <a:rPr lang="en-US" dirty="0"/>
              <a:t>Adjectives &amp; Adverbs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Choose</a:t>
            </a:r>
            <a:r>
              <a:rPr lang="en-US" dirty="0"/>
              <a:t> what to start working 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PPTs are in the Teams environment to support your work.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89DA7C-312E-66B5-F984-35E9E86E1412}"/>
              </a:ext>
            </a:extLst>
          </p:cNvPr>
          <p:cNvSpPr txBox="1"/>
          <p:nvPr/>
        </p:nvSpPr>
        <p:spPr>
          <a:xfrm>
            <a:off x="5829601" y="374905"/>
            <a:ext cx="63623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u="sng" dirty="0">
                <a:solidFill>
                  <a:schemeClr val="bg1"/>
                </a:solidFill>
              </a:rPr>
              <a:t>Fill in Attendance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https://forms.office.com/e/9xF4TLDXZZ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9811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60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Freek Metsch</dc:creator>
  <cp:lastModifiedBy>Freek Metsch</cp:lastModifiedBy>
  <cp:revision>1</cp:revision>
  <dcterms:created xsi:type="dcterms:W3CDTF">2025-02-28T16:30:15Z</dcterms:created>
  <dcterms:modified xsi:type="dcterms:W3CDTF">2025-03-18T08:27:51Z</dcterms:modified>
</cp:coreProperties>
</file>