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78961D2E-5EE5-4A49-B449-808E09522307}"/>
    <pc:docChg chg="custSel modSld">
      <pc:chgData name="Freek Metsch" userId="021ef47b-1d71-428a-9075-16ffbc2c7c18" providerId="ADAL" clId="{78961D2E-5EE5-4A49-B449-808E09522307}" dt="2025-02-04T11:29:10.142" v="204" actId="115"/>
      <pc:docMkLst>
        <pc:docMk/>
      </pc:docMkLst>
      <pc:sldChg chg="modSp mod">
        <pc:chgData name="Freek Metsch" userId="021ef47b-1d71-428a-9075-16ffbc2c7c18" providerId="ADAL" clId="{78961D2E-5EE5-4A49-B449-808E09522307}" dt="2025-02-04T10:20:29.393" v="138" actId="313"/>
        <pc:sldMkLst>
          <pc:docMk/>
          <pc:sldMk cId="3059968842" sldId="256"/>
        </pc:sldMkLst>
      </pc:sldChg>
      <pc:sldChg chg="addSp modSp mod setBg">
        <pc:chgData name="Freek Metsch" userId="021ef47b-1d71-428a-9075-16ffbc2c7c18" providerId="ADAL" clId="{78961D2E-5EE5-4A49-B449-808E09522307}" dt="2025-01-30T15:16:10.303" v="42" actId="26606"/>
        <pc:sldMkLst>
          <pc:docMk/>
          <pc:sldMk cId="467524172" sldId="257"/>
        </pc:sldMkLst>
      </pc:sldChg>
      <pc:sldChg chg="addSp modSp mod setBg">
        <pc:chgData name="Freek Metsch" userId="021ef47b-1d71-428a-9075-16ffbc2c7c18" providerId="ADAL" clId="{78961D2E-5EE5-4A49-B449-808E09522307}" dt="2025-02-04T11:29:10.142" v="204" actId="115"/>
        <pc:sldMkLst>
          <pc:docMk/>
          <pc:sldMk cId="2151003120" sldId="258"/>
        </pc:sldMkLst>
      </pc:sldChg>
    </pc:docChg>
  </pc:docChgLst>
  <pc:docChgLst>
    <pc:chgData name="Freek Metsch" userId="021ef47b-1d71-428a-9075-16ffbc2c7c18" providerId="ADAL" clId="{CFFBB34B-61C9-4BA0-B591-0BD7F6F418B3}"/>
    <pc:docChg chg="custSel modSld">
      <pc:chgData name="Freek Metsch" userId="021ef47b-1d71-428a-9075-16ffbc2c7c18" providerId="ADAL" clId="{CFFBB34B-61C9-4BA0-B591-0BD7F6F418B3}" dt="2025-09-01T12:11:14.007" v="76" actId="20577"/>
      <pc:docMkLst>
        <pc:docMk/>
      </pc:docMkLst>
      <pc:sldChg chg="modSp mod">
        <pc:chgData name="Freek Metsch" userId="021ef47b-1d71-428a-9075-16ffbc2c7c18" providerId="ADAL" clId="{CFFBB34B-61C9-4BA0-B591-0BD7F6F418B3}" dt="2025-09-01T12:11:14.007" v="76" actId="20577"/>
        <pc:sldMkLst>
          <pc:docMk/>
          <pc:sldMk cId="3059968842" sldId="256"/>
        </pc:sldMkLst>
        <pc:spChg chg="mod">
          <ac:chgData name="Freek Metsch" userId="021ef47b-1d71-428a-9075-16ffbc2c7c18" providerId="ADAL" clId="{CFFBB34B-61C9-4BA0-B591-0BD7F6F418B3}" dt="2025-09-01T12:11:14.007" v="76" actId="20577"/>
          <ac:spMkLst>
            <pc:docMk/>
            <pc:sldMk cId="3059968842" sldId="256"/>
            <ac:spMk id="5" creationId="{D237F741-CAA8-628B-E364-B80EDD6AD84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B65C-CD1E-634A-5AFC-FA0AAB014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83A30-A0D8-6C72-72CC-3FB5C702E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68E81-109E-60C1-64B9-C47E47C83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068ED-314C-E80C-561D-3BA5C5D50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4B216-1DC3-1C7B-F682-C1C8249F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2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E477-3DED-8D2F-6B14-3BF3D0B5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998C3-37C4-2054-FDE5-13865D477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8DF9D-8D12-F9A5-D5D2-B8C23A7D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BD23F-9662-0972-9AA0-3FF4404C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D58BA-92B5-8040-C631-3026075F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29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7FE0-64F1-EEB9-B215-6022F5CE2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C7D56-B625-0EDB-B261-BC346D4B9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1F6E5-D7A9-9EBE-BFA1-A96A5A4D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D10AA-63DD-E2BE-E4A0-213AC34E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54679-D56C-A8D9-0368-B8B50452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935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C7B1-5DE6-6EE7-7ECB-0CBB0BEC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20C13-FF69-E8EC-AC48-26DB3A4FD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51489-C6EF-710E-4905-2F0C238AF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7DC20-C1B3-A1CD-BDE0-0D3B1175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2F0D4-D3B9-4845-CD2D-DF671489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31A25-DBA2-CED6-62F6-5E019B5E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73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9368-6B02-1227-A512-BADC626EF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84A9B-0889-5B3B-B42B-3C664E609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05B5F-DC02-59FD-8A8F-48F7A4B5F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C56B7-35BB-FCD5-FE31-3F35B53B2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7D4F0-61C8-6A99-BCA3-2473BDE45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D7B265-5DF0-95FA-D179-B76944FB9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D0D8A-D50A-B69C-B4F5-510FE23F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603232-D7A8-0D6A-2EDB-CAA660D9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80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F5002-D31B-617B-6EC8-69212363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C8C521-BFFA-57E3-B973-1E8C00643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4A3C0-1A45-E3C7-3399-1992FDDC9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84467-A154-FB55-DC1F-FCA36855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91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F70F7-4D2F-D9D4-A969-F7DC12A1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E84724-39A4-8EA2-9218-9BE9E672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391F8-6753-DBC9-6B45-50307DC4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74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A2632-6F7C-C44E-EC28-3484B6259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2E70-04C4-F6B2-3A53-8C56A93F7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8D301-0688-A8BE-C55C-90661E19E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73D01-5E17-341F-859C-808F8645E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86419-FF7D-793C-B5EE-076B1AD8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246AF-35A6-D270-1533-4DF3F52F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14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0959A-51FA-E2EB-B1FC-AD70E741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99AFBC-945D-B0B3-9AFF-A1EEA5ADE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0A7EF-AF25-B292-B87C-D5F991925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E4B33-B21B-26CB-5253-0CCEB63B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A209C-6BC8-16CD-10DE-84E8C1006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CAD94-D0AE-C643-E669-14487704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4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64AE-CDD6-9649-B185-C3DE9BE5E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B4F57-4C0C-4ECB-EF99-B179B9607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62960-6DB2-5259-8952-E62F40A1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349C5-F9E7-031A-E98F-86155A3CF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A73A4-51F3-2B14-C00D-0E96E2ED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1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31A62-09EE-2A7C-AFC3-8DC0BF871B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2570F-E4D7-4EDB-B64C-AFAB0CC01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7328F-2EA3-D7E2-4565-9C630C589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6FBCA-6DFE-B562-2CCF-C67AA9C8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016EB-FBE1-1859-3FC0-1FC51434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38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51AEA7-2095-2F30-C54F-F0A13BB3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8B40A-FAAF-01CC-5423-47C7D673A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42666-5AC8-F09E-2311-FC7FAC26B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8FEAE-582F-4EE2-B34E-A684CACF2C2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1C21F-24F5-B697-6892-AB2B4F92C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84680-F44B-1D37-A110-145FBFCBF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5E350-FDD8-40FD-B316-415991C7404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54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892DB-F507-4AC2-B525-28D85F8BD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GB" dirty="0"/>
              <a:t>Startup Check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person in a tie making a gesture with his hands&#10;&#10;Description automatically generated">
            <a:extLst>
              <a:ext uri="{FF2B5EF4-FFF2-40B4-BE49-F238E27FC236}">
                <a16:creationId xmlns:a16="http://schemas.microsoft.com/office/drawing/2014/main" id="{FBD971FD-D83E-1108-0737-DCD6B66F0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353553"/>
            <a:ext cx="4777381" cy="398115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E5029-8647-60EE-6AED-5827E6460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/>
              <a:t>Do you have a laptop/tablet?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Can you connect to the WIFI? -&gt; </a:t>
            </a:r>
            <a:r>
              <a:rPr lang="en-GB" err="1"/>
              <a:t>Eduroam</a:t>
            </a:r>
            <a:endParaRPr lang="en-GB"/>
          </a:p>
          <a:p>
            <a:pPr lvl="1"/>
            <a:r>
              <a:rPr lang="en-GB" b="0" i="0">
                <a:effectLst/>
                <a:latin typeface="Times New Roman" panose="02020603050405020304" pitchFamily="18" charset="0"/>
              </a:rPr>
              <a:t>Name: [student email address]</a:t>
            </a:r>
          </a:p>
          <a:p>
            <a:pPr lvl="1"/>
            <a:r>
              <a:rPr lang="en-GB" b="0" i="0">
                <a:effectLst/>
                <a:latin typeface="Times New Roman" panose="02020603050405020304" pitchFamily="18" charset="0"/>
              </a:rPr>
              <a:t>Password: [your password]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Do you have Microsoft Teams?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Have you been added to the </a:t>
            </a:r>
            <a:r>
              <a:rPr lang="en-GB" b="1"/>
              <a:t>Canvas? </a:t>
            </a:r>
            <a:r>
              <a:rPr lang="en-GB"/>
              <a:t>-&gt; If not, come write down your name in the front.</a:t>
            </a:r>
          </a:p>
        </p:txBody>
      </p:sp>
    </p:spTree>
    <p:extLst>
      <p:ext uri="{BB962C8B-B14F-4D97-AF65-F5344CB8AC3E}">
        <p14:creationId xmlns:p14="http://schemas.microsoft.com/office/powerpoint/2010/main" val="46752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9168D4-CB5B-16F0-976A-D4484BE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b="1" dirty="0"/>
              <a:t>Diagnostic Test / Formative Test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37F741-CAA8-628B-E364-B80EDD6AD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328"/>
            <a:ext cx="10820400" cy="5184648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You can find the Grammar and Basics Diagnostic Test on </a:t>
            </a:r>
            <a:r>
              <a:rPr lang="en-GB" sz="3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Testvision</a:t>
            </a:r>
            <a:r>
              <a:rPr lang="en-GB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all of September</a:t>
            </a:r>
          </a:p>
          <a:p>
            <a:pPr algn="l"/>
            <a:r>
              <a:rPr lang="en-GB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Go to </a:t>
            </a:r>
            <a:r>
              <a:rPr lang="en-GB" sz="3600" b="0" i="0" u="sng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</a:rPr>
              <a:t>hu.testvision.nl/online/</a:t>
            </a:r>
            <a:r>
              <a:rPr lang="en-GB" sz="3600" b="0" i="0" u="sng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</a:rPr>
              <a:t>kandidaten</a:t>
            </a:r>
            <a:endParaRPr lang="en-GB" sz="3600" b="0" i="0" u="sng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pPr algn="l"/>
            <a:r>
              <a:rPr lang="en-GB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Log in with your own details</a:t>
            </a:r>
          </a:p>
          <a:p>
            <a:pPr lvl="1"/>
            <a:r>
              <a:rPr lang="en-GB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Name: [student email address]</a:t>
            </a:r>
          </a:p>
          <a:p>
            <a:pPr lvl="1"/>
            <a:r>
              <a:rPr lang="en-GB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Password: [your password]</a:t>
            </a:r>
            <a:endParaRPr lang="en-GB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GB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Go to ‘</a:t>
            </a:r>
            <a:r>
              <a:rPr lang="en-GB" sz="3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inschrijven</a:t>
            </a:r>
            <a:r>
              <a:rPr lang="en-GB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’</a:t>
            </a:r>
          </a:p>
          <a:p>
            <a:r>
              <a:rPr lang="en-GB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Enrol for the ‘diagnostic test’</a:t>
            </a:r>
          </a:p>
          <a:p>
            <a:r>
              <a:rPr lang="en-GB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Go back to the main menu</a:t>
            </a:r>
          </a:p>
          <a:p>
            <a:r>
              <a:rPr lang="en-GB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Go to ‘</a:t>
            </a:r>
            <a:r>
              <a:rPr lang="en-GB" sz="3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toets</a:t>
            </a:r>
            <a:r>
              <a:rPr lang="en-GB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3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maken</a:t>
            </a:r>
            <a:r>
              <a:rPr lang="en-GB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’</a:t>
            </a:r>
          </a:p>
          <a:p>
            <a:pPr marL="0" indent="0">
              <a:buNone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059968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38132-54C0-BE90-185E-05AA87106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400"/>
              <a:t>Finished?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AE868-4DF7-AB75-E85A-28FF1B3ED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b="1" u="sng" dirty="0"/>
              <a:t>Go back</a:t>
            </a:r>
            <a:r>
              <a:rPr lang="en-GB" sz="2000" b="1" dirty="0"/>
              <a:t> </a:t>
            </a:r>
            <a:r>
              <a:rPr lang="en-GB" sz="2000" dirty="0"/>
              <a:t>to the main menu and click ‘</a:t>
            </a:r>
            <a:r>
              <a:rPr lang="en-GB" sz="2000" dirty="0" err="1"/>
              <a:t>resultaten</a:t>
            </a:r>
            <a:r>
              <a:rPr lang="en-GB" sz="2000" dirty="0"/>
              <a:t> </a:t>
            </a:r>
            <a:r>
              <a:rPr lang="en-GB" sz="2000" dirty="0" err="1"/>
              <a:t>bekijken</a:t>
            </a:r>
            <a:r>
              <a:rPr lang="en-GB" sz="2000" dirty="0"/>
              <a:t>’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b="1" u="sng" dirty="0"/>
              <a:t>Note</a:t>
            </a:r>
            <a:r>
              <a:rPr lang="en-GB" sz="2000" dirty="0"/>
              <a:t> down any topics that you find need additional attention.</a:t>
            </a:r>
          </a:p>
          <a:p>
            <a:pPr lvl="1"/>
            <a:r>
              <a:rPr lang="en-GB" sz="2000" dirty="0"/>
              <a:t>Note: 70% results in a 6 for the course.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b="1" u="sng" dirty="0"/>
              <a:t>Read</a:t>
            </a:r>
            <a:r>
              <a:rPr lang="en-GB" sz="2000" dirty="0"/>
              <a:t> the Canvas for next session.</a:t>
            </a:r>
          </a:p>
          <a:p>
            <a:pPr marL="0" indent="0">
              <a:buNone/>
            </a:pPr>
            <a:r>
              <a:rPr lang="en-GB" sz="2000" dirty="0"/>
              <a:t>See you next session!</a:t>
            </a:r>
          </a:p>
        </p:txBody>
      </p:sp>
      <p:pic>
        <p:nvPicPr>
          <p:cNvPr id="5" name="Picture 4" descr="A cartoon character waving in the ocean&#10;&#10;Description automatically generated">
            <a:extLst>
              <a:ext uri="{FF2B5EF4-FFF2-40B4-BE49-F238E27FC236}">
                <a16:creationId xmlns:a16="http://schemas.microsoft.com/office/drawing/2014/main" id="{637DFAE9-8A21-0298-E2B1-4C5FFDAEF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416074"/>
            <a:ext cx="5458968" cy="402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03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181</Words>
  <Application>Microsoft Office PowerPoint</Application>
  <PresentationFormat>Breedbeeld</PresentationFormat>
  <Paragraphs>23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Times New Roman</vt:lpstr>
      <vt:lpstr>Office Theme</vt:lpstr>
      <vt:lpstr>Startup Check</vt:lpstr>
      <vt:lpstr>Diagnostic Test / Formative Test</vt:lpstr>
      <vt:lpstr>Finished?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Freek Metsch</dc:creator>
  <cp:lastModifiedBy>Freek Metsch</cp:lastModifiedBy>
  <cp:revision>2</cp:revision>
  <dcterms:created xsi:type="dcterms:W3CDTF">2024-09-03T11:20:07Z</dcterms:created>
  <dcterms:modified xsi:type="dcterms:W3CDTF">2026-02-02T08:05:39Z</dcterms:modified>
</cp:coreProperties>
</file>