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4"/>
  </p:sldMasterIdLst>
  <p:notesMasterIdLst>
    <p:notesMasterId r:id="rId40"/>
  </p:notesMasterIdLst>
  <p:sldIdLst>
    <p:sldId id="256" r:id="rId5"/>
    <p:sldId id="353" r:id="rId6"/>
    <p:sldId id="332" r:id="rId7"/>
    <p:sldId id="349" r:id="rId8"/>
    <p:sldId id="333" r:id="rId9"/>
    <p:sldId id="334" r:id="rId10"/>
    <p:sldId id="335" r:id="rId11"/>
    <p:sldId id="336" r:id="rId12"/>
    <p:sldId id="337" r:id="rId13"/>
    <p:sldId id="355" r:id="rId14"/>
    <p:sldId id="357" r:id="rId15"/>
    <p:sldId id="356" r:id="rId16"/>
    <p:sldId id="375" r:id="rId17"/>
    <p:sldId id="380" r:id="rId18"/>
    <p:sldId id="317" r:id="rId19"/>
    <p:sldId id="358" r:id="rId20"/>
    <p:sldId id="339" r:id="rId21"/>
    <p:sldId id="340" r:id="rId22"/>
    <p:sldId id="341" r:id="rId23"/>
    <p:sldId id="384" r:id="rId24"/>
    <p:sldId id="371" r:id="rId25"/>
    <p:sldId id="359" r:id="rId26"/>
    <p:sldId id="344" r:id="rId27"/>
    <p:sldId id="385" r:id="rId28"/>
    <p:sldId id="347" r:id="rId29"/>
    <p:sldId id="360" r:id="rId30"/>
    <p:sldId id="382" r:id="rId31"/>
    <p:sldId id="373" r:id="rId32"/>
    <p:sldId id="361" r:id="rId33"/>
    <p:sldId id="365" r:id="rId34"/>
    <p:sldId id="368" r:id="rId35"/>
    <p:sldId id="374" r:id="rId36"/>
    <p:sldId id="383" r:id="rId37"/>
    <p:sldId id="378" r:id="rId38"/>
    <p:sldId id="379" r:id="rId39"/>
  </p:sldIdLst>
  <p:sldSz cx="9144000" cy="6858000" type="screen4x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0C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CD4230-FA29-4A77-8AF1-49E84321F485}" v="227" dt="2025-09-11T19:58:04.2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8" d="100"/>
          <a:sy n="58" d="100"/>
        </p:scale>
        <p:origin x="648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de France" userId="fbd91d28-26b5-4f93-b162-d3fc612d7479" providerId="ADAL" clId="{5CCD4230-FA29-4A77-8AF1-49E84321F485}"/>
    <pc:docChg chg="undo custSel addSld delSld modSld">
      <pc:chgData name="Thomas de France" userId="fbd91d28-26b5-4f93-b162-d3fc612d7479" providerId="ADAL" clId="{5CCD4230-FA29-4A77-8AF1-49E84321F485}" dt="2025-09-11T20:03:10.275" v="1487" actId="14100"/>
      <pc:docMkLst>
        <pc:docMk/>
      </pc:docMkLst>
      <pc:sldChg chg="modSp mod">
        <pc:chgData name="Thomas de France" userId="fbd91d28-26b5-4f93-b162-d3fc612d7479" providerId="ADAL" clId="{5CCD4230-FA29-4A77-8AF1-49E84321F485}" dt="2025-09-11T19:40:30.962" v="385" actId="20577"/>
        <pc:sldMkLst>
          <pc:docMk/>
          <pc:sldMk cId="0" sldId="256"/>
        </pc:sldMkLst>
        <pc:spChg chg="mod">
          <ac:chgData name="Thomas de France" userId="fbd91d28-26b5-4f93-b162-d3fc612d7479" providerId="ADAL" clId="{5CCD4230-FA29-4A77-8AF1-49E84321F485}" dt="2025-09-11T19:40:30.962" v="385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40:18.773" v="371" actId="21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Thomas de France" userId="fbd91d28-26b5-4f93-b162-d3fc612d7479" providerId="ADAL" clId="{5CCD4230-FA29-4A77-8AF1-49E84321F485}" dt="2025-09-11T19:37:05.600" v="247" actId="2696"/>
        <pc:sldMkLst>
          <pc:docMk/>
          <pc:sldMk cId="0" sldId="304"/>
        </pc:sldMkLst>
      </pc:sldChg>
      <pc:sldChg chg="modSp del">
        <pc:chgData name="Thomas de France" userId="fbd91d28-26b5-4f93-b162-d3fc612d7479" providerId="ADAL" clId="{5CCD4230-FA29-4A77-8AF1-49E84321F485}" dt="2025-09-11T19:53:41.162" v="927" actId="2696"/>
        <pc:sldMkLst>
          <pc:docMk/>
          <pc:sldMk cId="0" sldId="305"/>
        </pc:sldMkLst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0" sldId="305"/>
            <ac:spMk id="64514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0" sldId="305"/>
            <ac:spMk id="64515" creationId="{00000000-0000-0000-0000-000000000000}"/>
          </ac:spMkLst>
        </pc:spChg>
      </pc:sldChg>
      <pc:sldChg chg="addSp modSp mod setBg">
        <pc:chgData name="Thomas de France" userId="fbd91d28-26b5-4f93-b162-d3fc612d7479" providerId="ADAL" clId="{5CCD4230-FA29-4A77-8AF1-49E84321F485}" dt="2025-09-11T19:51:04.187" v="842" actId="20577"/>
        <pc:sldMkLst>
          <pc:docMk/>
          <pc:sldMk cId="0" sldId="317"/>
        </pc:sldMkLst>
        <pc:spChg chg="mod">
          <ac:chgData name="Thomas de France" userId="fbd91d28-26b5-4f93-b162-d3fc612d7479" providerId="ADAL" clId="{5CCD4230-FA29-4A77-8AF1-49E84321F485}" dt="2025-09-11T19:50:13.102" v="835" actId="26606"/>
          <ac:spMkLst>
            <pc:docMk/>
            <pc:sldMk cId="0" sldId="317"/>
            <ac:spMk id="2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51:04.187" v="842" actId="20577"/>
          <ac:spMkLst>
            <pc:docMk/>
            <pc:sldMk cId="0" sldId="317"/>
            <ac:spMk id="3" creationId="{00000000-0000-0000-0000-000000000000}"/>
          </ac:spMkLst>
        </pc:spChg>
        <pc:spChg chg="add">
          <ac:chgData name="Thomas de France" userId="fbd91d28-26b5-4f93-b162-d3fc612d7479" providerId="ADAL" clId="{5CCD4230-FA29-4A77-8AF1-49E84321F485}" dt="2025-09-11T19:50:13.102" v="835" actId="26606"/>
          <ac:spMkLst>
            <pc:docMk/>
            <pc:sldMk cId="0" sldId="317"/>
            <ac:spMk id="8" creationId="{1A59258C-AAC2-41CD-973C-7439B122A3FF}"/>
          </ac:spMkLst>
        </pc:spChg>
        <pc:spChg chg="add">
          <ac:chgData name="Thomas de France" userId="fbd91d28-26b5-4f93-b162-d3fc612d7479" providerId="ADAL" clId="{5CCD4230-FA29-4A77-8AF1-49E84321F485}" dt="2025-09-11T19:50:13.102" v="835" actId="26606"/>
          <ac:spMkLst>
            <pc:docMk/>
            <pc:sldMk cId="0" sldId="317"/>
            <ac:spMk id="10" creationId="{54516B72-0116-42B2-82A2-B11218A36636}"/>
          </ac:spMkLst>
        </pc:spChg>
        <pc:spChg chg="add">
          <ac:chgData name="Thomas de France" userId="fbd91d28-26b5-4f93-b162-d3fc612d7479" providerId="ADAL" clId="{5CCD4230-FA29-4A77-8AF1-49E84321F485}" dt="2025-09-11T19:50:13.102" v="835" actId="26606"/>
          <ac:spMkLst>
            <pc:docMk/>
            <pc:sldMk cId="0" sldId="317"/>
            <ac:spMk id="12" creationId="{7CDB507F-21B7-4C27-B0FC-D9C465C6DB44}"/>
          </ac:spMkLst>
        </pc:spChg>
        <pc:spChg chg="add">
          <ac:chgData name="Thomas de France" userId="fbd91d28-26b5-4f93-b162-d3fc612d7479" providerId="ADAL" clId="{5CCD4230-FA29-4A77-8AF1-49E84321F485}" dt="2025-09-11T19:50:13.102" v="835" actId="26606"/>
          <ac:spMkLst>
            <pc:docMk/>
            <pc:sldMk cId="0" sldId="317"/>
            <ac:spMk id="14" creationId="{7AB1AE17-B7A3-4363-95CD-25441E2FF1F3}"/>
          </ac:spMkLst>
        </pc:spChg>
      </pc:sldChg>
      <pc:sldChg chg="addSp modSp mod setBg modAnim">
        <pc:chgData name="Thomas de France" userId="fbd91d28-26b5-4f93-b162-d3fc612d7479" providerId="ADAL" clId="{5CCD4230-FA29-4A77-8AF1-49E84321F485}" dt="2025-09-11T19:41:42.554" v="394" actId="207"/>
        <pc:sldMkLst>
          <pc:docMk/>
          <pc:sldMk cId="0" sldId="332"/>
        </pc:sldMkLst>
        <pc:spChg chg="mod">
          <ac:chgData name="Thomas de France" userId="fbd91d28-26b5-4f93-b162-d3fc612d7479" providerId="ADAL" clId="{5CCD4230-FA29-4A77-8AF1-49E84321F485}" dt="2025-09-11T19:39:55.489" v="352" actId="26606"/>
          <ac:spMkLst>
            <pc:docMk/>
            <pc:sldMk cId="0" sldId="332"/>
            <ac:spMk id="22530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41:42.554" v="394" actId="207"/>
          <ac:spMkLst>
            <pc:docMk/>
            <pc:sldMk cId="0" sldId="332"/>
            <ac:spMk id="22531" creationId="{00000000-0000-0000-0000-000000000000}"/>
          </ac:spMkLst>
        </pc:spChg>
        <pc:spChg chg="add">
          <ac:chgData name="Thomas de France" userId="fbd91d28-26b5-4f93-b162-d3fc612d7479" providerId="ADAL" clId="{5CCD4230-FA29-4A77-8AF1-49E84321F485}" dt="2025-09-11T19:39:55.489" v="352" actId="26606"/>
          <ac:spMkLst>
            <pc:docMk/>
            <pc:sldMk cId="0" sldId="332"/>
            <ac:spMk id="22536" creationId="{1A59258C-AAC2-41CD-973C-7439B122A3FF}"/>
          </ac:spMkLst>
        </pc:spChg>
        <pc:spChg chg="add">
          <ac:chgData name="Thomas de France" userId="fbd91d28-26b5-4f93-b162-d3fc612d7479" providerId="ADAL" clId="{5CCD4230-FA29-4A77-8AF1-49E84321F485}" dt="2025-09-11T19:39:55.489" v="352" actId="26606"/>
          <ac:spMkLst>
            <pc:docMk/>
            <pc:sldMk cId="0" sldId="332"/>
            <ac:spMk id="22538" creationId="{54516B72-0116-42B2-82A2-B11218A36636}"/>
          </ac:spMkLst>
        </pc:spChg>
        <pc:spChg chg="add">
          <ac:chgData name="Thomas de France" userId="fbd91d28-26b5-4f93-b162-d3fc612d7479" providerId="ADAL" clId="{5CCD4230-FA29-4A77-8AF1-49E84321F485}" dt="2025-09-11T19:39:55.489" v="352" actId="26606"/>
          <ac:spMkLst>
            <pc:docMk/>
            <pc:sldMk cId="0" sldId="332"/>
            <ac:spMk id="22540" creationId="{7CDB507F-21B7-4C27-B0FC-D9C465C6DB44}"/>
          </ac:spMkLst>
        </pc:spChg>
        <pc:spChg chg="add">
          <ac:chgData name="Thomas de France" userId="fbd91d28-26b5-4f93-b162-d3fc612d7479" providerId="ADAL" clId="{5CCD4230-FA29-4A77-8AF1-49E84321F485}" dt="2025-09-11T19:39:55.489" v="352" actId="26606"/>
          <ac:spMkLst>
            <pc:docMk/>
            <pc:sldMk cId="0" sldId="332"/>
            <ac:spMk id="22542" creationId="{7AB1AE17-B7A3-4363-95CD-25441E2FF1F3}"/>
          </ac:spMkLst>
        </pc:spChg>
      </pc:sldChg>
      <pc:sldChg chg="addSp modSp mod setBg">
        <pc:chgData name="Thomas de France" userId="fbd91d28-26b5-4f93-b162-d3fc612d7479" providerId="ADAL" clId="{5CCD4230-FA29-4A77-8AF1-49E84321F485}" dt="2025-09-11T19:45:01.789" v="607" actId="20577"/>
        <pc:sldMkLst>
          <pc:docMk/>
          <pc:sldMk cId="0" sldId="333"/>
        </pc:sldMkLst>
        <pc:spChg chg="mod">
          <ac:chgData name="Thomas de France" userId="fbd91d28-26b5-4f93-b162-d3fc612d7479" providerId="ADAL" clId="{5CCD4230-FA29-4A77-8AF1-49E84321F485}" dt="2025-09-11T19:44:08.583" v="547" actId="26606"/>
          <ac:spMkLst>
            <pc:docMk/>
            <pc:sldMk cId="0" sldId="333"/>
            <ac:spMk id="22530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45:01.789" v="607" actId="20577"/>
          <ac:spMkLst>
            <pc:docMk/>
            <pc:sldMk cId="0" sldId="333"/>
            <ac:spMk id="22531" creationId="{00000000-0000-0000-0000-000000000000}"/>
          </ac:spMkLst>
        </pc:spChg>
        <pc:spChg chg="add">
          <ac:chgData name="Thomas de France" userId="fbd91d28-26b5-4f93-b162-d3fc612d7479" providerId="ADAL" clId="{5CCD4230-FA29-4A77-8AF1-49E84321F485}" dt="2025-09-11T19:44:08.583" v="547" actId="26606"/>
          <ac:spMkLst>
            <pc:docMk/>
            <pc:sldMk cId="0" sldId="333"/>
            <ac:spMk id="22536" creationId="{1A59258C-AAC2-41CD-973C-7439B122A3FF}"/>
          </ac:spMkLst>
        </pc:spChg>
        <pc:spChg chg="add">
          <ac:chgData name="Thomas de France" userId="fbd91d28-26b5-4f93-b162-d3fc612d7479" providerId="ADAL" clId="{5CCD4230-FA29-4A77-8AF1-49E84321F485}" dt="2025-09-11T19:44:08.583" v="547" actId="26606"/>
          <ac:spMkLst>
            <pc:docMk/>
            <pc:sldMk cId="0" sldId="333"/>
            <ac:spMk id="22538" creationId="{54516B72-0116-42B2-82A2-B11218A36636}"/>
          </ac:spMkLst>
        </pc:spChg>
        <pc:spChg chg="add">
          <ac:chgData name="Thomas de France" userId="fbd91d28-26b5-4f93-b162-d3fc612d7479" providerId="ADAL" clId="{5CCD4230-FA29-4A77-8AF1-49E84321F485}" dt="2025-09-11T19:44:08.583" v="547" actId="26606"/>
          <ac:spMkLst>
            <pc:docMk/>
            <pc:sldMk cId="0" sldId="333"/>
            <ac:spMk id="22540" creationId="{7CDB507F-21B7-4C27-B0FC-D9C465C6DB44}"/>
          </ac:spMkLst>
        </pc:spChg>
        <pc:spChg chg="add">
          <ac:chgData name="Thomas de France" userId="fbd91d28-26b5-4f93-b162-d3fc612d7479" providerId="ADAL" clId="{5CCD4230-FA29-4A77-8AF1-49E84321F485}" dt="2025-09-11T19:44:08.583" v="547" actId="26606"/>
          <ac:spMkLst>
            <pc:docMk/>
            <pc:sldMk cId="0" sldId="333"/>
            <ac:spMk id="22542" creationId="{7AB1AE17-B7A3-4363-95CD-25441E2FF1F3}"/>
          </ac:spMkLst>
        </pc:spChg>
      </pc:sldChg>
      <pc:sldChg chg="addSp delSp modSp mod setBg">
        <pc:chgData name="Thomas de France" userId="fbd91d28-26b5-4f93-b162-d3fc612d7479" providerId="ADAL" clId="{5CCD4230-FA29-4A77-8AF1-49E84321F485}" dt="2025-09-11T19:46:29.133" v="637" actId="478"/>
        <pc:sldMkLst>
          <pc:docMk/>
          <pc:sldMk cId="0" sldId="334"/>
        </pc:sldMkLst>
        <pc:spChg chg="mod">
          <ac:chgData name="Thomas de France" userId="fbd91d28-26b5-4f93-b162-d3fc612d7479" providerId="ADAL" clId="{5CCD4230-FA29-4A77-8AF1-49E84321F485}" dt="2025-09-11T19:45:46.749" v="613" actId="26606"/>
          <ac:spMkLst>
            <pc:docMk/>
            <pc:sldMk cId="0" sldId="334"/>
            <ac:spMk id="2" creationId="{00000000-0000-0000-0000-000000000000}"/>
          </ac:spMkLst>
        </pc:spChg>
        <pc:spChg chg="add del mod">
          <ac:chgData name="Thomas de France" userId="fbd91d28-26b5-4f93-b162-d3fc612d7479" providerId="ADAL" clId="{5CCD4230-FA29-4A77-8AF1-49E84321F485}" dt="2025-09-11T19:45:46.749" v="613" actId="26606"/>
          <ac:spMkLst>
            <pc:docMk/>
            <pc:sldMk cId="0" sldId="334"/>
            <ac:spMk id="3" creationId="{00000000-0000-0000-0000-000000000000}"/>
          </ac:spMkLst>
        </pc:spChg>
        <pc:spChg chg="del mod">
          <ac:chgData name="Thomas de France" userId="fbd91d28-26b5-4f93-b162-d3fc612d7479" providerId="ADAL" clId="{5CCD4230-FA29-4A77-8AF1-49E84321F485}" dt="2025-09-11T19:46:29.133" v="637" actId="478"/>
          <ac:spMkLst>
            <pc:docMk/>
            <pc:sldMk cId="0" sldId="334"/>
            <ac:spMk id="4" creationId="{00000000-0000-0000-0000-000000000000}"/>
          </ac:spMkLst>
        </pc:spChg>
        <pc:spChg chg="add">
          <ac:chgData name="Thomas de France" userId="fbd91d28-26b5-4f93-b162-d3fc612d7479" providerId="ADAL" clId="{5CCD4230-FA29-4A77-8AF1-49E84321F485}" dt="2025-09-11T19:45:46.749" v="613" actId="26606"/>
          <ac:spMkLst>
            <pc:docMk/>
            <pc:sldMk cId="0" sldId="334"/>
            <ac:spMk id="9" creationId="{1A59258C-AAC2-41CD-973C-7439B122A3FF}"/>
          </ac:spMkLst>
        </pc:spChg>
        <pc:spChg chg="add del">
          <ac:chgData name="Thomas de France" userId="fbd91d28-26b5-4f93-b162-d3fc612d7479" providerId="ADAL" clId="{5CCD4230-FA29-4A77-8AF1-49E84321F485}" dt="2025-09-11T19:45:46.749" v="612" actId="26606"/>
          <ac:spMkLst>
            <pc:docMk/>
            <pc:sldMk cId="0" sldId="334"/>
            <ac:spMk id="10" creationId="{6798E696-4BBA-46BE-AD86-F7E300B89368}"/>
          </ac:spMkLst>
        </pc:spChg>
        <pc:spChg chg="add">
          <ac:chgData name="Thomas de France" userId="fbd91d28-26b5-4f93-b162-d3fc612d7479" providerId="ADAL" clId="{5CCD4230-FA29-4A77-8AF1-49E84321F485}" dt="2025-09-11T19:45:46.749" v="613" actId="26606"/>
          <ac:spMkLst>
            <pc:docMk/>
            <pc:sldMk cId="0" sldId="334"/>
            <ac:spMk id="11" creationId="{54516B72-0116-42B2-82A2-B11218A36636}"/>
          </ac:spMkLst>
        </pc:spChg>
        <pc:spChg chg="add del">
          <ac:chgData name="Thomas de France" userId="fbd91d28-26b5-4f93-b162-d3fc612d7479" providerId="ADAL" clId="{5CCD4230-FA29-4A77-8AF1-49E84321F485}" dt="2025-09-11T19:45:46.749" v="612" actId="26606"/>
          <ac:spMkLst>
            <pc:docMk/>
            <pc:sldMk cId="0" sldId="334"/>
            <ac:spMk id="12" creationId="{090B0CA3-C333-4560-9975-E31D1B7B921D}"/>
          </ac:spMkLst>
        </pc:spChg>
        <pc:spChg chg="add">
          <ac:chgData name="Thomas de France" userId="fbd91d28-26b5-4f93-b162-d3fc612d7479" providerId="ADAL" clId="{5CCD4230-FA29-4A77-8AF1-49E84321F485}" dt="2025-09-11T19:45:46.749" v="613" actId="26606"/>
          <ac:spMkLst>
            <pc:docMk/>
            <pc:sldMk cId="0" sldId="334"/>
            <ac:spMk id="13" creationId="{7CDB507F-21B7-4C27-B0FC-D9C465C6DB44}"/>
          </ac:spMkLst>
        </pc:spChg>
        <pc:spChg chg="add mod">
          <ac:chgData name="Thomas de France" userId="fbd91d28-26b5-4f93-b162-d3fc612d7479" providerId="ADAL" clId="{5CCD4230-FA29-4A77-8AF1-49E84321F485}" dt="2025-09-11T19:46:23.715" v="636" actId="14100"/>
          <ac:spMkLst>
            <pc:docMk/>
            <pc:sldMk cId="0" sldId="334"/>
            <ac:spMk id="14" creationId="{00000000-0000-0000-0000-000000000000}"/>
          </ac:spMkLst>
        </pc:spChg>
        <pc:spChg chg="add">
          <ac:chgData name="Thomas de France" userId="fbd91d28-26b5-4f93-b162-d3fc612d7479" providerId="ADAL" clId="{5CCD4230-FA29-4A77-8AF1-49E84321F485}" dt="2025-09-11T19:45:46.749" v="613" actId="26606"/>
          <ac:spMkLst>
            <pc:docMk/>
            <pc:sldMk cId="0" sldId="334"/>
            <ac:spMk id="15" creationId="{7AB1AE17-B7A3-4363-95CD-25441E2FF1F3}"/>
          </ac:spMkLst>
        </pc:spChg>
        <pc:graphicFrameChg chg="add del">
          <ac:chgData name="Thomas de France" userId="fbd91d28-26b5-4f93-b162-d3fc612d7479" providerId="ADAL" clId="{5CCD4230-FA29-4A77-8AF1-49E84321F485}" dt="2025-09-11T19:45:46.749" v="612" actId="26606"/>
          <ac:graphicFrameMkLst>
            <pc:docMk/>
            <pc:sldMk cId="0" sldId="334"/>
            <ac:graphicFrameMk id="6" creationId="{E0319858-BD04-93EB-8115-50ED6B97E13B}"/>
          </ac:graphicFrameMkLst>
        </pc:graphicFrameChg>
      </pc:sldChg>
      <pc:sldChg chg="modSp mod">
        <pc:chgData name="Thomas de France" userId="fbd91d28-26b5-4f93-b162-d3fc612d7479" providerId="ADAL" clId="{5CCD4230-FA29-4A77-8AF1-49E84321F485}" dt="2025-09-11T19:47:14.510" v="725" actId="5793"/>
        <pc:sldMkLst>
          <pc:docMk/>
          <pc:sldMk cId="0" sldId="335"/>
        </pc:sldMkLst>
        <pc:spChg chg="mod">
          <ac:chgData name="Thomas de France" userId="fbd91d28-26b5-4f93-b162-d3fc612d7479" providerId="ADAL" clId="{5CCD4230-FA29-4A77-8AF1-49E84321F485}" dt="2025-09-11T19:47:14.510" v="725" actId="5793"/>
          <ac:spMkLst>
            <pc:docMk/>
            <pc:sldMk cId="0" sldId="335"/>
            <ac:spMk id="2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0" sldId="335"/>
            <ac:spMk id="3" creationId="{00000000-0000-0000-0000-000000000000}"/>
          </ac:spMkLst>
        </pc:spChg>
      </pc:sldChg>
      <pc:sldChg chg="modSp mod">
        <pc:chgData name="Thomas de France" userId="fbd91d28-26b5-4f93-b162-d3fc612d7479" providerId="ADAL" clId="{5CCD4230-FA29-4A77-8AF1-49E84321F485}" dt="2025-09-11T19:48:37.180" v="820" actId="14100"/>
        <pc:sldMkLst>
          <pc:docMk/>
          <pc:sldMk cId="0" sldId="336"/>
        </pc:sldMkLst>
        <pc:spChg chg="mod">
          <ac:chgData name="Thomas de France" userId="fbd91d28-26b5-4f93-b162-d3fc612d7479" providerId="ADAL" clId="{5CCD4230-FA29-4A77-8AF1-49E84321F485}" dt="2025-09-11T19:48:37.180" v="820" actId="14100"/>
          <ac:spMkLst>
            <pc:docMk/>
            <pc:sldMk cId="0" sldId="336"/>
            <ac:spMk id="2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0" sldId="336"/>
            <ac:spMk id="3" creationId="{00000000-0000-0000-0000-000000000000}"/>
          </ac:spMkLst>
        </pc:spChg>
      </pc:sldChg>
      <pc:sldChg chg="modSp">
        <pc:chgData name="Thomas de France" userId="fbd91d28-26b5-4f93-b162-d3fc612d7479" providerId="ADAL" clId="{5CCD4230-FA29-4A77-8AF1-49E84321F485}" dt="2025-09-11T19:48:53.677" v="823" actId="20577"/>
        <pc:sldMkLst>
          <pc:docMk/>
          <pc:sldMk cId="0" sldId="337"/>
        </pc:sldMkLst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0" sldId="337"/>
            <ac:spMk id="2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48:53.677" v="823" actId="20577"/>
          <ac:spMkLst>
            <pc:docMk/>
            <pc:sldMk cId="0" sldId="337"/>
            <ac:spMk id="3" creationId="{00000000-0000-0000-0000-000000000000}"/>
          </ac:spMkLst>
        </pc:spChg>
      </pc:sldChg>
      <pc:sldChg chg="addSp modSp mod setBg">
        <pc:chgData name="Thomas de France" userId="fbd91d28-26b5-4f93-b162-d3fc612d7479" providerId="ADAL" clId="{5CCD4230-FA29-4A77-8AF1-49E84321F485}" dt="2025-09-11T19:53:25.676" v="926" actId="115"/>
        <pc:sldMkLst>
          <pc:docMk/>
          <pc:sldMk cId="0" sldId="339"/>
        </pc:sldMkLst>
        <pc:spChg chg="mod">
          <ac:chgData name="Thomas de France" userId="fbd91d28-26b5-4f93-b162-d3fc612d7479" providerId="ADAL" clId="{5CCD4230-FA29-4A77-8AF1-49E84321F485}" dt="2025-09-11T19:53:04.848" v="922" actId="26606"/>
          <ac:spMkLst>
            <pc:docMk/>
            <pc:sldMk cId="0" sldId="339"/>
            <ac:spMk id="2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53:25.676" v="926" actId="115"/>
          <ac:spMkLst>
            <pc:docMk/>
            <pc:sldMk cId="0" sldId="339"/>
            <ac:spMk id="3" creationId="{00000000-0000-0000-0000-000000000000}"/>
          </ac:spMkLst>
        </pc:spChg>
        <pc:spChg chg="add">
          <ac:chgData name="Thomas de France" userId="fbd91d28-26b5-4f93-b162-d3fc612d7479" providerId="ADAL" clId="{5CCD4230-FA29-4A77-8AF1-49E84321F485}" dt="2025-09-11T19:53:04.848" v="922" actId="26606"/>
          <ac:spMkLst>
            <pc:docMk/>
            <pc:sldMk cId="0" sldId="339"/>
            <ac:spMk id="8" creationId="{B373F125-DEF3-41D6-9918-AB21A2ACC37A}"/>
          </ac:spMkLst>
        </pc:spChg>
        <pc:spChg chg="add">
          <ac:chgData name="Thomas de France" userId="fbd91d28-26b5-4f93-b162-d3fc612d7479" providerId="ADAL" clId="{5CCD4230-FA29-4A77-8AF1-49E84321F485}" dt="2025-09-11T19:53:04.848" v="922" actId="26606"/>
          <ac:spMkLst>
            <pc:docMk/>
            <pc:sldMk cId="0" sldId="339"/>
            <ac:spMk id="10" creationId="{71E9F226-EB6E-48C9-ADDA-636DE4BF4EBE}"/>
          </ac:spMkLst>
        </pc:spChg>
      </pc:sldChg>
      <pc:sldChg chg="modSp mod">
        <pc:chgData name="Thomas de France" userId="fbd91d28-26b5-4f93-b162-d3fc612d7479" providerId="ADAL" clId="{5CCD4230-FA29-4A77-8AF1-49E84321F485}" dt="2025-09-11T19:54:20.089" v="931" actId="113"/>
        <pc:sldMkLst>
          <pc:docMk/>
          <pc:sldMk cId="0" sldId="340"/>
        </pc:sldMkLst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0" sldId="340"/>
            <ac:spMk id="79874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54:16.935" v="930" actId="113"/>
          <ac:spMkLst>
            <pc:docMk/>
            <pc:sldMk cId="0" sldId="340"/>
            <ac:spMk id="79876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54:20.089" v="931" actId="113"/>
          <ac:spMkLst>
            <pc:docMk/>
            <pc:sldMk cId="0" sldId="340"/>
            <ac:spMk id="79877" creationId="{00000000-0000-0000-0000-000000000000}"/>
          </ac:spMkLst>
        </pc:spChg>
      </pc:sldChg>
      <pc:sldChg chg="modSp modAnim">
        <pc:chgData name="Thomas de France" userId="fbd91d28-26b5-4f93-b162-d3fc612d7479" providerId="ADAL" clId="{5CCD4230-FA29-4A77-8AF1-49E84321F485}" dt="2025-09-11T19:54:54.716" v="934" actId="20577"/>
        <pc:sldMkLst>
          <pc:docMk/>
          <pc:sldMk cId="0" sldId="341"/>
        </pc:sldMkLst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0" sldId="341"/>
            <ac:spMk id="81922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54:54.716" v="934" actId="20577"/>
          <ac:spMkLst>
            <pc:docMk/>
            <pc:sldMk cId="0" sldId="341"/>
            <ac:spMk id="81923" creationId="{00000000-0000-0000-0000-000000000000}"/>
          </ac:spMkLst>
        </pc:spChg>
      </pc:sldChg>
      <pc:sldChg chg="modSp mod">
        <pc:chgData name="Thomas de France" userId="fbd91d28-26b5-4f93-b162-d3fc612d7479" providerId="ADAL" clId="{5CCD4230-FA29-4A77-8AF1-49E84321F485}" dt="2025-09-11T19:57:42.866" v="1118" actId="1076"/>
        <pc:sldMkLst>
          <pc:docMk/>
          <pc:sldMk cId="0" sldId="344"/>
        </pc:sldMkLst>
        <pc:spChg chg="mod">
          <ac:chgData name="Thomas de France" userId="fbd91d28-26b5-4f93-b162-d3fc612d7479" providerId="ADAL" clId="{5CCD4230-FA29-4A77-8AF1-49E84321F485}" dt="2025-09-11T19:57:42.866" v="1118" actId="1076"/>
          <ac:spMkLst>
            <pc:docMk/>
            <pc:sldMk cId="0" sldId="344"/>
            <ac:spMk id="3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0" sldId="344"/>
            <ac:spMk id="30722" creationId="{00000000-0000-0000-0000-000000000000}"/>
          </ac:spMkLst>
        </pc:spChg>
      </pc:sldChg>
      <pc:sldChg chg="modSp mod">
        <pc:chgData name="Thomas de France" userId="fbd91d28-26b5-4f93-b162-d3fc612d7479" providerId="ADAL" clId="{5CCD4230-FA29-4A77-8AF1-49E84321F485}" dt="2025-09-11T20:02:33.948" v="1485" actId="20577"/>
        <pc:sldMkLst>
          <pc:docMk/>
          <pc:sldMk cId="0" sldId="347"/>
        </pc:sldMkLst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0" sldId="347"/>
            <ac:spMk id="2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20:02:17.343" v="1456" actId="20577"/>
          <ac:spMkLst>
            <pc:docMk/>
            <pc:sldMk cId="0" sldId="347"/>
            <ac:spMk id="4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20:02:33.948" v="1485" actId="20577"/>
          <ac:spMkLst>
            <pc:docMk/>
            <pc:sldMk cId="0" sldId="347"/>
            <ac:spMk id="5" creationId="{00000000-0000-0000-0000-000000000000}"/>
          </ac:spMkLst>
        </pc:spChg>
      </pc:sldChg>
      <pc:sldChg chg="modSp">
        <pc:chgData name="Thomas de France" userId="fbd91d28-26b5-4f93-b162-d3fc612d7479" providerId="ADAL" clId="{5CCD4230-FA29-4A77-8AF1-49E84321F485}" dt="2025-09-11T19:43:49.453" v="546" actId="20577"/>
        <pc:sldMkLst>
          <pc:docMk/>
          <pc:sldMk cId="0" sldId="349"/>
        </pc:sldMkLst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0" sldId="349"/>
            <ac:spMk id="2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43:49.453" v="546" actId="20577"/>
          <ac:spMkLst>
            <pc:docMk/>
            <pc:sldMk cId="0" sldId="349"/>
            <ac:spMk id="3" creationId="{00000000-0000-0000-0000-000000000000}"/>
          </ac:spMkLst>
        </pc:spChg>
      </pc:sldChg>
      <pc:sldChg chg="del">
        <pc:chgData name="Thomas de France" userId="fbd91d28-26b5-4f93-b162-d3fc612d7479" providerId="ADAL" clId="{5CCD4230-FA29-4A77-8AF1-49E84321F485}" dt="2025-09-11T19:36:37.796" v="246" actId="2696"/>
        <pc:sldMkLst>
          <pc:docMk/>
          <pc:sldMk cId="3261675555" sldId="352"/>
        </pc:sldMkLst>
      </pc:sldChg>
      <pc:sldChg chg="modSp mod">
        <pc:chgData name="Thomas de France" userId="fbd91d28-26b5-4f93-b162-d3fc612d7479" providerId="ADAL" clId="{5CCD4230-FA29-4A77-8AF1-49E84321F485}" dt="2025-09-11T19:41:00.850" v="391" actId="20577"/>
        <pc:sldMkLst>
          <pc:docMk/>
          <pc:sldMk cId="1780354850" sldId="353"/>
        </pc:sldMkLst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1780354850" sldId="353"/>
            <ac:spMk id="11266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41:00.850" v="391" actId="20577"/>
          <ac:spMkLst>
            <pc:docMk/>
            <pc:sldMk cId="1780354850" sldId="353"/>
            <ac:spMk id="11267" creationId="{00000000-0000-0000-0000-000000000000}"/>
          </ac:spMkLst>
        </pc:spChg>
      </pc:sldChg>
      <pc:sldChg chg="addSp modSp mod setBg">
        <pc:chgData name="Thomas de France" userId="fbd91d28-26b5-4f93-b162-d3fc612d7479" providerId="ADAL" clId="{5CCD4230-FA29-4A77-8AF1-49E84321F485}" dt="2025-09-11T19:49:35.998" v="825" actId="20577"/>
        <pc:sldMkLst>
          <pc:docMk/>
          <pc:sldMk cId="1538882634" sldId="355"/>
        </pc:sldMkLst>
        <pc:spChg chg="mod">
          <ac:chgData name="Thomas de France" userId="fbd91d28-26b5-4f93-b162-d3fc612d7479" providerId="ADAL" clId="{5CCD4230-FA29-4A77-8AF1-49E84321F485}" dt="2025-09-11T19:49:02.929" v="824" actId="26606"/>
          <ac:spMkLst>
            <pc:docMk/>
            <pc:sldMk cId="1538882634" sldId="355"/>
            <ac:spMk id="28674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49:35.998" v="825" actId="20577"/>
          <ac:spMkLst>
            <pc:docMk/>
            <pc:sldMk cId="1538882634" sldId="355"/>
            <ac:spMk id="28675" creationId="{00000000-0000-0000-0000-000000000000}"/>
          </ac:spMkLst>
        </pc:spChg>
        <pc:spChg chg="add">
          <ac:chgData name="Thomas de France" userId="fbd91d28-26b5-4f93-b162-d3fc612d7479" providerId="ADAL" clId="{5CCD4230-FA29-4A77-8AF1-49E84321F485}" dt="2025-09-11T19:49:02.929" v="824" actId="26606"/>
          <ac:spMkLst>
            <pc:docMk/>
            <pc:sldMk cId="1538882634" sldId="355"/>
            <ac:spMk id="28680" creationId="{1A59258C-AAC2-41CD-973C-7439B122A3FF}"/>
          </ac:spMkLst>
        </pc:spChg>
        <pc:spChg chg="add">
          <ac:chgData name="Thomas de France" userId="fbd91d28-26b5-4f93-b162-d3fc612d7479" providerId="ADAL" clId="{5CCD4230-FA29-4A77-8AF1-49E84321F485}" dt="2025-09-11T19:49:02.929" v="824" actId="26606"/>
          <ac:spMkLst>
            <pc:docMk/>
            <pc:sldMk cId="1538882634" sldId="355"/>
            <ac:spMk id="28682" creationId="{54516B72-0116-42B2-82A2-B11218A36636}"/>
          </ac:spMkLst>
        </pc:spChg>
        <pc:spChg chg="add">
          <ac:chgData name="Thomas de France" userId="fbd91d28-26b5-4f93-b162-d3fc612d7479" providerId="ADAL" clId="{5CCD4230-FA29-4A77-8AF1-49E84321F485}" dt="2025-09-11T19:49:02.929" v="824" actId="26606"/>
          <ac:spMkLst>
            <pc:docMk/>
            <pc:sldMk cId="1538882634" sldId="355"/>
            <ac:spMk id="28684" creationId="{7CDB507F-21B7-4C27-B0FC-D9C465C6DB44}"/>
          </ac:spMkLst>
        </pc:spChg>
        <pc:spChg chg="add">
          <ac:chgData name="Thomas de France" userId="fbd91d28-26b5-4f93-b162-d3fc612d7479" providerId="ADAL" clId="{5CCD4230-FA29-4A77-8AF1-49E84321F485}" dt="2025-09-11T19:49:02.929" v="824" actId="26606"/>
          <ac:spMkLst>
            <pc:docMk/>
            <pc:sldMk cId="1538882634" sldId="355"/>
            <ac:spMk id="28686" creationId="{7AB1AE17-B7A3-4363-95CD-25441E2FF1F3}"/>
          </ac:spMkLst>
        </pc:spChg>
      </pc:sldChg>
      <pc:sldChg chg="modSp">
        <pc:chgData name="Thomas de France" userId="fbd91d28-26b5-4f93-b162-d3fc612d7479" providerId="ADAL" clId="{5CCD4230-FA29-4A77-8AF1-49E84321F485}" dt="2025-09-11T19:39:50.436" v="351"/>
        <pc:sldMkLst>
          <pc:docMk/>
          <pc:sldMk cId="3304528537" sldId="356"/>
        </pc:sldMkLst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3304528537" sldId="356"/>
            <ac:spMk id="2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3304528537" sldId="356"/>
            <ac:spMk id="4" creationId="{00000000-0000-0000-0000-000000000000}"/>
          </ac:spMkLst>
        </pc:spChg>
      </pc:sldChg>
      <pc:sldChg chg="modSp mod">
        <pc:chgData name="Thomas de France" userId="fbd91d28-26b5-4f93-b162-d3fc612d7479" providerId="ADAL" clId="{5CCD4230-FA29-4A77-8AF1-49E84321F485}" dt="2025-09-11T19:49:49.423" v="834" actId="20577"/>
        <pc:sldMkLst>
          <pc:docMk/>
          <pc:sldMk cId="1064172883" sldId="357"/>
        </pc:sldMkLst>
        <pc:spChg chg="mod">
          <ac:chgData name="Thomas de France" userId="fbd91d28-26b5-4f93-b162-d3fc612d7479" providerId="ADAL" clId="{5CCD4230-FA29-4A77-8AF1-49E84321F485}" dt="2025-09-11T19:49:49.423" v="834" actId="20577"/>
          <ac:spMkLst>
            <pc:docMk/>
            <pc:sldMk cId="1064172883" sldId="357"/>
            <ac:spMk id="29698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1064172883" sldId="357"/>
            <ac:spMk id="29699" creationId="{00000000-0000-0000-0000-000000000000}"/>
          </ac:spMkLst>
        </pc:spChg>
      </pc:sldChg>
      <pc:sldChg chg="modSp mod">
        <pc:chgData name="Thomas de France" userId="fbd91d28-26b5-4f93-b162-d3fc612d7479" providerId="ADAL" clId="{5CCD4230-FA29-4A77-8AF1-49E84321F485}" dt="2025-09-11T19:52:41.746" v="921" actId="113"/>
        <pc:sldMkLst>
          <pc:docMk/>
          <pc:sldMk cId="3757795663" sldId="358"/>
        </pc:sldMkLst>
        <pc:spChg chg="mod">
          <ac:chgData name="Thomas de France" userId="fbd91d28-26b5-4f93-b162-d3fc612d7479" providerId="ADAL" clId="{5CCD4230-FA29-4A77-8AF1-49E84321F485}" dt="2025-09-11T19:52:41.746" v="921" actId="113"/>
          <ac:spMkLst>
            <pc:docMk/>
            <pc:sldMk cId="3757795663" sldId="358"/>
            <ac:spMk id="5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52:08.828" v="881" actId="20577"/>
          <ac:spMkLst>
            <pc:docMk/>
            <pc:sldMk cId="3757795663" sldId="358"/>
            <ac:spMk id="6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52:03.907" v="858" actId="20577"/>
          <ac:spMkLst>
            <pc:docMk/>
            <pc:sldMk cId="3757795663" sldId="358"/>
            <ac:spMk id="40962" creationId="{00000000-0000-0000-0000-000000000000}"/>
          </ac:spMkLst>
        </pc:spChg>
      </pc:sldChg>
      <pc:sldChg chg="modSp mod">
        <pc:chgData name="Thomas de France" userId="fbd91d28-26b5-4f93-b162-d3fc612d7479" providerId="ADAL" clId="{5CCD4230-FA29-4A77-8AF1-49E84321F485}" dt="2025-09-11T19:55:20.242" v="959" actId="20577"/>
        <pc:sldMkLst>
          <pc:docMk/>
          <pc:sldMk cId="3674188397" sldId="359"/>
        </pc:sldMkLst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3674188397" sldId="359"/>
            <ac:spMk id="30722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55:20.242" v="959" actId="20577"/>
          <ac:spMkLst>
            <pc:docMk/>
            <pc:sldMk cId="3674188397" sldId="359"/>
            <ac:spMk id="30723" creationId="{00000000-0000-0000-0000-000000000000}"/>
          </ac:spMkLst>
        </pc:spChg>
      </pc:sldChg>
      <pc:sldChg chg="modSp mod">
        <pc:chgData name="Thomas de France" userId="fbd91d28-26b5-4f93-b162-d3fc612d7479" providerId="ADAL" clId="{5CCD4230-FA29-4A77-8AF1-49E84321F485}" dt="2025-09-11T19:39:50.436" v="351"/>
        <pc:sldMkLst>
          <pc:docMk/>
          <pc:sldMk cId="756631327" sldId="360"/>
        </pc:sldMkLst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756631327" sldId="360"/>
            <ac:spMk id="34818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756631327" sldId="360"/>
            <ac:spMk id="34819" creationId="{00000000-0000-0000-0000-000000000000}"/>
          </ac:spMkLst>
        </pc:spChg>
      </pc:sldChg>
      <pc:sldChg chg="modSp">
        <pc:chgData name="Thomas de France" userId="fbd91d28-26b5-4f93-b162-d3fc612d7479" providerId="ADAL" clId="{5CCD4230-FA29-4A77-8AF1-49E84321F485}" dt="2025-09-11T19:39:50.436" v="351"/>
        <pc:sldMkLst>
          <pc:docMk/>
          <pc:sldMk cId="4183345768" sldId="361"/>
        </pc:sldMkLst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4183345768" sldId="361"/>
            <ac:spMk id="44034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4183345768" sldId="361"/>
            <ac:spMk id="44035" creationId="{00000000-0000-0000-0000-000000000000}"/>
          </ac:spMkLst>
        </pc:spChg>
      </pc:sldChg>
      <pc:sldChg chg="addSp modSp mod setBg">
        <pc:chgData name="Thomas de France" userId="fbd91d28-26b5-4f93-b162-d3fc612d7479" providerId="ADAL" clId="{5CCD4230-FA29-4A77-8AF1-49E84321F485}" dt="2025-09-11T20:03:10.275" v="1487" actId="14100"/>
        <pc:sldMkLst>
          <pc:docMk/>
          <pc:sldMk cId="1671557188" sldId="365"/>
        </pc:sldMkLst>
        <pc:spChg chg="mod">
          <ac:chgData name="Thomas de France" userId="fbd91d28-26b5-4f93-b162-d3fc612d7479" providerId="ADAL" clId="{5CCD4230-FA29-4A77-8AF1-49E84321F485}" dt="2025-09-11T20:03:10.275" v="1487" actId="14100"/>
          <ac:spMkLst>
            <pc:docMk/>
            <pc:sldMk cId="1671557188" sldId="365"/>
            <ac:spMk id="3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20:03:06.624" v="1486" actId="26606"/>
          <ac:spMkLst>
            <pc:docMk/>
            <pc:sldMk cId="1671557188" sldId="365"/>
            <ac:spMk id="48130" creationId="{00000000-0000-0000-0000-000000000000}"/>
          </ac:spMkLst>
        </pc:spChg>
        <pc:spChg chg="add">
          <ac:chgData name="Thomas de France" userId="fbd91d28-26b5-4f93-b162-d3fc612d7479" providerId="ADAL" clId="{5CCD4230-FA29-4A77-8AF1-49E84321F485}" dt="2025-09-11T20:03:06.624" v="1486" actId="26606"/>
          <ac:spMkLst>
            <pc:docMk/>
            <pc:sldMk cId="1671557188" sldId="365"/>
            <ac:spMk id="48135" creationId="{B373F125-DEF3-41D6-9918-AB21A2ACC37A}"/>
          </ac:spMkLst>
        </pc:spChg>
        <pc:spChg chg="add">
          <ac:chgData name="Thomas de France" userId="fbd91d28-26b5-4f93-b162-d3fc612d7479" providerId="ADAL" clId="{5CCD4230-FA29-4A77-8AF1-49E84321F485}" dt="2025-09-11T20:03:06.624" v="1486" actId="26606"/>
          <ac:spMkLst>
            <pc:docMk/>
            <pc:sldMk cId="1671557188" sldId="365"/>
            <ac:spMk id="48137" creationId="{71E9F226-EB6E-48C9-ADDA-636DE4BF4EBE}"/>
          </ac:spMkLst>
        </pc:spChg>
      </pc:sldChg>
      <pc:sldChg chg="modSp mod">
        <pc:chgData name="Thomas de France" userId="fbd91d28-26b5-4f93-b162-d3fc612d7479" providerId="ADAL" clId="{5CCD4230-FA29-4A77-8AF1-49E84321F485}" dt="2025-09-11T19:39:50.436" v="351"/>
        <pc:sldMkLst>
          <pc:docMk/>
          <pc:sldMk cId="1026359173" sldId="368"/>
        </pc:sldMkLst>
        <pc:spChg chg="mod">
          <ac:chgData name="Thomas de France" userId="fbd91d28-26b5-4f93-b162-d3fc612d7479" providerId="ADAL" clId="{5CCD4230-FA29-4A77-8AF1-49E84321F485}" dt="2025-09-11T17:51:33.942" v="245" actId="947"/>
          <ac:spMkLst>
            <pc:docMk/>
            <pc:sldMk cId="1026359173" sldId="368"/>
            <ac:spMk id="3" creationId="{00000000-0000-0000-0000-000000000000}"/>
          </ac:spMkLst>
        </pc:spChg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1026359173" sldId="368"/>
            <ac:spMk id="52226" creationId="{00000000-0000-0000-0000-000000000000}"/>
          </ac:spMkLst>
        </pc:spChg>
      </pc:sldChg>
      <pc:sldChg chg="del">
        <pc:chgData name="Thomas de France" userId="fbd91d28-26b5-4f93-b162-d3fc612d7479" providerId="ADAL" clId="{5CCD4230-FA29-4A77-8AF1-49E84321F485}" dt="2025-09-11T17:47:36.691" v="2" actId="2696"/>
        <pc:sldMkLst>
          <pc:docMk/>
          <pc:sldMk cId="3893722000" sldId="370"/>
        </pc:sldMkLst>
      </pc:sldChg>
      <pc:sldChg chg="modSp">
        <pc:chgData name="Thomas de France" userId="fbd91d28-26b5-4f93-b162-d3fc612d7479" providerId="ADAL" clId="{5CCD4230-FA29-4A77-8AF1-49E84321F485}" dt="2025-09-11T19:39:50.436" v="351"/>
        <pc:sldMkLst>
          <pc:docMk/>
          <pc:sldMk cId="2420452709" sldId="371"/>
        </pc:sldMkLst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2420452709" sldId="371"/>
            <ac:spMk id="2" creationId="{AD3926DC-1BAE-0488-C824-14828C045917}"/>
          </ac:spMkLst>
        </pc:spChg>
      </pc:sldChg>
      <pc:sldChg chg="del">
        <pc:chgData name="Thomas de France" userId="fbd91d28-26b5-4f93-b162-d3fc612d7479" providerId="ADAL" clId="{5CCD4230-FA29-4A77-8AF1-49E84321F485}" dt="2025-09-11T17:44:26.551" v="0" actId="2696"/>
        <pc:sldMkLst>
          <pc:docMk/>
          <pc:sldMk cId="1089642297" sldId="372"/>
        </pc:sldMkLst>
      </pc:sldChg>
      <pc:sldChg chg="modSp">
        <pc:chgData name="Thomas de France" userId="fbd91d28-26b5-4f93-b162-d3fc612d7479" providerId="ADAL" clId="{5CCD4230-FA29-4A77-8AF1-49E84321F485}" dt="2025-09-11T19:39:50.436" v="351"/>
        <pc:sldMkLst>
          <pc:docMk/>
          <pc:sldMk cId="3871550927" sldId="373"/>
        </pc:sldMkLst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3871550927" sldId="373"/>
            <ac:spMk id="2" creationId="{99626685-7911-2F24-06E9-A0FD5C8970F2}"/>
          </ac:spMkLst>
        </pc:spChg>
      </pc:sldChg>
      <pc:sldChg chg="modSp">
        <pc:chgData name="Thomas de France" userId="fbd91d28-26b5-4f93-b162-d3fc612d7479" providerId="ADAL" clId="{5CCD4230-FA29-4A77-8AF1-49E84321F485}" dt="2025-09-11T19:39:50.436" v="351"/>
        <pc:sldMkLst>
          <pc:docMk/>
          <pc:sldMk cId="3482402473" sldId="374"/>
        </pc:sldMkLst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3482402473" sldId="374"/>
            <ac:spMk id="2" creationId="{AFD8C5BF-224B-718E-4BA5-DD87FF06ECF8}"/>
          </ac:spMkLst>
        </pc:spChg>
      </pc:sldChg>
      <pc:sldChg chg="modSp">
        <pc:chgData name="Thomas de France" userId="fbd91d28-26b5-4f93-b162-d3fc612d7479" providerId="ADAL" clId="{5CCD4230-FA29-4A77-8AF1-49E84321F485}" dt="2025-09-11T19:39:50.436" v="351"/>
        <pc:sldMkLst>
          <pc:docMk/>
          <pc:sldMk cId="404825173" sldId="375"/>
        </pc:sldMkLst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404825173" sldId="375"/>
            <ac:spMk id="2" creationId="{3D476CD6-A940-4A3A-7148-3CC25B53E629}"/>
          </ac:spMkLst>
        </pc:spChg>
        <pc:picChg chg="mod">
          <ac:chgData name="Thomas de France" userId="fbd91d28-26b5-4f93-b162-d3fc612d7479" providerId="ADAL" clId="{5CCD4230-FA29-4A77-8AF1-49E84321F485}" dt="2025-09-11T19:39:50.436" v="351"/>
          <ac:picMkLst>
            <pc:docMk/>
            <pc:sldMk cId="404825173" sldId="375"/>
            <ac:picMk id="5" creationId="{8F0B7C63-310F-27D0-9089-6CAFB294E56D}"/>
          </ac:picMkLst>
        </pc:picChg>
      </pc:sldChg>
      <pc:sldChg chg="del">
        <pc:chgData name="Thomas de France" userId="fbd91d28-26b5-4f93-b162-d3fc612d7479" providerId="ADAL" clId="{5CCD4230-FA29-4A77-8AF1-49E84321F485}" dt="2025-09-11T17:47:07.559" v="1" actId="2696"/>
        <pc:sldMkLst>
          <pc:docMk/>
          <pc:sldMk cId="2723970456" sldId="376"/>
        </pc:sldMkLst>
      </pc:sldChg>
      <pc:sldChg chg="del">
        <pc:chgData name="Thomas de France" userId="fbd91d28-26b5-4f93-b162-d3fc612d7479" providerId="ADAL" clId="{5CCD4230-FA29-4A77-8AF1-49E84321F485}" dt="2025-09-11T17:47:07.559" v="1" actId="2696"/>
        <pc:sldMkLst>
          <pc:docMk/>
          <pc:sldMk cId="2723790238" sldId="377"/>
        </pc:sldMkLst>
      </pc:sldChg>
      <pc:sldChg chg="modSp">
        <pc:chgData name="Thomas de France" userId="fbd91d28-26b5-4f93-b162-d3fc612d7479" providerId="ADAL" clId="{5CCD4230-FA29-4A77-8AF1-49E84321F485}" dt="2025-09-11T19:39:50.436" v="351"/>
        <pc:sldMkLst>
          <pc:docMk/>
          <pc:sldMk cId="791685905" sldId="378"/>
        </pc:sldMkLst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791685905" sldId="378"/>
            <ac:spMk id="2" creationId="{AA1941CB-26BC-9A5B-6C55-D990CAA017EA}"/>
          </ac:spMkLst>
        </pc:spChg>
        <pc:picChg chg="mod">
          <ac:chgData name="Thomas de France" userId="fbd91d28-26b5-4f93-b162-d3fc612d7479" providerId="ADAL" clId="{5CCD4230-FA29-4A77-8AF1-49E84321F485}" dt="2025-09-11T19:39:50.436" v="351"/>
          <ac:picMkLst>
            <pc:docMk/>
            <pc:sldMk cId="791685905" sldId="378"/>
            <ac:picMk id="5" creationId="{DB15309A-110D-CF1F-2F00-1BCC32552794}"/>
          </ac:picMkLst>
        </pc:picChg>
      </pc:sldChg>
      <pc:sldChg chg="modSp">
        <pc:chgData name="Thomas de France" userId="fbd91d28-26b5-4f93-b162-d3fc612d7479" providerId="ADAL" clId="{5CCD4230-FA29-4A77-8AF1-49E84321F485}" dt="2025-09-11T19:39:50.436" v="351"/>
        <pc:sldMkLst>
          <pc:docMk/>
          <pc:sldMk cId="1330766894" sldId="379"/>
        </pc:sldMkLst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1330766894" sldId="379"/>
            <ac:spMk id="2" creationId="{5331565A-A474-190B-BD14-CC2881A478F5}"/>
          </ac:spMkLst>
        </pc:spChg>
        <pc:picChg chg="mod">
          <ac:chgData name="Thomas de France" userId="fbd91d28-26b5-4f93-b162-d3fc612d7479" providerId="ADAL" clId="{5CCD4230-FA29-4A77-8AF1-49E84321F485}" dt="2025-09-11T19:39:50.436" v="351"/>
          <ac:picMkLst>
            <pc:docMk/>
            <pc:sldMk cId="1330766894" sldId="379"/>
            <ac:picMk id="5" creationId="{7FCD6D43-82FE-F3D8-3172-BCAD72E926F5}"/>
          </ac:picMkLst>
        </pc:picChg>
      </pc:sldChg>
      <pc:sldChg chg="modSp">
        <pc:chgData name="Thomas de France" userId="fbd91d28-26b5-4f93-b162-d3fc612d7479" providerId="ADAL" clId="{5CCD4230-FA29-4A77-8AF1-49E84321F485}" dt="2025-09-11T19:39:50.436" v="351"/>
        <pc:sldMkLst>
          <pc:docMk/>
          <pc:sldMk cId="1969235408" sldId="380"/>
        </pc:sldMkLst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1969235408" sldId="380"/>
            <ac:spMk id="2" creationId="{5A7EFA4F-FDCB-403D-9827-B979F41E95A1}"/>
          </ac:spMkLst>
        </pc:spChg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1969235408" sldId="380"/>
            <ac:spMk id="4" creationId="{6602F516-B5C0-7465-4808-C1315950B275}"/>
          </ac:spMkLst>
        </pc:spChg>
      </pc:sldChg>
      <pc:sldChg chg="del">
        <pc:chgData name="Thomas de France" userId="fbd91d28-26b5-4f93-b162-d3fc612d7479" providerId="ADAL" clId="{5CCD4230-FA29-4A77-8AF1-49E84321F485}" dt="2025-09-11T17:44:26.551" v="0" actId="2696"/>
        <pc:sldMkLst>
          <pc:docMk/>
          <pc:sldMk cId="2160970146" sldId="381"/>
        </pc:sldMkLst>
      </pc:sldChg>
      <pc:sldChg chg="modSp">
        <pc:chgData name="Thomas de France" userId="fbd91d28-26b5-4f93-b162-d3fc612d7479" providerId="ADAL" clId="{5CCD4230-FA29-4A77-8AF1-49E84321F485}" dt="2025-09-11T19:39:50.436" v="351"/>
        <pc:sldMkLst>
          <pc:docMk/>
          <pc:sldMk cId="3376236127" sldId="382"/>
        </pc:sldMkLst>
        <pc:picChg chg="mod">
          <ac:chgData name="Thomas de France" userId="fbd91d28-26b5-4f93-b162-d3fc612d7479" providerId="ADAL" clId="{5CCD4230-FA29-4A77-8AF1-49E84321F485}" dt="2025-09-11T19:39:50.436" v="351"/>
          <ac:picMkLst>
            <pc:docMk/>
            <pc:sldMk cId="3376236127" sldId="382"/>
            <ac:picMk id="5" creationId="{2322136F-5DCB-105E-3965-1E591B3F5CA8}"/>
          </ac:picMkLst>
        </pc:picChg>
      </pc:sldChg>
      <pc:sldChg chg="modSp">
        <pc:chgData name="Thomas de France" userId="fbd91d28-26b5-4f93-b162-d3fc612d7479" providerId="ADAL" clId="{5CCD4230-FA29-4A77-8AF1-49E84321F485}" dt="2025-09-11T19:39:50.436" v="351"/>
        <pc:sldMkLst>
          <pc:docMk/>
          <pc:sldMk cId="2049693361" sldId="383"/>
        </pc:sldMkLst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2049693361" sldId="383"/>
            <ac:spMk id="2" creationId="{E6002B8B-F9E0-B983-B538-33AD0BE5A7F1}"/>
          </ac:spMkLst>
        </pc:spChg>
      </pc:sldChg>
      <pc:sldChg chg="modSp">
        <pc:chgData name="Thomas de France" userId="fbd91d28-26b5-4f93-b162-d3fc612d7479" providerId="ADAL" clId="{5CCD4230-FA29-4A77-8AF1-49E84321F485}" dt="2025-09-11T19:39:50.436" v="351"/>
        <pc:sldMkLst>
          <pc:docMk/>
          <pc:sldMk cId="1846577749" sldId="384"/>
        </pc:sldMkLst>
        <pc:spChg chg="mod">
          <ac:chgData name="Thomas de France" userId="fbd91d28-26b5-4f93-b162-d3fc612d7479" providerId="ADAL" clId="{5CCD4230-FA29-4A77-8AF1-49E84321F485}" dt="2025-09-11T19:39:50.436" v="351"/>
          <ac:spMkLst>
            <pc:docMk/>
            <pc:sldMk cId="1846577749" sldId="384"/>
            <ac:spMk id="2" creationId="{5A6B58F5-D2C8-1AF6-65CE-46798B9158F2}"/>
          </ac:spMkLst>
        </pc:spChg>
      </pc:sldChg>
      <pc:sldChg chg="modSp new mod">
        <pc:chgData name="Thomas de France" userId="fbd91d28-26b5-4f93-b162-d3fc612d7479" providerId="ADAL" clId="{5CCD4230-FA29-4A77-8AF1-49E84321F485}" dt="2025-09-11T20:01:39.038" v="1445" actId="20577"/>
        <pc:sldMkLst>
          <pc:docMk/>
          <pc:sldMk cId="1790552453" sldId="385"/>
        </pc:sldMkLst>
        <pc:spChg chg="mod">
          <ac:chgData name="Thomas de France" userId="fbd91d28-26b5-4f93-b162-d3fc612d7479" providerId="ADAL" clId="{5CCD4230-FA29-4A77-8AF1-49E84321F485}" dt="2025-09-11T20:01:39.038" v="1445" actId="20577"/>
          <ac:spMkLst>
            <pc:docMk/>
            <pc:sldMk cId="1790552453" sldId="385"/>
            <ac:spMk id="3" creationId="{20AEB09E-C830-AF29-4A8B-173F5228A2C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7EE0F70-0EA5-48EE-BF46-0E545C978FEA}" type="datetimeFigureOut">
              <a:rPr lang="en-US"/>
              <a:pPr>
                <a:defRPr/>
              </a:pPr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1C8008B-58CC-4600-BA0E-B8D67D4311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709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587CAC-01CF-4301-897E-1255C7E2ED9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9D1B3-CE51-42A3-B19C-79ABFB6306E5}" type="slidenum">
              <a:rPr lang="nl-NL" smtClean="0"/>
              <a:pPr/>
              <a:t>3</a:t>
            </a:fld>
            <a:endParaRPr lang="nl-N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9D1B3-CE51-42A3-B19C-79ABFB6306E5}" type="slidenum">
              <a:rPr lang="nl-NL" smtClean="0"/>
              <a:pPr/>
              <a:t>5</a:t>
            </a:fld>
            <a:endParaRPr lang="nl-N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93FDE4-6D7E-46A7-AC86-2E9A8DAF050A}" type="slidenum">
              <a:rPr lang="nl-NL" smtClean="0"/>
              <a:pPr/>
              <a:t>18</a:t>
            </a:fld>
            <a:endParaRPr lang="nl-NL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93FDE4-6D7E-46A7-AC86-2E9A8DAF050A}" type="slidenum">
              <a:rPr lang="nl-NL" smtClean="0"/>
              <a:pPr/>
              <a:t>19</a:t>
            </a:fld>
            <a:endParaRPr lang="nl-NL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9D1B3-CE51-42A3-B19C-79ABFB6306E5}" type="slidenum">
              <a:rPr lang="nl-NL" smtClean="0"/>
              <a:pPr/>
              <a:t>23</a:t>
            </a:fld>
            <a:endParaRPr lang="nl-NL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48DA1311-7605-49A3-B860-CE941D2BED5A}" type="datetimeFigureOut">
              <a:rPr lang="en-US" smtClean="0"/>
              <a:pPr>
                <a:defRPr/>
              </a:pPr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0BF1C65A-79BB-4244-8241-8592F11DCBB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33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303776-B5F3-482D-B025-52E83D0420E7}" type="datetimeFigureOut">
              <a:rPr lang="en-US" smtClean="0"/>
              <a:pPr>
                <a:defRPr/>
              </a:pPr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FFCAA-1B2C-49C6-8D88-2C923AD7249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08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F897A7B8-FED8-408E-B814-1ABF4C99C9D0}" type="datetimeFigureOut">
              <a:rPr lang="en-US" smtClean="0"/>
              <a:pPr>
                <a:defRPr/>
              </a:pPr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BE9952E0-E2C6-4F4D-8A98-5451079194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6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6AAD04-9D9E-4574-BD0D-743AA0BB7728}" type="datetimeFigureOut">
              <a:rPr lang="en-US" smtClean="0"/>
              <a:pPr>
                <a:defRPr/>
              </a:pPr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04676-EB14-42BA-A29B-9287B732DAA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76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98629B-7BC8-41E9-9B55-8786EF6FFB3C}" type="datetimeFigureOut">
              <a:rPr lang="en-US" smtClean="0"/>
              <a:pPr>
                <a:defRPr/>
              </a:pPr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C8F6E2-DD42-47DC-968D-4EC81CBFDBB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09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45A31A-FD4F-45A2-87E9-FB3FD838ABEB}" type="datetimeFigureOut">
              <a:rPr lang="en-US" smtClean="0"/>
              <a:pPr>
                <a:defRPr/>
              </a:pPr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686892-9EF2-45EF-8283-4F910D9827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56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FE0BE7-EEF9-4A64-9E18-7C6DA39FEF20}" type="datetimeFigureOut">
              <a:rPr lang="en-US" smtClean="0"/>
              <a:pPr>
                <a:defRPr/>
              </a:pPr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2958BB-47A1-448A-AC3D-6091AD439E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9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2D089757-46FF-40B8-9A09-CD68B5BE297B}" type="datetimeFigureOut">
              <a:rPr lang="en-US" smtClean="0"/>
              <a:pPr>
                <a:defRPr/>
              </a:pPr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C60A03DC-9471-4B9C-95DC-F76AA3AE1BA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70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BFFC220-0A9F-4946-B993-A94FC472B8E2}" type="datetimeFigureOut">
              <a:rPr lang="en-US" smtClean="0"/>
              <a:pPr>
                <a:defRPr/>
              </a:pPr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E3C564-8CBD-4854-9267-67125E4E13C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431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11AF3D-D7D8-45A5-A6BA-29055ED4B657}" type="datetimeFigureOut">
              <a:rPr lang="en-US" smtClean="0"/>
              <a:pPr>
                <a:defRPr/>
              </a:pPr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96F61A-A798-4E41-A0FB-5E675CD6551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851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7B668D86-11CC-4177-A43E-C46377717AAD}" type="datetimeFigureOut">
              <a:rPr lang="en-US" smtClean="0"/>
              <a:pPr>
                <a:defRPr/>
              </a:pPr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2B530276-7CB2-4BC5-9738-0AD6568018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40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fld id="{74AE5754-B91B-49D9-A99C-4EC3558F86BE}" type="datetimeFigureOut">
              <a:rPr lang="en-US" smtClean="0"/>
              <a:pPr>
                <a:defRPr/>
              </a:pPr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fld id="{46006FF5-3448-4EA3-BBA1-3F9F60C6539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40487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6000"/>
              <a:t>Grammar &amp; Basics</a:t>
            </a:r>
            <a:br>
              <a:rPr lang="en-US" sz="6000"/>
            </a:br>
            <a:r>
              <a:rPr lang="en-US" sz="6000"/>
              <a:t>Week 3: Nouns</a:t>
            </a:r>
            <a:r>
              <a:rPr lang="en-US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itel 2"/>
          <p:cNvSpPr>
            <a:spLocks noGrp="1"/>
          </p:cNvSpPr>
          <p:nvPr>
            <p:ph type="title"/>
          </p:nvPr>
        </p:nvSpPr>
        <p:spPr>
          <a:xfrm>
            <a:off x="581193" y="3036573"/>
            <a:ext cx="8562807" cy="1504844"/>
          </a:xfrm>
        </p:spPr>
        <p:txBody>
          <a:bodyPr>
            <a:normAutofit fontScale="90000"/>
          </a:bodyPr>
          <a:lstStyle/>
          <a:p>
            <a:r>
              <a:rPr lang="en-US"/>
              <a:t>Forming the plural of nouns: </a:t>
            </a:r>
            <a:br>
              <a:rPr lang="en-US"/>
            </a:br>
            <a:r>
              <a:rPr lang="en-US" cap="none"/>
              <a:t>Always add s? (…or is it more complex than that?)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sp>
        <p:nvSpPr>
          <p:cNvPr id="11266" name="Tijdelijke aanduiding voor tekst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354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6" name="Rectangle 22535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2538" name="Rectangle 22537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848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482601" y="1033389"/>
            <a:ext cx="3619692" cy="4825409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sz="4700">
                <a:solidFill>
                  <a:srgbClr val="FFFFFF"/>
                </a:solidFill>
              </a:rPr>
              <a:t>Spelling Plurals</a:t>
            </a:r>
          </a:p>
        </p:txBody>
      </p:sp>
      <p:sp>
        <p:nvSpPr>
          <p:cNvPr id="22540" name="Rectangle 22539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934" y="460868"/>
            <a:ext cx="3621024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2542" name="Rectangle 22541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7080" y="460868"/>
            <a:ext cx="3621024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4788024" y="1033390"/>
            <a:ext cx="4355976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pPr eaLnBrk="1" hangingPunct="1"/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Words that end in s, ss, ch, sh, x: + -es</a:t>
            </a:r>
          </a:p>
          <a:p>
            <a:pPr lvl="1" eaLnBrk="1" hangingPunct="1"/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1 bus		2 buses</a:t>
            </a:r>
          </a:p>
          <a:p>
            <a:pPr lvl="1" eaLnBrk="1" hangingPunct="1"/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1 watch		2 watches</a:t>
            </a:r>
          </a:p>
          <a:p>
            <a:pPr marL="366713" lvl="1" indent="0" eaLnBrk="1" hangingPunct="1">
              <a:buNone/>
            </a:pPr>
            <a:endParaRPr lang="en-US" sz="1700">
              <a:solidFill>
                <a:schemeClr val="accent2">
                  <a:lumMod val="50000"/>
                </a:schemeClr>
              </a:solidFill>
            </a:endParaRPr>
          </a:p>
          <a:p>
            <a:pPr eaLnBrk="1" hangingPunct="1"/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Words that end in y: -y </a:t>
            </a:r>
            <a:r>
              <a:rPr lang="en-US" sz="170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 -ies</a:t>
            </a:r>
          </a:p>
          <a:p>
            <a:pPr lvl="1" eaLnBrk="1" hangingPunct="1"/>
            <a:r>
              <a:rPr lang="en-US" sz="170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1 hobby		2 hobbies</a:t>
            </a:r>
          </a:p>
          <a:p>
            <a:pPr marL="366713" lvl="1" indent="0" eaLnBrk="1" hangingPunct="1">
              <a:buNone/>
            </a:pPr>
            <a:endParaRPr lang="en-US" sz="1700">
              <a:solidFill>
                <a:schemeClr val="accent2">
                  <a:lumMod val="50000"/>
                </a:schemeClr>
              </a:solidFill>
              <a:sym typeface="Wingdings" pitchFamily="2" charset="2"/>
            </a:endParaRPr>
          </a:p>
          <a:p>
            <a:pPr eaLnBrk="1" hangingPunct="1"/>
            <a:r>
              <a:rPr lang="en-US" sz="170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But:</a:t>
            </a:r>
          </a:p>
          <a:p>
            <a:pPr lvl="1" eaLnBrk="1" hangingPunct="1"/>
            <a:r>
              <a:rPr lang="en-US" sz="170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1 play		2 plays</a:t>
            </a:r>
          </a:p>
          <a:p>
            <a:pPr marL="366713" lvl="1" indent="0" eaLnBrk="1" hangingPunct="1">
              <a:buNone/>
            </a:pPr>
            <a:r>
              <a:rPr lang="en-US" sz="1700">
                <a:solidFill>
                  <a:srgbClr val="FF0000"/>
                </a:solidFill>
                <a:sym typeface="Wingdings" pitchFamily="2" charset="2"/>
              </a:rPr>
              <a:t>Why is that??</a:t>
            </a:r>
            <a:endParaRPr lang="en-US" sz="1700">
              <a:solidFill>
                <a:srgbClr val="FF0000"/>
              </a:solidFill>
            </a:endParaRPr>
          </a:p>
          <a:p>
            <a:pPr lvl="1" eaLnBrk="1" hangingPunct="1"/>
            <a:endParaRPr lang="en-US" sz="1700">
              <a:solidFill>
                <a:schemeClr val="accent2">
                  <a:lumMod val="50000"/>
                </a:schemeClr>
              </a:solidFill>
            </a:endParaRPr>
          </a:p>
          <a:p>
            <a:pPr lvl="1" eaLnBrk="1" hangingPunct="1"/>
            <a:endParaRPr lang="en-US" sz="1700">
              <a:solidFill>
                <a:schemeClr val="accent2">
                  <a:lumMod val="50000"/>
                </a:schemeClr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sz="170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Spelling </a:t>
            </a:r>
            <a:r>
              <a:rPr lang="nl-NL" dirty="0" err="1"/>
              <a:t>Plurals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2648" y="1600200"/>
            <a:ext cx="8531352" cy="5257800"/>
          </a:xfrm>
        </p:spPr>
        <p:txBody>
          <a:bodyPr/>
          <a:lstStyle/>
          <a:p>
            <a:r>
              <a:rPr lang="nl-NL"/>
              <a:t>Very often, words </a:t>
            </a:r>
            <a:r>
              <a:rPr lang="nl-NL" dirty="0" err="1"/>
              <a:t>that</a:t>
            </a:r>
            <a:r>
              <a:rPr lang="nl-NL" dirty="0"/>
              <a:t> end in f(</a:t>
            </a:r>
            <a:r>
              <a:rPr lang="nl-NL"/>
              <a:t>e) have irregular plurals:  </a:t>
            </a:r>
            <a:r>
              <a:rPr lang="nl-NL" dirty="0">
                <a:sym typeface="Wingdings" pitchFamily="2" charset="2"/>
              </a:rPr>
              <a:t> -</a:t>
            </a:r>
            <a:r>
              <a:rPr lang="nl-NL" dirty="0" err="1">
                <a:sym typeface="Wingdings" pitchFamily="2" charset="2"/>
              </a:rPr>
              <a:t>ves</a:t>
            </a:r>
            <a:endParaRPr lang="nl-NL" dirty="0">
              <a:sym typeface="Wingdings" pitchFamily="2" charset="2"/>
            </a:endParaRPr>
          </a:p>
          <a:p>
            <a:pPr lvl="1"/>
            <a:r>
              <a:rPr lang="nl-NL" dirty="0">
                <a:sym typeface="Wingdings" pitchFamily="2" charset="2"/>
              </a:rPr>
              <a:t>1 wolf 		2 </a:t>
            </a:r>
            <a:r>
              <a:rPr lang="nl-NL" dirty="0" err="1">
                <a:sym typeface="Wingdings" pitchFamily="2" charset="2"/>
              </a:rPr>
              <a:t>wol</a:t>
            </a:r>
            <a:r>
              <a:rPr lang="nl-NL" dirty="0" err="1">
                <a:solidFill>
                  <a:srgbClr val="FF0000"/>
                </a:solidFill>
                <a:sym typeface="Wingdings" pitchFamily="2" charset="2"/>
              </a:rPr>
              <a:t>ves</a:t>
            </a:r>
            <a:endParaRPr lang="nl-NL" dirty="0">
              <a:solidFill>
                <a:srgbClr val="FF0000"/>
              </a:solidFill>
              <a:sym typeface="Wingdings" pitchFamily="2" charset="2"/>
            </a:endParaRPr>
          </a:p>
          <a:p>
            <a:pPr marL="366713" lvl="1" indent="0">
              <a:buNone/>
            </a:pPr>
            <a:endParaRPr lang="nl-NL" dirty="0">
              <a:sym typeface="Wingdings" pitchFamily="2" charset="2"/>
            </a:endParaRPr>
          </a:p>
          <a:p>
            <a:r>
              <a:rPr lang="nl-NL">
                <a:sym typeface="Wingdings" pitchFamily="2" charset="2"/>
              </a:rPr>
              <a:t>But there are exceptions…</a:t>
            </a:r>
            <a:endParaRPr lang="nl-NL" dirty="0">
              <a:sym typeface="Wingdings" pitchFamily="2" charset="2"/>
            </a:endParaRPr>
          </a:p>
          <a:p>
            <a:pPr lvl="1"/>
            <a:r>
              <a:rPr lang="nl-NL" dirty="0">
                <a:sym typeface="Wingdings" pitchFamily="2" charset="2"/>
              </a:rPr>
              <a:t>a</a:t>
            </a:r>
            <a:r>
              <a:rPr lang="nl-NL">
                <a:sym typeface="Wingdings" pitchFamily="2" charset="2"/>
              </a:rPr>
              <a:t> </a:t>
            </a:r>
            <a:r>
              <a:rPr lang="nl-NL" dirty="0">
                <a:sym typeface="Wingdings" pitchFamily="2" charset="2"/>
              </a:rPr>
              <a:t>belief	</a:t>
            </a:r>
            <a:r>
              <a:rPr lang="nl-NL">
                <a:sym typeface="Wingdings" pitchFamily="2" charset="2"/>
              </a:rPr>
              <a:t>	 	many </a:t>
            </a:r>
            <a:r>
              <a:rPr lang="nl-NL" dirty="0" err="1">
                <a:sym typeface="Wingdings" pitchFamily="2" charset="2"/>
              </a:rPr>
              <a:t>belief</a:t>
            </a:r>
            <a:r>
              <a:rPr lang="nl-NL" dirty="0" err="1">
                <a:solidFill>
                  <a:srgbClr val="FF0000"/>
                </a:solidFill>
                <a:sym typeface="Wingdings" pitchFamily="2" charset="2"/>
              </a:rPr>
              <a:t>s</a:t>
            </a:r>
            <a:endParaRPr lang="nl-NL" dirty="0">
              <a:solidFill>
                <a:srgbClr val="FF0000"/>
              </a:solidFill>
              <a:sym typeface="Wingdings" pitchFamily="2" charset="2"/>
            </a:endParaRPr>
          </a:p>
          <a:p>
            <a:pPr lvl="1"/>
            <a:r>
              <a:rPr lang="nl-NL">
                <a:sym typeface="Wingdings" pitchFamily="2" charset="2"/>
              </a:rPr>
              <a:t>one handkerchief	two handkerchief</a:t>
            </a:r>
            <a:r>
              <a:rPr lang="nl-NL">
                <a:solidFill>
                  <a:srgbClr val="FF0000"/>
                </a:solidFill>
                <a:sym typeface="Wingdings" pitchFamily="2" charset="2"/>
              </a:rPr>
              <a:t>s</a:t>
            </a:r>
          </a:p>
          <a:p>
            <a:pPr marL="366713" lvl="1" indent="0">
              <a:buNone/>
            </a:pPr>
            <a:r>
              <a:rPr lang="nl-NL">
                <a:solidFill>
                  <a:srgbClr val="FF0000"/>
                </a:solidFill>
                <a:sym typeface="Wingdings" pitchFamily="2" charset="2"/>
              </a:rPr>
              <a:t>Is there a reason why?</a:t>
            </a:r>
          </a:p>
          <a:p>
            <a:pPr marL="366713" lvl="1" indent="0">
              <a:buNone/>
            </a:pPr>
            <a:r>
              <a:rPr lang="nl-NL">
                <a:solidFill>
                  <a:srgbClr val="FF0000"/>
                </a:solidFill>
                <a:sym typeface="Wingdings" pitchFamily="2" charset="2"/>
              </a:rPr>
              <a:t>Historical reasons. But there’s not a very good rule that can help you predict this. You just need to learn which words ending in -f change their plurals to –ves and which ones don’t. </a:t>
            </a:r>
            <a:endParaRPr lang="nl-NL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6" name="Rectangle 22535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2538" name="Rectangle 22537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848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482601" y="1033389"/>
            <a:ext cx="3619692" cy="4825409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sz="4700">
                <a:solidFill>
                  <a:srgbClr val="FFFFFF"/>
                </a:solidFill>
              </a:rPr>
              <a:t>Spelling Plurals with –o words</a:t>
            </a:r>
          </a:p>
        </p:txBody>
      </p:sp>
      <p:sp>
        <p:nvSpPr>
          <p:cNvPr id="22540" name="Rectangle 22539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934" y="460868"/>
            <a:ext cx="3621024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2542" name="Rectangle 22541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7080" y="460868"/>
            <a:ext cx="3621024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4716016" y="1033390"/>
            <a:ext cx="4427984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pPr eaLnBrk="1" hangingPunct="1"/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Words that end in -o: + -es</a:t>
            </a:r>
          </a:p>
          <a:p>
            <a:pPr lvl="1" eaLnBrk="1" hangingPunct="1"/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1 hero		2 heroes</a:t>
            </a:r>
          </a:p>
          <a:p>
            <a:pPr lvl="1" eaLnBrk="1" hangingPunct="1"/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1 tomato	2 tomatoes</a:t>
            </a:r>
          </a:p>
          <a:p>
            <a:pPr lvl="1" eaLnBrk="1" hangingPunct="1"/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1 potato	2 potatoes</a:t>
            </a:r>
          </a:p>
          <a:p>
            <a:pPr marL="366713" lvl="1" indent="0" eaLnBrk="1" hangingPunct="1">
              <a:buNone/>
            </a:pPr>
            <a:endParaRPr lang="en-US" sz="1700">
              <a:solidFill>
                <a:schemeClr val="accent2">
                  <a:lumMod val="50000"/>
                </a:schemeClr>
              </a:solidFill>
            </a:endParaRPr>
          </a:p>
          <a:p>
            <a:pPr eaLnBrk="1" hangingPunct="1"/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But…</a:t>
            </a:r>
          </a:p>
          <a:p>
            <a:pPr lvl="1" eaLnBrk="1" hangingPunct="1"/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1 piano		2 pianos</a:t>
            </a:r>
          </a:p>
          <a:p>
            <a:pPr lvl="1" eaLnBrk="1" hangingPunct="1"/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1 photo		2 photos</a:t>
            </a:r>
          </a:p>
          <a:p>
            <a:pPr lvl="1" eaLnBrk="1" hangingPunct="1"/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1 casino		2 casinos</a:t>
            </a:r>
          </a:p>
          <a:p>
            <a:pPr marL="0" indent="0" eaLnBrk="1" hangingPunct="1">
              <a:buNone/>
            </a:pPr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*Again, very difficult to predict – you just need to look up the plural spelling in a dictionary.</a:t>
            </a:r>
          </a:p>
          <a:p>
            <a:pPr eaLnBrk="1" hangingPunct="1"/>
            <a:endParaRPr lang="en-US" sz="1700">
              <a:solidFill>
                <a:schemeClr val="accent2">
                  <a:lumMod val="50000"/>
                </a:schemeClr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sz="170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848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2601" y="1033389"/>
            <a:ext cx="3619692" cy="4825409"/>
          </a:xfrm>
        </p:spPr>
        <p:txBody>
          <a:bodyPr anchor="ctr">
            <a:normAutofit/>
          </a:bodyPr>
          <a:lstStyle/>
          <a:p>
            <a:r>
              <a:rPr lang="nl-NL" sz="4700">
                <a:solidFill>
                  <a:srgbClr val="FFFFFF"/>
                </a:solidFill>
              </a:rPr>
              <a:t>Important note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934" y="460868"/>
            <a:ext cx="3621024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7080" y="460868"/>
            <a:ext cx="3621024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14" name="Tijdelijke aanduiding voor inhoud 2"/>
          <p:cNvSpPr>
            <a:spLocks noGrp="1"/>
          </p:cNvSpPr>
          <p:nvPr>
            <p:ph idx="1"/>
          </p:nvPr>
        </p:nvSpPr>
        <p:spPr>
          <a:xfrm>
            <a:off x="4751512" y="1033390"/>
            <a:ext cx="4392488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nl-NL" sz="1700">
                <a:solidFill>
                  <a:schemeClr val="accent2">
                    <a:lumMod val="50000"/>
                  </a:schemeClr>
                </a:solidFill>
              </a:rPr>
              <a:t>Never use an apostrophe to make a plural!</a:t>
            </a:r>
          </a:p>
          <a:p>
            <a:pPr lvl="1"/>
            <a:r>
              <a:rPr lang="nl-NL" sz="1700" strike="sngStrike">
                <a:solidFill>
                  <a:schemeClr val="accent2">
                    <a:lumMod val="50000"/>
                  </a:schemeClr>
                </a:solidFill>
              </a:rPr>
              <a:t>zebra’s</a:t>
            </a:r>
          </a:p>
          <a:p>
            <a:pPr lvl="1"/>
            <a:r>
              <a:rPr lang="nl-NL" sz="1700" strike="sngStrike">
                <a:solidFill>
                  <a:schemeClr val="accent2">
                    <a:lumMod val="50000"/>
                  </a:schemeClr>
                </a:solidFill>
              </a:rPr>
              <a:t>date’s</a:t>
            </a:r>
          </a:p>
          <a:p>
            <a:pPr lvl="1"/>
            <a:r>
              <a:rPr lang="nl-NL" sz="1700" strike="sngStrike">
                <a:solidFill>
                  <a:schemeClr val="accent2">
                    <a:lumMod val="50000"/>
                  </a:schemeClr>
                </a:solidFill>
              </a:rPr>
              <a:t>hero’s</a:t>
            </a:r>
          </a:p>
          <a:p>
            <a:pPr lvl="1"/>
            <a:r>
              <a:rPr lang="nl-NL" sz="1700" strike="sngStrike">
                <a:solidFill>
                  <a:schemeClr val="accent2">
                    <a:lumMod val="50000"/>
                  </a:schemeClr>
                </a:solidFill>
              </a:rPr>
              <a:t>piano’s</a:t>
            </a:r>
          </a:p>
          <a:p>
            <a:pPr marL="366713" lvl="1" indent="0">
              <a:buNone/>
            </a:pPr>
            <a:endParaRPr lang="nl-NL" sz="1700" strike="sngStrike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nl-NL" sz="1700">
                <a:solidFill>
                  <a:schemeClr val="accent2">
                    <a:lumMod val="50000"/>
                  </a:schemeClr>
                </a:solidFill>
              </a:rPr>
              <a:t>Also note:</a:t>
            </a:r>
          </a:p>
          <a:p>
            <a:pPr lvl="1"/>
            <a:r>
              <a:rPr lang="nl-NL" sz="1700">
                <a:solidFill>
                  <a:schemeClr val="accent2">
                    <a:lumMod val="50000"/>
                  </a:schemeClr>
                </a:solidFill>
              </a:rPr>
              <a:t>1960s		</a:t>
            </a:r>
            <a:r>
              <a:rPr lang="nl-NL" sz="1700" strike="sngStrike">
                <a:solidFill>
                  <a:schemeClr val="accent2">
                    <a:lumMod val="50000"/>
                  </a:schemeClr>
                </a:solidFill>
              </a:rPr>
              <a:t>1960’s</a:t>
            </a:r>
          </a:p>
          <a:p>
            <a:pPr lvl="1"/>
            <a:r>
              <a:rPr lang="nl-NL" sz="1700">
                <a:solidFill>
                  <a:schemeClr val="accent2">
                    <a:lumMod val="50000"/>
                  </a:schemeClr>
                </a:solidFill>
              </a:rPr>
              <a:t>CDs		</a:t>
            </a:r>
            <a:r>
              <a:rPr lang="nl-NL" sz="1700" strike="sngStrike">
                <a:solidFill>
                  <a:schemeClr val="accent2">
                    <a:lumMod val="50000"/>
                  </a:schemeClr>
                </a:solidFill>
              </a:rPr>
              <a:t>CD’s</a:t>
            </a:r>
          </a:p>
          <a:p>
            <a:pPr lvl="1"/>
            <a:r>
              <a:rPr lang="nl-NL" sz="1700">
                <a:solidFill>
                  <a:schemeClr val="accent2">
                    <a:lumMod val="50000"/>
                  </a:schemeClr>
                </a:solidFill>
              </a:rPr>
              <a:t>UFOs		</a:t>
            </a:r>
            <a:r>
              <a:rPr lang="nl-NL" sz="1700" strike="sngStrike">
                <a:solidFill>
                  <a:schemeClr val="accent2">
                    <a:lumMod val="50000"/>
                  </a:schemeClr>
                </a:solidFill>
              </a:rPr>
              <a:t>UFO’s</a:t>
            </a:r>
            <a:endParaRPr lang="nl-NL" sz="170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Don’t worry: some irregulars you certainly already know! For example…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nl-NL" dirty="0"/>
              <a:t>1 man		2 men</a:t>
            </a:r>
          </a:p>
          <a:p>
            <a:pPr lvl="1"/>
            <a:r>
              <a:rPr lang="nl-NL" dirty="0"/>
              <a:t>1 </a:t>
            </a:r>
            <a:r>
              <a:rPr lang="nl-NL" dirty="0" err="1"/>
              <a:t>woman</a:t>
            </a:r>
            <a:r>
              <a:rPr lang="nl-NL" dirty="0"/>
              <a:t>	2 </a:t>
            </a:r>
            <a:r>
              <a:rPr lang="nl-NL" dirty="0" err="1"/>
              <a:t>women</a:t>
            </a:r>
            <a:endParaRPr lang="nl-NL" dirty="0"/>
          </a:p>
          <a:p>
            <a:pPr lvl="1"/>
            <a:r>
              <a:rPr lang="nl-NL" dirty="0"/>
              <a:t>1 </a:t>
            </a:r>
            <a:r>
              <a:rPr lang="nl-NL" dirty="0" err="1"/>
              <a:t>child</a:t>
            </a:r>
            <a:r>
              <a:rPr lang="nl-NL" dirty="0"/>
              <a:t>		2 </a:t>
            </a:r>
            <a:r>
              <a:rPr lang="nl-NL" dirty="0" err="1"/>
              <a:t>children</a:t>
            </a:r>
            <a:endParaRPr lang="nl-NL" dirty="0"/>
          </a:p>
          <a:p>
            <a:pPr lvl="1"/>
            <a:r>
              <a:rPr lang="nl-NL" dirty="0"/>
              <a:t>1 </a:t>
            </a:r>
            <a:r>
              <a:rPr lang="nl-NL" dirty="0" err="1"/>
              <a:t>foot</a:t>
            </a:r>
            <a:r>
              <a:rPr lang="nl-NL" dirty="0"/>
              <a:t>		2 </a:t>
            </a:r>
            <a:r>
              <a:rPr lang="nl-NL" dirty="0" err="1"/>
              <a:t>feet</a:t>
            </a:r>
            <a:endParaRPr lang="nl-NL" dirty="0"/>
          </a:p>
          <a:p>
            <a:pPr lvl="1"/>
            <a:r>
              <a:rPr lang="nl-NL" dirty="0"/>
              <a:t>1 </a:t>
            </a:r>
            <a:r>
              <a:rPr lang="nl-NL" dirty="0" err="1"/>
              <a:t>tooth</a:t>
            </a:r>
            <a:r>
              <a:rPr lang="nl-NL" dirty="0"/>
              <a:t>		</a:t>
            </a:r>
            <a:r>
              <a:rPr lang="nl-NL"/>
              <a:t>2 teeth</a:t>
            </a:r>
          </a:p>
          <a:p>
            <a:pPr lvl="1"/>
            <a:endParaRPr lang="nl-NL"/>
          </a:p>
          <a:p>
            <a:pPr marL="366713" lvl="1" indent="0">
              <a:buNone/>
            </a:pPr>
            <a:endParaRPr lang="nl-NL" dirty="0"/>
          </a:p>
          <a:p>
            <a:pPr lvl="1"/>
            <a:endParaRPr lang="nl-NL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528" y="687474"/>
            <a:ext cx="8820472" cy="1083329"/>
          </a:xfrm>
        </p:spPr>
        <p:txBody>
          <a:bodyPr/>
          <a:lstStyle/>
          <a:p>
            <a:r>
              <a:rPr lang="nl-NL"/>
              <a:t>Some of the animal plurals are less common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nl-NL" dirty="0"/>
              <a:t>1 </a:t>
            </a:r>
            <a:r>
              <a:rPr lang="nl-NL" dirty="0" err="1"/>
              <a:t>goose</a:t>
            </a:r>
            <a:r>
              <a:rPr lang="nl-NL" dirty="0"/>
              <a:t>		2 </a:t>
            </a:r>
            <a:r>
              <a:rPr lang="nl-NL" dirty="0" err="1"/>
              <a:t>geese</a:t>
            </a:r>
            <a:endParaRPr lang="nl-NL" dirty="0"/>
          </a:p>
          <a:p>
            <a:pPr lvl="1"/>
            <a:r>
              <a:rPr lang="nl-NL" dirty="0"/>
              <a:t>1 </a:t>
            </a:r>
            <a:r>
              <a:rPr lang="nl-NL" dirty="0" err="1"/>
              <a:t>mouse</a:t>
            </a:r>
            <a:r>
              <a:rPr lang="nl-NL" dirty="0"/>
              <a:t>		2 </a:t>
            </a:r>
            <a:r>
              <a:rPr lang="nl-NL" dirty="0" err="1"/>
              <a:t>mice</a:t>
            </a:r>
            <a:endParaRPr lang="nl-NL" dirty="0"/>
          </a:p>
          <a:p>
            <a:pPr lvl="1"/>
            <a:r>
              <a:rPr lang="nl-NL" dirty="0"/>
              <a:t>1 </a:t>
            </a:r>
            <a:r>
              <a:rPr lang="nl-NL" dirty="0" err="1"/>
              <a:t>sheep</a:t>
            </a:r>
            <a:r>
              <a:rPr lang="nl-NL" dirty="0"/>
              <a:t>		2 </a:t>
            </a:r>
            <a:r>
              <a:rPr lang="nl-NL" dirty="0" err="1"/>
              <a:t>sheep</a:t>
            </a:r>
            <a:endParaRPr lang="nl-NL" dirty="0"/>
          </a:p>
          <a:p>
            <a:pPr lvl="1"/>
            <a:r>
              <a:rPr lang="nl-NL" dirty="0"/>
              <a:t>1 deer 		2 deer</a:t>
            </a:r>
          </a:p>
          <a:p>
            <a:pPr lvl="1"/>
            <a:r>
              <a:rPr lang="nl-NL" dirty="0"/>
              <a:t>1 </a:t>
            </a:r>
            <a:r>
              <a:rPr lang="nl-NL" dirty="0" err="1"/>
              <a:t>fish</a:t>
            </a:r>
            <a:r>
              <a:rPr lang="nl-NL" dirty="0"/>
              <a:t>		2 </a:t>
            </a:r>
            <a:r>
              <a:rPr lang="nl-NL" dirty="0" err="1"/>
              <a:t>fish</a:t>
            </a:r>
            <a:endParaRPr lang="nl-NL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Irregular</a:t>
            </a:r>
            <a:r>
              <a:rPr lang="nl-NL" dirty="0"/>
              <a:t> </a:t>
            </a:r>
            <a:r>
              <a:rPr lang="nl-NL" dirty="0" err="1"/>
              <a:t>forms</a:t>
            </a:r>
            <a:r>
              <a:rPr lang="nl-NL"/>
              <a:t>: from Latin/Greek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nl-NL" dirty="0"/>
              <a:t>1 crisis	</a:t>
            </a:r>
            <a:r>
              <a:rPr lang="nl-NL"/>
              <a:t>		2 </a:t>
            </a:r>
            <a:r>
              <a:rPr lang="nl-NL" dirty="0"/>
              <a:t>crises</a:t>
            </a:r>
          </a:p>
          <a:p>
            <a:pPr lvl="1"/>
            <a:r>
              <a:rPr lang="nl-NL" dirty="0"/>
              <a:t>1 </a:t>
            </a:r>
            <a:r>
              <a:rPr lang="nl-NL" dirty="0" err="1"/>
              <a:t>phenomenon</a:t>
            </a:r>
            <a:r>
              <a:rPr lang="nl-NL" dirty="0"/>
              <a:t>	2 </a:t>
            </a:r>
            <a:r>
              <a:rPr lang="nl-NL" dirty="0" err="1"/>
              <a:t>phenomena</a:t>
            </a:r>
            <a:endParaRPr lang="nl-NL" dirty="0"/>
          </a:p>
          <a:p>
            <a:pPr lvl="1"/>
            <a:r>
              <a:rPr lang="nl-NL" dirty="0"/>
              <a:t>1 </a:t>
            </a:r>
            <a:r>
              <a:rPr lang="nl-NL" dirty="0" err="1"/>
              <a:t>criterion</a:t>
            </a:r>
            <a:r>
              <a:rPr lang="nl-NL"/>
              <a:t>		2 </a:t>
            </a:r>
            <a:r>
              <a:rPr lang="nl-NL" dirty="0"/>
              <a:t>criteria</a:t>
            </a:r>
          </a:p>
          <a:p>
            <a:pPr lvl="1"/>
            <a:r>
              <a:rPr lang="nl-NL" dirty="0"/>
              <a:t>1 stimulus</a:t>
            </a:r>
            <a:r>
              <a:rPr lang="nl-NL"/>
              <a:t>		2 </a:t>
            </a:r>
            <a:r>
              <a:rPr lang="nl-NL" dirty="0"/>
              <a:t>stimuli</a:t>
            </a:r>
          </a:p>
          <a:p>
            <a:endParaRPr lang="nl-NL" dirty="0"/>
          </a:p>
          <a:p>
            <a:r>
              <a:rPr lang="nl-NL"/>
              <a:t>Again, check a dictionary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like</a:t>
            </a:r>
            <a:r>
              <a:rPr lang="nl-NL" dirty="0"/>
              <a:t> these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0" name="Rectangle 28679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8682" name="Rectangle 28681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848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482601" y="1033389"/>
            <a:ext cx="3619692" cy="4825409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sz="4300">
                <a:solidFill>
                  <a:srgbClr val="FFFFFF"/>
                </a:solidFill>
              </a:rPr>
              <a:t>Compound Nouns </a:t>
            </a:r>
          </a:p>
        </p:txBody>
      </p:sp>
      <p:sp>
        <p:nvSpPr>
          <p:cNvPr id="28684" name="Rectangle 28683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934" y="460868"/>
            <a:ext cx="3621024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8686" name="Rectangle 28685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7080" y="460868"/>
            <a:ext cx="3621024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5066826" y="1033390"/>
            <a:ext cx="3641278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two nouns put together: -s at the end</a:t>
            </a:r>
            <a:br>
              <a:rPr lang="en-US" sz="170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motorway</a:t>
            </a:r>
            <a:r>
              <a:rPr lang="en-US" sz="1700" b="1" u="sng">
                <a:solidFill>
                  <a:schemeClr val="accent2">
                    <a:lumMod val="50000"/>
                  </a:schemeClr>
                </a:solidFill>
              </a:rPr>
              <a:t>s</a:t>
            </a:r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, weekend</a:t>
            </a:r>
            <a:r>
              <a:rPr lang="en-US" sz="1700" b="1" u="sng">
                <a:solidFill>
                  <a:schemeClr val="accent2">
                    <a:lumMod val="50000"/>
                  </a:schemeClr>
                </a:solidFill>
              </a:rPr>
              <a:t>s</a:t>
            </a:r>
          </a:p>
          <a:p>
            <a:pPr eaLnBrk="1" hangingPunct="1">
              <a:lnSpc>
                <a:spcPct val="90000"/>
              </a:lnSpc>
            </a:pPr>
            <a:endParaRPr lang="en-US" sz="1700">
              <a:solidFill>
                <a:schemeClr val="accent2">
                  <a:lumMod val="50000"/>
                </a:schemeClr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verb + preposition: -s at the end</a:t>
            </a:r>
            <a:br>
              <a:rPr lang="en-US" sz="170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pile-up</a:t>
            </a:r>
            <a:r>
              <a:rPr lang="en-US" sz="1700" b="1" u="sng">
                <a:solidFill>
                  <a:schemeClr val="accent2">
                    <a:lumMod val="50000"/>
                  </a:schemeClr>
                </a:solidFill>
              </a:rPr>
              <a:t>s</a:t>
            </a:r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, breakdown</a:t>
            </a:r>
            <a:r>
              <a:rPr lang="en-US" sz="1700" b="1" u="sng">
                <a:solidFill>
                  <a:schemeClr val="accent2">
                    <a:lumMod val="50000"/>
                  </a:schemeClr>
                </a:solidFill>
              </a:rPr>
              <a:t>s</a:t>
            </a:r>
          </a:p>
          <a:p>
            <a:pPr eaLnBrk="1" hangingPunct="1">
              <a:lnSpc>
                <a:spcPct val="90000"/>
              </a:lnSpc>
            </a:pPr>
            <a:endParaRPr lang="en-US" sz="1700">
              <a:solidFill>
                <a:schemeClr val="accent2">
                  <a:lumMod val="50000"/>
                </a:schemeClr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noun + prepositional phrase: -s follows the first noun</a:t>
            </a:r>
            <a:br>
              <a:rPr lang="en-US" sz="170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mother</a:t>
            </a:r>
            <a:r>
              <a:rPr lang="en-US" sz="1700" b="1" u="sng">
                <a:solidFill>
                  <a:schemeClr val="accent2">
                    <a:lumMod val="50000"/>
                  </a:schemeClr>
                </a:solidFill>
              </a:rPr>
              <a:t>s</a:t>
            </a:r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-in-law, Doctor</a:t>
            </a:r>
            <a:r>
              <a:rPr lang="en-US" sz="1700" b="1" u="sng">
                <a:solidFill>
                  <a:schemeClr val="accent2">
                    <a:lumMod val="50000"/>
                  </a:schemeClr>
                </a:solidFill>
              </a:rPr>
              <a:t>s</a:t>
            </a:r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 of Philosophy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1700">
              <a:solidFill>
                <a:schemeClr val="accent2">
                  <a:lumMod val="50000"/>
                </a:schemeClr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man/woman + noun: plural for both</a:t>
            </a:r>
            <a:br>
              <a:rPr lang="en-US" sz="170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wom</a:t>
            </a:r>
            <a:r>
              <a:rPr lang="en-US" sz="1700" b="1" u="sng">
                <a:solidFill>
                  <a:schemeClr val="accent2">
                    <a:lumMod val="50000"/>
                  </a:schemeClr>
                </a:solidFill>
              </a:rPr>
              <a:t>e</a:t>
            </a:r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n driver</a:t>
            </a:r>
            <a:r>
              <a:rPr lang="en-US" sz="1700" b="1" u="sng">
                <a:solidFill>
                  <a:schemeClr val="accent2">
                    <a:lumMod val="50000"/>
                  </a:schemeClr>
                </a:solidFill>
              </a:rPr>
              <a:t>s</a:t>
            </a:r>
            <a:r>
              <a:rPr lang="en-US" sz="1700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8882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And just Remember</a:t>
            </a:r>
            <a:endParaRPr lang="en-US" dirty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ctr" eaLnBrk="1" hangingPunct="1">
              <a:buFont typeface="Wingdings" pitchFamily="2" charset="2"/>
              <a:buNone/>
            </a:pPr>
            <a:endParaRPr lang="en-US"/>
          </a:p>
          <a:p>
            <a:pPr algn="ctr" eaLnBrk="1" hangingPunct="1">
              <a:buFont typeface="Wingdings" pitchFamily="2" charset="2"/>
              <a:buNone/>
            </a:pPr>
            <a:r>
              <a:rPr lang="en-US" sz="5400" u="sng"/>
              <a:t>NEVER</a:t>
            </a:r>
            <a:r>
              <a:rPr lang="en-US" sz="5400"/>
              <a:t> USE 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8000"/>
              <a:t>‘S 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5400"/>
              <a:t>WHEN MAKING A PLURAL</a:t>
            </a:r>
          </a:p>
        </p:txBody>
      </p:sp>
    </p:spTree>
    <p:extLst>
      <p:ext uri="{BB962C8B-B14F-4D97-AF65-F5344CB8AC3E}">
        <p14:creationId xmlns:p14="http://schemas.microsoft.com/office/powerpoint/2010/main" val="1064172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Crossword puzzle</a:t>
            </a:r>
            <a:endParaRPr lang="en-US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04528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76CD6-A940-4A3A-7148-3CC25B53E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Answers to crossword puzzle: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0B7C63-310F-27D0-9089-6CAFB294E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0348" y="2227263"/>
            <a:ext cx="2871242" cy="3632200"/>
          </a:xfrm>
        </p:spPr>
      </p:pic>
    </p:spTree>
    <p:extLst>
      <p:ext uri="{BB962C8B-B14F-4D97-AF65-F5344CB8AC3E}">
        <p14:creationId xmlns:p14="http://schemas.microsoft.com/office/powerpoint/2010/main" val="404825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319F5-F676-76C5-884F-69C3751E5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EFA4F-FDCB-403D-9827-B979F41E9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Countable or uncountable?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602F516-B5C0-7465-4808-C1315950B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9235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848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2601" y="1033389"/>
            <a:ext cx="3619692" cy="4825409"/>
          </a:xfrm>
        </p:spPr>
        <p:txBody>
          <a:bodyPr anchor="ctr">
            <a:normAutofit/>
          </a:bodyPr>
          <a:lstStyle/>
          <a:p>
            <a:r>
              <a:rPr lang="nl-NL" sz="3300">
                <a:solidFill>
                  <a:srgbClr val="FFFFFF"/>
                </a:solidFill>
              </a:rPr>
              <a:t>Countable or uncountable?</a:t>
            </a:r>
            <a:endParaRPr lang="en-US" sz="330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934" y="460868"/>
            <a:ext cx="3621024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7080" y="460868"/>
            <a:ext cx="3621024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066826" y="1033390"/>
            <a:ext cx="4077174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nl-NL" sz="1700">
              <a:solidFill>
                <a:schemeClr val="accent2">
                  <a:lumMod val="5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nl-NL" sz="1700">
                <a:solidFill>
                  <a:schemeClr val="accent2">
                    <a:lumMod val="50000"/>
                  </a:schemeClr>
                </a:solidFill>
              </a:rPr>
              <a:t>Some words can’t be counted</a:t>
            </a:r>
          </a:p>
          <a:p>
            <a:pPr lvl="1">
              <a:lnSpc>
                <a:spcPct val="90000"/>
              </a:lnSpc>
            </a:pPr>
            <a:r>
              <a:rPr lang="nl-NL" sz="1700" strike="sngStrike">
                <a:solidFill>
                  <a:schemeClr val="accent2">
                    <a:lumMod val="50000"/>
                  </a:schemeClr>
                </a:solidFill>
              </a:rPr>
              <a:t>1 money </a:t>
            </a:r>
            <a:r>
              <a:rPr lang="nl-NL" sz="1700">
                <a:solidFill>
                  <a:schemeClr val="accent2">
                    <a:lumMod val="50000"/>
                  </a:schemeClr>
                </a:solidFill>
              </a:rPr>
              <a:t>	</a:t>
            </a:r>
            <a:r>
              <a:rPr lang="nl-NL" sz="1700" strike="sngStrike">
                <a:solidFill>
                  <a:schemeClr val="accent2">
                    <a:lumMod val="50000"/>
                  </a:schemeClr>
                </a:solidFill>
              </a:rPr>
              <a:t>2 moneys</a:t>
            </a:r>
          </a:p>
          <a:p>
            <a:pPr lvl="1">
              <a:lnSpc>
                <a:spcPct val="90000"/>
              </a:lnSpc>
            </a:pPr>
            <a:r>
              <a:rPr lang="nl-NL" sz="1700" strike="sngStrike">
                <a:solidFill>
                  <a:schemeClr val="accent2">
                    <a:lumMod val="50000"/>
                  </a:schemeClr>
                </a:solidFill>
              </a:rPr>
              <a:t>1 water</a:t>
            </a:r>
            <a:r>
              <a:rPr lang="nl-NL" sz="1700">
                <a:solidFill>
                  <a:schemeClr val="accent2">
                    <a:lumMod val="50000"/>
                  </a:schemeClr>
                </a:solidFill>
              </a:rPr>
              <a:t>		</a:t>
            </a:r>
            <a:r>
              <a:rPr lang="nl-NL" sz="1700" strike="sngStrike">
                <a:solidFill>
                  <a:schemeClr val="accent2">
                    <a:lumMod val="50000"/>
                  </a:schemeClr>
                </a:solidFill>
              </a:rPr>
              <a:t>2 waters</a:t>
            </a:r>
            <a:endParaRPr lang="nl-NL" sz="1700">
              <a:solidFill>
                <a:schemeClr val="accent2">
                  <a:lumMod val="50000"/>
                </a:schemeClr>
              </a:solidFill>
            </a:endParaRPr>
          </a:p>
          <a:p>
            <a:pPr lvl="1">
              <a:lnSpc>
                <a:spcPct val="90000"/>
              </a:lnSpc>
            </a:pPr>
            <a:r>
              <a:rPr lang="nl-NL" sz="1700" strike="sngStrike">
                <a:solidFill>
                  <a:schemeClr val="accent2">
                    <a:lumMod val="50000"/>
                  </a:schemeClr>
                </a:solidFill>
              </a:rPr>
              <a:t>1 rice</a:t>
            </a:r>
            <a:r>
              <a:rPr lang="nl-NL" sz="1700">
                <a:solidFill>
                  <a:schemeClr val="accent2">
                    <a:lumMod val="50000"/>
                  </a:schemeClr>
                </a:solidFill>
              </a:rPr>
              <a:t>		</a:t>
            </a:r>
            <a:r>
              <a:rPr lang="nl-NL" sz="1700" strike="sngStrike">
                <a:solidFill>
                  <a:schemeClr val="accent2">
                    <a:lumMod val="50000"/>
                  </a:schemeClr>
                </a:solidFill>
              </a:rPr>
              <a:t>2 rices</a:t>
            </a:r>
          </a:p>
          <a:p>
            <a:pPr lvl="1">
              <a:lnSpc>
                <a:spcPct val="90000"/>
              </a:lnSpc>
            </a:pPr>
            <a:r>
              <a:rPr lang="nl-NL" sz="1700" strike="sngStrike">
                <a:solidFill>
                  <a:schemeClr val="accent2">
                    <a:lumMod val="50000"/>
                  </a:schemeClr>
                </a:solidFill>
              </a:rPr>
              <a:t>1 advice</a:t>
            </a:r>
            <a:r>
              <a:rPr lang="nl-NL" sz="1700">
                <a:solidFill>
                  <a:schemeClr val="accent2">
                    <a:lumMod val="50000"/>
                  </a:schemeClr>
                </a:solidFill>
              </a:rPr>
              <a:t>		</a:t>
            </a:r>
            <a:r>
              <a:rPr lang="nl-NL" sz="1700" strike="sngStrike">
                <a:solidFill>
                  <a:schemeClr val="accent2">
                    <a:lumMod val="50000"/>
                  </a:schemeClr>
                </a:solidFill>
              </a:rPr>
              <a:t>2 advices</a:t>
            </a:r>
          </a:p>
          <a:p>
            <a:pPr lvl="1">
              <a:lnSpc>
                <a:spcPct val="90000"/>
              </a:lnSpc>
            </a:pPr>
            <a:r>
              <a:rPr lang="nl-NL" sz="1700" strike="sngStrike">
                <a:solidFill>
                  <a:schemeClr val="accent2">
                    <a:lumMod val="50000"/>
                  </a:schemeClr>
                </a:solidFill>
              </a:rPr>
              <a:t>1 furniture</a:t>
            </a:r>
            <a:r>
              <a:rPr lang="nl-NL" sz="1700">
                <a:solidFill>
                  <a:schemeClr val="accent2">
                    <a:lumMod val="50000"/>
                  </a:schemeClr>
                </a:solidFill>
              </a:rPr>
              <a:t>	</a:t>
            </a:r>
            <a:r>
              <a:rPr lang="nl-NL" sz="1700" strike="sngStrike">
                <a:solidFill>
                  <a:schemeClr val="accent2">
                    <a:lumMod val="50000"/>
                  </a:schemeClr>
                </a:solidFill>
              </a:rPr>
              <a:t>2 furnitures</a:t>
            </a:r>
          </a:p>
          <a:p>
            <a:pPr marL="366713" lvl="1" indent="0">
              <a:lnSpc>
                <a:spcPct val="90000"/>
              </a:lnSpc>
              <a:buNone/>
            </a:pPr>
            <a:endParaRPr lang="nl-NL" sz="1700" strike="sngStrike">
              <a:solidFill>
                <a:schemeClr val="accent2">
                  <a:lumMod val="50000"/>
                </a:schemeClr>
              </a:solidFill>
            </a:endParaRPr>
          </a:p>
          <a:p>
            <a:pPr lvl="1">
              <a:lnSpc>
                <a:spcPct val="90000"/>
              </a:lnSpc>
            </a:pPr>
            <a:r>
              <a:rPr lang="nl-NL" sz="1700">
                <a:solidFill>
                  <a:schemeClr val="accent2">
                    <a:lumMod val="50000"/>
                  </a:schemeClr>
                </a:solidFill>
              </a:rPr>
              <a:t>the money	</a:t>
            </a:r>
            <a:r>
              <a:rPr lang="nl-NL" sz="1700" strike="sngStrike">
                <a:solidFill>
                  <a:schemeClr val="accent2">
                    <a:lumMod val="50000"/>
                  </a:schemeClr>
                </a:solidFill>
              </a:rPr>
              <a:t>a money</a:t>
            </a:r>
          </a:p>
          <a:p>
            <a:pPr lvl="1">
              <a:lnSpc>
                <a:spcPct val="90000"/>
              </a:lnSpc>
            </a:pPr>
            <a:r>
              <a:rPr lang="nl-NL" sz="1700">
                <a:solidFill>
                  <a:schemeClr val="accent2">
                    <a:lumMod val="50000"/>
                  </a:schemeClr>
                </a:solidFill>
              </a:rPr>
              <a:t>the advice	</a:t>
            </a:r>
            <a:r>
              <a:rPr lang="nl-NL" sz="1700" strike="sngStrike">
                <a:solidFill>
                  <a:schemeClr val="accent2">
                    <a:lumMod val="50000"/>
                  </a:schemeClr>
                </a:solidFill>
              </a:rPr>
              <a:t>an advice</a:t>
            </a:r>
            <a:endParaRPr lang="nl-NL" sz="170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Countable vs</a:t>
            </a:r>
            <a:r>
              <a:rPr lang="en-US"/>
              <a:t>. Uncountable:</a:t>
            </a:r>
            <a:br>
              <a:rPr lang="en-US"/>
            </a:br>
            <a:r>
              <a:rPr lang="en-US"/>
              <a:t>Some nouns can be both</a:t>
            </a:r>
            <a:endParaRPr lang="en-US" dirty="0"/>
          </a:p>
        </p:txBody>
      </p:sp>
      <p:sp>
        <p:nvSpPr>
          <p:cNvPr id="6" name="Tijdelijke aanduiding voor inhoud 5"/>
          <p:cNvSpPr>
            <a:spLocks noGrp="1"/>
          </p:cNvSpPr>
          <p:nvPr>
            <p:ph idx="1"/>
          </p:nvPr>
        </p:nvSpPr>
        <p:spPr>
          <a:xfrm>
            <a:off x="467544" y="1844824"/>
            <a:ext cx="8153400" cy="3534287"/>
          </a:xfrm>
        </p:spPr>
        <p:txBody>
          <a:bodyPr/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nl-NL" dirty="0"/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510" y="3492509"/>
            <a:ext cx="1905000" cy="1552575"/>
          </a:xfrm>
          <a:prstGeom prst="rect">
            <a:avLst/>
          </a:prstGeom>
        </p:spPr>
      </p:pic>
      <p:sp>
        <p:nvSpPr>
          <p:cNvPr id="3" name="Tekstvak 2"/>
          <p:cNvSpPr txBox="1"/>
          <p:nvPr/>
        </p:nvSpPr>
        <p:spPr>
          <a:xfrm>
            <a:off x="4932040" y="2738506"/>
            <a:ext cx="352839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i="1" dirty="0" err="1"/>
              <a:t>She</a:t>
            </a:r>
            <a:r>
              <a:rPr lang="nl-NL" sz="3200" i="1" baseline="0" dirty="0"/>
              <a:t> has a lot of </a:t>
            </a:r>
            <a:r>
              <a:rPr lang="nl-NL" sz="3200" b="1" i="1" baseline="0" dirty="0"/>
              <a:t>hair</a:t>
            </a:r>
          </a:p>
          <a:p>
            <a:endParaRPr lang="en-US" dirty="0"/>
          </a:p>
        </p:txBody>
      </p:sp>
      <p:sp>
        <p:nvSpPr>
          <p:cNvPr id="5" name="Tekstvak 4"/>
          <p:cNvSpPr txBox="1"/>
          <p:nvPr/>
        </p:nvSpPr>
        <p:spPr>
          <a:xfrm>
            <a:off x="1501372" y="5229200"/>
            <a:ext cx="3002745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3200" i="1" baseline="0" dirty="0" err="1"/>
              <a:t>Lambik</a:t>
            </a:r>
            <a:r>
              <a:rPr lang="nl-NL" sz="3200" i="1" baseline="0" dirty="0"/>
              <a:t> </a:t>
            </a:r>
            <a:r>
              <a:rPr lang="nl-NL" sz="3200" i="1" baseline="0" dirty="0" err="1"/>
              <a:t>only</a:t>
            </a:r>
            <a:r>
              <a:rPr lang="nl-NL" sz="3200" i="1" baseline="0" dirty="0"/>
              <a:t> has 6</a:t>
            </a:r>
          </a:p>
          <a:p>
            <a:r>
              <a:rPr lang="nl-NL" sz="3200" i="1"/>
              <a:t>(individual) </a:t>
            </a:r>
            <a:r>
              <a:rPr lang="nl-NL" sz="3200" b="1" i="1" baseline="0"/>
              <a:t>hairs</a:t>
            </a:r>
            <a:endParaRPr lang="en-US" sz="3200" b="1" i="0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3398411"/>
            <a:ext cx="1319001" cy="198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7795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935" y="485678"/>
            <a:ext cx="3131058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19367" y="1113764"/>
            <a:ext cx="2452312" cy="4624327"/>
          </a:xfrm>
        </p:spPr>
        <p:txBody>
          <a:bodyPr anchor="ctr">
            <a:normAutofit/>
          </a:bodyPr>
          <a:lstStyle/>
          <a:p>
            <a:r>
              <a:rPr lang="nl-NL">
                <a:solidFill>
                  <a:srgbClr val="FFFFFF"/>
                </a:solidFill>
              </a:rPr>
              <a:t>How to count them?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866928" y="1113764"/>
            <a:ext cx="4581135" cy="4624327"/>
          </a:xfrm>
        </p:spPr>
        <p:txBody>
          <a:bodyPr anchor="ctr">
            <a:normAutofit/>
          </a:bodyPr>
          <a:lstStyle/>
          <a:p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are units</a:t>
            </a:r>
          </a:p>
          <a:p>
            <a:pPr lvl="1"/>
            <a:r>
              <a:rPr lang="nl-NL" dirty="0"/>
              <a:t>1 euro		2 </a:t>
            </a:r>
            <a:r>
              <a:rPr lang="nl-NL" dirty="0" err="1"/>
              <a:t>euros</a:t>
            </a:r>
            <a:endParaRPr lang="nl-NL" dirty="0"/>
          </a:p>
          <a:p>
            <a:pPr marL="366713" lvl="1" indent="0">
              <a:buNone/>
            </a:pPr>
            <a:endParaRPr lang="nl-NL" dirty="0"/>
          </a:p>
          <a:p>
            <a:r>
              <a:rPr lang="nl-NL" dirty="0"/>
              <a:t>Put a unit in front of </a:t>
            </a:r>
            <a:r>
              <a:rPr lang="nl-NL" dirty="0" err="1"/>
              <a:t>it</a:t>
            </a:r>
            <a:endParaRPr lang="nl-NL" dirty="0"/>
          </a:p>
          <a:p>
            <a:pPr lvl="1"/>
            <a:r>
              <a:rPr lang="nl-NL" dirty="0"/>
              <a:t>1 </a:t>
            </a:r>
            <a:r>
              <a:rPr lang="nl-NL" dirty="0" err="1"/>
              <a:t>glass</a:t>
            </a:r>
            <a:r>
              <a:rPr lang="nl-NL" dirty="0"/>
              <a:t> of water	2 </a:t>
            </a:r>
            <a:r>
              <a:rPr lang="nl-NL" u="sng" dirty="0" err="1"/>
              <a:t>glasses</a:t>
            </a:r>
            <a:r>
              <a:rPr lang="nl-NL" dirty="0"/>
              <a:t> of water</a:t>
            </a:r>
          </a:p>
          <a:p>
            <a:pPr lvl="1"/>
            <a:r>
              <a:rPr lang="nl-NL" dirty="0"/>
              <a:t>1 </a:t>
            </a:r>
            <a:r>
              <a:rPr lang="nl-NL" dirty="0" err="1"/>
              <a:t>plate</a:t>
            </a:r>
            <a:r>
              <a:rPr lang="nl-NL" dirty="0"/>
              <a:t> of </a:t>
            </a:r>
            <a:r>
              <a:rPr lang="nl-NL" dirty="0" err="1"/>
              <a:t>rice</a:t>
            </a:r>
            <a:r>
              <a:rPr lang="nl-NL" dirty="0"/>
              <a:t>		2 </a:t>
            </a:r>
            <a:r>
              <a:rPr lang="nl-NL" u="sng" dirty="0" err="1"/>
              <a:t>plates</a:t>
            </a:r>
            <a:r>
              <a:rPr lang="nl-NL" dirty="0"/>
              <a:t> of </a:t>
            </a:r>
            <a:r>
              <a:rPr lang="nl-NL" dirty="0" err="1"/>
              <a:t>rice</a:t>
            </a:r>
            <a:endParaRPr lang="nl-NL" dirty="0"/>
          </a:p>
          <a:p>
            <a:pPr lvl="1"/>
            <a:r>
              <a:rPr lang="nl-NL" dirty="0"/>
              <a:t>1 </a:t>
            </a:r>
            <a:r>
              <a:rPr lang="nl-NL" dirty="0" err="1"/>
              <a:t>piece</a:t>
            </a:r>
            <a:r>
              <a:rPr lang="nl-NL" dirty="0"/>
              <a:t> of </a:t>
            </a:r>
            <a:r>
              <a:rPr lang="nl-NL" dirty="0" err="1"/>
              <a:t>advice</a:t>
            </a:r>
            <a:r>
              <a:rPr lang="nl-NL" dirty="0"/>
              <a:t>	2 </a:t>
            </a:r>
            <a:r>
              <a:rPr lang="nl-NL" u="sng" dirty="0" err="1"/>
              <a:t>pieces</a:t>
            </a:r>
            <a:r>
              <a:rPr lang="nl-NL" dirty="0"/>
              <a:t> of </a:t>
            </a:r>
            <a:r>
              <a:rPr lang="nl-NL" dirty="0" err="1"/>
              <a:t>advice</a:t>
            </a:r>
            <a:endParaRPr lang="nl-NL" dirty="0"/>
          </a:p>
          <a:p>
            <a:pPr lvl="1"/>
            <a:r>
              <a:rPr lang="nl-NL" dirty="0"/>
              <a:t>1 </a:t>
            </a:r>
            <a:r>
              <a:rPr lang="nl-NL" dirty="0" err="1"/>
              <a:t>piece</a:t>
            </a:r>
            <a:r>
              <a:rPr lang="nl-NL" dirty="0"/>
              <a:t> of </a:t>
            </a:r>
            <a:r>
              <a:rPr lang="nl-NL" dirty="0" err="1"/>
              <a:t>furniture</a:t>
            </a:r>
            <a:r>
              <a:rPr lang="nl-NL" dirty="0"/>
              <a:t>	2 </a:t>
            </a:r>
            <a:r>
              <a:rPr lang="nl-NL" u="sng" dirty="0" err="1"/>
              <a:t>pieces</a:t>
            </a:r>
            <a:r>
              <a:rPr lang="nl-NL" dirty="0"/>
              <a:t> of </a:t>
            </a:r>
            <a:r>
              <a:rPr lang="nl-NL" dirty="0" err="1"/>
              <a:t>furniture</a:t>
            </a:r>
            <a:endParaRPr lang="nl-NL" dirty="0"/>
          </a:p>
          <a:p>
            <a:pPr lvl="1"/>
            <a:endParaRPr lang="nl-NL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Which expression of quantity?</a:t>
            </a:r>
          </a:p>
        </p:txBody>
      </p:sp>
      <p:sp>
        <p:nvSpPr>
          <p:cNvPr id="79876" name="Rectangle 4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nl-NL" b="1" dirty="0" err="1"/>
              <a:t>Countable</a:t>
            </a:r>
            <a:endParaRPr lang="nl-NL" b="1" dirty="0"/>
          </a:p>
          <a:p>
            <a:pPr lvl="1"/>
            <a:r>
              <a:rPr lang="nl-NL" dirty="0" err="1"/>
              <a:t>Many</a:t>
            </a:r>
            <a:r>
              <a:rPr lang="nl-NL" dirty="0"/>
              <a:t> (</a:t>
            </a:r>
            <a:r>
              <a:rPr lang="nl-NL" dirty="0" err="1"/>
              <a:t>bottles</a:t>
            </a:r>
            <a:r>
              <a:rPr lang="nl-NL" dirty="0"/>
              <a:t>)</a:t>
            </a:r>
          </a:p>
          <a:p>
            <a:endParaRPr lang="nl-NL" dirty="0"/>
          </a:p>
          <a:p>
            <a:pPr lvl="1"/>
            <a:r>
              <a:rPr lang="nl-NL" dirty="0"/>
              <a:t>Few (</a:t>
            </a:r>
            <a:r>
              <a:rPr lang="nl-NL" dirty="0" err="1"/>
              <a:t>bottles</a:t>
            </a:r>
            <a:r>
              <a:rPr lang="nl-NL" dirty="0"/>
              <a:t>)</a:t>
            </a:r>
          </a:p>
          <a:p>
            <a:pPr lvl="1"/>
            <a:r>
              <a:rPr lang="nl-NL" dirty="0" err="1"/>
              <a:t>Fewer</a:t>
            </a:r>
            <a:r>
              <a:rPr lang="nl-NL" dirty="0"/>
              <a:t> (</a:t>
            </a:r>
            <a:r>
              <a:rPr lang="nl-NL" dirty="0" err="1"/>
              <a:t>bottles</a:t>
            </a:r>
            <a:r>
              <a:rPr lang="nl-NL" dirty="0"/>
              <a:t>)</a:t>
            </a:r>
          </a:p>
          <a:p>
            <a:pPr lvl="1"/>
            <a:r>
              <a:rPr lang="nl-NL" dirty="0"/>
              <a:t>(the) </a:t>
            </a:r>
            <a:r>
              <a:rPr lang="nl-NL" dirty="0" err="1"/>
              <a:t>fewest</a:t>
            </a:r>
            <a:r>
              <a:rPr lang="nl-NL" dirty="0"/>
              <a:t> (</a:t>
            </a:r>
            <a:r>
              <a:rPr lang="nl-NL" dirty="0" err="1"/>
              <a:t>bottles</a:t>
            </a:r>
            <a:r>
              <a:rPr lang="nl-NL" dirty="0"/>
              <a:t>)</a:t>
            </a:r>
          </a:p>
        </p:txBody>
      </p:sp>
      <p:sp>
        <p:nvSpPr>
          <p:cNvPr id="79877" name="Rectangle 5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r>
              <a:rPr lang="nl-NL" b="1" dirty="0" err="1"/>
              <a:t>Uncountable</a:t>
            </a:r>
            <a:endParaRPr lang="nl-NL" b="1" dirty="0"/>
          </a:p>
          <a:p>
            <a:pPr lvl="1"/>
            <a:r>
              <a:rPr lang="nl-NL" dirty="0" err="1"/>
              <a:t>Much</a:t>
            </a:r>
            <a:r>
              <a:rPr lang="nl-NL" dirty="0"/>
              <a:t> (water)</a:t>
            </a:r>
          </a:p>
          <a:p>
            <a:endParaRPr lang="nl-NL" dirty="0"/>
          </a:p>
          <a:p>
            <a:pPr lvl="1"/>
            <a:r>
              <a:rPr lang="nl-NL" dirty="0" err="1"/>
              <a:t>Little</a:t>
            </a:r>
            <a:r>
              <a:rPr lang="nl-NL" dirty="0"/>
              <a:t> (water)</a:t>
            </a:r>
          </a:p>
          <a:p>
            <a:pPr lvl="1"/>
            <a:r>
              <a:rPr lang="nl-NL" dirty="0" err="1"/>
              <a:t>Less</a:t>
            </a:r>
            <a:r>
              <a:rPr lang="nl-NL" dirty="0"/>
              <a:t> (water)</a:t>
            </a:r>
          </a:p>
          <a:p>
            <a:pPr lvl="1"/>
            <a:r>
              <a:rPr lang="nl-NL" dirty="0"/>
              <a:t>(the) </a:t>
            </a:r>
            <a:r>
              <a:rPr lang="nl-NL" dirty="0" err="1"/>
              <a:t>least</a:t>
            </a:r>
            <a:r>
              <a:rPr lang="nl-NL" dirty="0"/>
              <a:t> (water)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Compare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nl-NL" b="1" dirty="0" err="1"/>
              <a:t>Much</a:t>
            </a:r>
            <a:r>
              <a:rPr lang="nl-NL" dirty="0"/>
              <a:t> water, </a:t>
            </a:r>
            <a:r>
              <a:rPr lang="nl-NL" dirty="0" err="1"/>
              <a:t>but</a:t>
            </a:r>
            <a:r>
              <a:rPr lang="nl-NL" dirty="0"/>
              <a:t> </a:t>
            </a:r>
            <a:r>
              <a:rPr lang="nl-NL" b="1" dirty="0" err="1"/>
              <a:t>many</a:t>
            </a:r>
            <a:r>
              <a:rPr lang="nl-NL" dirty="0"/>
              <a:t> </a:t>
            </a:r>
            <a:r>
              <a:rPr lang="nl-NL" dirty="0" err="1"/>
              <a:t>bottles</a:t>
            </a:r>
            <a:r>
              <a:rPr lang="nl-NL" dirty="0"/>
              <a:t> of water</a:t>
            </a:r>
          </a:p>
          <a:p>
            <a:r>
              <a:rPr lang="nl-NL" b="1" dirty="0" err="1"/>
              <a:t>Little</a:t>
            </a:r>
            <a:r>
              <a:rPr lang="nl-NL" dirty="0"/>
              <a:t> </a:t>
            </a:r>
            <a:r>
              <a:rPr lang="nl-NL" dirty="0" err="1"/>
              <a:t>coffee</a:t>
            </a:r>
            <a:r>
              <a:rPr lang="nl-NL" dirty="0"/>
              <a:t>, </a:t>
            </a:r>
            <a:r>
              <a:rPr lang="nl-NL" dirty="0" err="1"/>
              <a:t>but</a:t>
            </a:r>
            <a:r>
              <a:rPr lang="nl-NL" dirty="0"/>
              <a:t> </a:t>
            </a:r>
            <a:r>
              <a:rPr lang="nl-NL" b="1" dirty="0"/>
              <a:t>few</a:t>
            </a:r>
            <a:r>
              <a:rPr lang="nl-NL" dirty="0"/>
              <a:t> cups of </a:t>
            </a:r>
            <a:r>
              <a:rPr lang="nl-NL" dirty="0" err="1"/>
              <a:t>coffee</a:t>
            </a:r>
            <a:endParaRPr lang="nl-NL" dirty="0"/>
          </a:p>
          <a:p>
            <a:r>
              <a:rPr lang="nl-NL" b="1" dirty="0" err="1"/>
              <a:t>Fewer</a:t>
            </a:r>
            <a:r>
              <a:rPr lang="nl-NL" dirty="0"/>
              <a:t> </a:t>
            </a:r>
            <a:r>
              <a:rPr lang="nl-NL" dirty="0" err="1"/>
              <a:t>chairs</a:t>
            </a:r>
            <a:r>
              <a:rPr lang="nl-NL" dirty="0"/>
              <a:t>, </a:t>
            </a:r>
            <a:r>
              <a:rPr lang="nl-NL" dirty="0" err="1"/>
              <a:t>but</a:t>
            </a:r>
            <a:r>
              <a:rPr lang="nl-NL" dirty="0"/>
              <a:t> </a:t>
            </a:r>
            <a:r>
              <a:rPr lang="nl-NL" b="1" err="1"/>
              <a:t>less</a:t>
            </a:r>
            <a:r>
              <a:rPr lang="nl-NL"/>
              <a:t> furniture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69526-4CBF-86E7-53FC-80E071F24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B58F5-D2C8-1AF6-65CE-46798B915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67F0F1E-D114-82EE-7795-A14A73743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544" y="-1855"/>
            <a:ext cx="7416823" cy="6763359"/>
          </a:xfrm>
        </p:spPr>
      </p:pic>
    </p:spTree>
    <p:extLst>
      <p:ext uri="{BB962C8B-B14F-4D97-AF65-F5344CB8AC3E}">
        <p14:creationId xmlns:p14="http://schemas.microsoft.com/office/powerpoint/2010/main" val="1846577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926DC-1BAE-0488-C824-14828C045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2B4385-BE8C-8DD8-9455-61E96C4DB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568" y="-29337"/>
            <a:ext cx="7056784" cy="6830473"/>
          </a:xfrm>
        </p:spPr>
      </p:pic>
    </p:spTree>
    <p:extLst>
      <p:ext uri="{BB962C8B-B14F-4D97-AF65-F5344CB8AC3E}">
        <p14:creationId xmlns:p14="http://schemas.microsoft.com/office/powerpoint/2010/main" val="2420452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Possession &amp; use of the apostrophe</a:t>
            </a:r>
            <a:endParaRPr lang="en-US" dirty="0"/>
          </a:p>
        </p:txBody>
      </p:sp>
      <p:sp>
        <p:nvSpPr>
          <p:cNvPr id="30722" name="Tijdelijke aanduiding voor tekst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188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Rule about forming the possessive with an apostrophe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775" y="2060848"/>
            <a:ext cx="8531225" cy="5141168"/>
          </a:xfrm>
        </p:spPr>
        <p:txBody>
          <a:bodyPr/>
          <a:lstStyle/>
          <a:p>
            <a:pPr marL="514350" indent="-514350" eaLnBrk="1" hangingPunct="1">
              <a:buAutoNum type="arabicPeriod"/>
            </a:pPr>
            <a:r>
              <a:rPr lang="en-US"/>
              <a:t>If you want to make a plural possessive, then first put the word into the plural.</a:t>
            </a:r>
            <a:endParaRPr lang="en-US" i="1"/>
          </a:p>
          <a:p>
            <a:pPr marL="514350" indent="-514350" eaLnBrk="1" hangingPunct="1">
              <a:buAutoNum type="arabicPeriod"/>
            </a:pPr>
            <a:r>
              <a:rPr lang="en-US"/>
              <a:t>Add an apostrophe ( ’ ) to the end.</a:t>
            </a:r>
          </a:p>
          <a:p>
            <a:pPr marL="514350" indent="-514350" eaLnBrk="1" hangingPunct="1">
              <a:buAutoNum type="arabicPeriod"/>
            </a:pPr>
            <a:r>
              <a:rPr lang="en-US"/>
              <a:t>Add letter “s” but only if you need it for the sound. (If there is no s- or z-like sound, then you need the “s”)</a:t>
            </a:r>
          </a:p>
          <a:p>
            <a:pPr marL="0" indent="0" eaLnBrk="1" hangingPunct="1">
              <a:buNone/>
            </a:pPr>
            <a:endParaRPr lang="en-US"/>
          </a:p>
          <a:p>
            <a:pPr marL="0" indent="0" eaLnBrk="1" hangingPunct="1">
              <a:buNone/>
            </a:pPr>
            <a:r>
              <a:rPr lang="en-US"/>
              <a:t>	Boy			&gt; 		boy’s </a:t>
            </a:r>
          </a:p>
          <a:p>
            <a:pPr marL="0" indent="0" eaLnBrk="1" hangingPunct="1">
              <a:buNone/>
            </a:pPr>
            <a:r>
              <a:rPr lang="en-US"/>
              <a:t>The boy’s football (the football belong to the boy)</a:t>
            </a:r>
          </a:p>
          <a:p>
            <a:pPr marL="0" indent="0" eaLnBrk="1" hangingPunct="1">
              <a:buNone/>
            </a:pPr>
            <a:r>
              <a:rPr lang="en-US"/>
              <a:t>	</a:t>
            </a:r>
          </a:p>
          <a:p>
            <a:pPr marL="0" indent="0" eaLnBrk="1" hangingPunct="1">
              <a:buNone/>
            </a:pPr>
            <a:r>
              <a:rPr lang="en-US"/>
              <a:t>	Boys			&gt;		boys’ </a:t>
            </a:r>
          </a:p>
          <a:p>
            <a:pPr marL="0" indent="0" eaLnBrk="1" hangingPunct="1">
              <a:buNone/>
            </a:pPr>
            <a:r>
              <a:rPr lang="en-US"/>
              <a:t>The boys’ football (the shared football belonging to the boys) </a:t>
            </a:r>
          </a:p>
          <a:p>
            <a:pPr marL="0" indent="0" eaLnBrk="1" hangingPunct="1">
              <a:buNone/>
            </a:pPr>
            <a:r>
              <a:rPr lang="en-US"/>
              <a:t>	Men			&gt; 		men’s</a:t>
            </a:r>
          </a:p>
          <a:p>
            <a:pPr marL="0" indent="0" eaLnBrk="1" hangingPunct="1">
              <a:buNone/>
            </a:pPr>
            <a:r>
              <a:rPr lang="en-US"/>
              <a:t>	Children		&gt;		children’s </a:t>
            </a:r>
            <a:endParaRPr lang="en-US" dirty="0"/>
          </a:p>
          <a:p>
            <a:pPr marL="366713" lvl="1" indent="0" eaLnBrk="1" hangingPunct="1">
              <a:buNone/>
            </a:pPr>
            <a:endParaRPr lang="en-US" dirty="0"/>
          </a:p>
          <a:p>
            <a:pPr marL="0" indent="0" eaLnBrk="1" hangingPunct="1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FC199-AA0D-0332-FB87-8DBF09481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EB09E-C830-AF29-4A8B-173F5228A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70803"/>
            <a:ext cx="7989752" cy="5087197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	Man			&gt;		man’s</a:t>
            </a:r>
          </a:p>
          <a:p>
            <a:pPr marL="0" indent="0">
              <a:buNone/>
            </a:pPr>
            <a:r>
              <a:rPr lang="en-US"/>
              <a:t>The man’s hat (the hat belonging to the man)</a:t>
            </a:r>
          </a:p>
          <a:p>
            <a:pPr marL="0" indent="0">
              <a:buNone/>
            </a:pPr>
            <a:r>
              <a:rPr lang="en-US"/>
              <a:t>	</a:t>
            </a:r>
          </a:p>
          <a:p>
            <a:pPr marL="0" indent="0">
              <a:buNone/>
            </a:pPr>
            <a:r>
              <a:rPr lang="en-US"/>
              <a:t>	Men			&gt; 		men’s</a:t>
            </a:r>
          </a:p>
          <a:p>
            <a:pPr marL="0" indent="0">
              <a:buNone/>
            </a:pPr>
            <a:r>
              <a:rPr lang="en-US"/>
              <a:t>The men’s choir (the choir made up of men)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	child			&gt;		child’s </a:t>
            </a:r>
          </a:p>
          <a:p>
            <a:pPr marL="0" indent="0">
              <a:buNone/>
            </a:pPr>
            <a:r>
              <a:rPr lang="en-US"/>
              <a:t>The child’s room (the room belonging to the child)	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	Children		&gt;		children’s </a:t>
            </a:r>
          </a:p>
          <a:p>
            <a:pPr marL="0" indent="0">
              <a:buNone/>
            </a:pPr>
            <a:r>
              <a:rPr lang="en-US"/>
              <a:t>The children’s room (the room belonging to the children </a:t>
            </a:r>
          </a:p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0552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How</a:t>
            </a:r>
            <a:r>
              <a:rPr lang="nl-NL" dirty="0"/>
              <a:t> to </a:t>
            </a:r>
            <a:r>
              <a:rPr lang="nl-NL" dirty="0" err="1"/>
              <a:t>indicate</a:t>
            </a:r>
            <a:r>
              <a:rPr lang="nl-NL" dirty="0"/>
              <a:t> </a:t>
            </a:r>
            <a:r>
              <a:rPr lang="nl-NL" dirty="0" err="1"/>
              <a:t>possession</a:t>
            </a:r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nl-NL" dirty="0" err="1"/>
              <a:t>People</a:t>
            </a:r>
            <a:r>
              <a:rPr lang="nl-NL" dirty="0"/>
              <a:t>/</a:t>
            </a:r>
            <a:r>
              <a:rPr lang="nl-NL" dirty="0" err="1"/>
              <a:t>animals</a:t>
            </a:r>
            <a:r>
              <a:rPr lang="nl-NL" dirty="0"/>
              <a:t>: -’s / -’</a:t>
            </a:r>
          </a:p>
          <a:p>
            <a:pPr lvl="1"/>
            <a:r>
              <a:rPr lang="nl-NL" dirty="0"/>
              <a:t>My </a:t>
            </a:r>
            <a:r>
              <a:rPr lang="nl-NL" dirty="0" err="1"/>
              <a:t>sister’s</a:t>
            </a:r>
            <a:r>
              <a:rPr lang="nl-NL" dirty="0"/>
              <a:t> name</a:t>
            </a:r>
          </a:p>
          <a:p>
            <a:pPr lvl="1"/>
            <a:r>
              <a:rPr lang="nl-NL" dirty="0"/>
              <a:t>The </a:t>
            </a:r>
            <a:r>
              <a:rPr lang="nl-NL" dirty="0" err="1"/>
              <a:t>dog’s</a:t>
            </a:r>
            <a:r>
              <a:rPr lang="nl-NL" dirty="0"/>
              <a:t> </a:t>
            </a:r>
            <a:r>
              <a:rPr lang="nl-NL" dirty="0" err="1"/>
              <a:t>bone</a:t>
            </a:r>
            <a:endParaRPr lang="nl-NL" dirty="0"/>
          </a:p>
          <a:p>
            <a:pPr lvl="1"/>
            <a:r>
              <a:rPr lang="nl-NL" dirty="0"/>
              <a:t>John’s bike</a:t>
            </a:r>
          </a:p>
          <a:p>
            <a:pPr marL="366713" lvl="1" indent="0">
              <a:buNone/>
            </a:pPr>
            <a:endParaRPr lang="nl-NL" dirty="0"/>
          </a:p>
          <a:p>
            <a:r>
              <a:rPr lang="nl-NL" dirty="0" err="1"/>
              <a:t>Also</a:t>
            </a:r>
            <a:r>
              <a:rPr lang="nl-NL" dirty="0"/>
              <a:t> in 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expressions</a:t>
            </a:r>
            <a:endParaRPr lang="nl-NL" dirty="0"/>
          </a:p>
          <a:p>
            <a:pPr lvl="1"/>
            <a:r>
              <a:rPr lang="nl-NL" dirty="0" err="1"/>
              <a:t>Yesterday’s</a:t>
            </a:r>
            <a:r>
              <a:rPr lang="nl-NL" dirty="0"/>
              <a:t> paper</a:t>
            </a:r>
          </a:p>
          <a:p>
            <a:pPr lvl="1"/>
            <a:r>
              <a:rPr lang="nl-NL" dirty="0"/>
              <a:t>At </a:t>
            </a:r>
            <a:r>
              <a:rPr lang="nl-NL"/>
              <a:t>the baker’s [shop]</a:t>
            </a:r>
            <a:endParaRPr lang="nl-NL" dirty="0"/>
          </a:p>
          <a:p>
            <a:pPr lvl="1"/>
            <a:r>
              <a:rPr lang="nl-NL" dirty="0"/>
              <a:t>A </a:t>
            </a:r>
            <a:r>
              <a:rPr lang="nl-NL" dirty="0" err="1"/>
              <a:t>winter’s</a:t>
            </a:r>
            <a:r>
              <a:rPr lang="nl-NL" dirty="0"/>
              <a:t> </a:t>
            </a:r>
            <a:r>
              <a:rPr lang="nl-NL" dirty="0" err="1"/>
              <a:t>tale</a:t>
            </a:r>
            <a:endParaRPr lang="nl-NL" dirty="0"/>
          </a:p>
        </p:txBody>
      </p:sp>
      <p:sp>
        <p:nvSpPr>
          <p:cNvPr id="5" name="Tijdelijke aanduiding voor inhoud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/>
              <a:t>For inanimate objects: </a:t>
            </a:r>
            <a:r>
              <a:rPr lang="nl-NL" dirty="0"/>
              <a:t>the … of …</a:t>
            </a:r>
          </a:p>
          <a:p>
            <a:pPr lvl="1"/>
            <a:r>
              <a:rPr lang="nl-NL" dirty="0"/>
              <a:t>The name of the </a:t>
            </a:r>
            <a:r>
              <a:rPr lang="nl-NL" dirty="0" err="1"/>
              <a:t>book</a:t>
            </a:r>
            <a:endParaRPr lang="nl-NL" dirty="0"/>
          </a:p>
          <a:p>
            <a:pPr lvl="1"/>
            <a:r>
              <a:rPr lang="nl-NL" dirty="0"/>
              <a:t>The roof of the house</a:t>
            </a:r>
          </a:p>
          <a:p>
            <a:pPr lvl="1"/>
            <a:r>
              <a:rPr lang="nl-NL" dirty="0"/>
              <a:t>The </a:t>
            </a:r>
            <a:r>
              <a:rPr lang="nl-NL" dirty="0" err="1"/>
              <a:t>weight</a:t>
            </a:r>
            <a:r>
              <a:rPr lang="nl-NL" dirty="0"/>
              <a:t> of the </a:t>
            </a:r>
            <a:r>
              <a:rPr lang="nl-NL" dirty="0" err="1"/>
              <a:t>statue</a:t>
            </a:r>
            <a:endParaRPr lang="nl-NL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Dutch Interference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/>
            <a:r>
              <a:rPr lang="en-US" sz="4000" dirty="0"/>
              <a:t>Jan </a:t>
            </a:r>
            <a:r>
              <a:rPr lang="en-US" sz="4000" dirty="0" err="1"/>
              <a:t>z’n</a:t>
            </a:r>
            <a:r>
              <a:rPr lang="en-US" sz="4000" dirty="0"/>
              <a:t> </a:t>
            </a:r>
            <a:r>
              <a:rPr lang="en-US" sz="4000" dirty="0" err="1"/>
              <a:t>fiets</a:t>
            </a:r>
            <a:r>
              <a:rPr lang="en-US" sz="4000" dirty="0"/>
              <a:t> ≠ *John his bike.</a:t>
            </a:r>
            <a:br>
              <a:rPr lang="en-US" sz="4000" dirty="0"/>
            </a:br>
            <a:endParaRPr lang="en-US" sz="4000" dirty="0"/>
          </a:p>
          <a:p>
            <a:pPr eaLnBrk="1" hangingPunct="1"/>
            <a:r>
              <a:rPr lang="en-US" sz="4000" dirty="0"/>
              <a:t>De </a:t>
            </a:r>
            <a:r>
              <a:rPr lang="en-US" sz="4000" dirty="0" err="1"/>
              <a:t>fiets</a:t>
            </a:r>
            <a:r>
              <a:rPr lang="en-US" sz="4000" dirty="0"/>
              <a:t> van Jan ≠ *The bike of John. </a:t>
            </a:r>
          </a:p>
          <a:p>
            <a:pPr eaLnBrk="1" hangingPunct="1"/>
            <a:endParaRPr lang="en-US" sz="4000" dirty="0"/>
          </a:p>
          <a:p>
            <a:pPr eaLnBrk="1" hangingPunct="1"/>
            <a:r>
              <a:rPr lang="en-US" sz="4000" dirty="0" err="1"/>
              <a:t>Jans</a:t>
            </a:r>
            <a:r>
              <a:rPr lang="en-US" sz="4000" dirty="0"/>
              <a:t> </a:t>
            </a:r>
            <a:r>
              <a:rPr lang="en-US" sz="4000" dirty="0" err="1"/>
              <a:t>fiets</a:t>
            </a:r>
            <a:r>
              <a:rPr lang="en-US" sz="4000" dirty="0"/>
              <a:t> ≠ *Johns bike </a:t>
            </a:r>
            <a:br>
              <a:rPr lang="en-US" sz="4000" dirty="0"/>
            </a:br>
            <a:endParaRPr lang="en-US" sz="4000" dirty="0"/>
          </a:p>
          <a:p>
            <a:pPr eaLnBrk="1" hangingPunct="1"/>
            <a:r>
              <a:rPr lang="en-US" sz="4000" dirty="0">
                <a:sym typeface="Wingdings" pitchFamily="2" charset="2"/>
              </a:rPr>
              <a:t> John’s bike.</a:t>
            </a:r>
            <a:r>
              <a:rPr lang="en-US" dirty="0">
                <a:sym typeface="Wingdings" pitchFamily="2" charset="2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6313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F6CA7-089B-3151-4BEC-CB2727B5E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531352" cy="990600"/>
          </a:xfrm>
        </p:spPr>
        <p:txBody>
          <a:bodyPr/>
          <a:lstStyle/>
          <a:p>
            <a:r>
              <a:rPr lang="nl-NL"/>
              <a:t>Forming possessives (also on handout)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22136F-5DCB-105E-3965-1E591B3F5C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8924" y="2227263"/>
            <a:ext cx="4254089" cy="3632200"/>
          </a:xfrm>
        </p:spPr>
      </p:pic>
    </p:spTree>
    <p:extLst>
      <p:ext uri="{BB962C8B-B14F-4D97-AF65-F5344CB8AC3E}">
        <p14:creationId xmlns:p14="http://schemas.microsoft.com/office/powerpoint/2010/main" val="33762361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26685-7911-2F24-06E9-A0FD5C89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Answers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965C16-9D11-48E7-61DA-05ABFE7CA5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42829"/>
            <a:ext cx="9144000" cy="352009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3EC25E-1527-D011-8E9C-F809D62D549B}"/>
              </a:ext>
            </a:extLst>
          </p:cNvPr>
          <p:cNvSpPr txBox="1"/>
          <p:nvPr/>
        </p:nvSpPr>
        <p:spPr>
          <a:xfrm>
            <a:off x="2771800" y="4404156"/>
            <a:ext cx="201622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700" b="1"/>
              <a:t>My boss’s office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459651-193A-C096-29C0-99C3BA5D508C}"/>
              </a:ext>
            </a:extLst>
          </p:cNvPr>
          <p:cNvSpPr/>
          <p:nvPr/>
        </p:nvSpPr>
        <p:spPr>
          <a:xfrm>
            <a:off x="899592" y="4437112"/>
            <a:ext cx="1800200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15509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Agreement</a:t>
            </a:r>
          </a:p>
        </p:txBody>
      </p:sp>
      <p:sp>
        <p:nvSpPr>
          <p:cNvPr id="44034" name="Tijdelijke aanduiding voor tekst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3457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135" name="Rectangle 48134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37" name="Rectangle 48136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935" y="485678"/>
            <a:ext cx="3131058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719367" y="1113764"/>
            <a:ext cx="2452312" cy="4624327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>
                <a:solidFill>
                  <a:srgbClr val="FFFFFF"/>
                </a:solidFill>
              </a:rPr>
              <a:t>Singular and Plural Subjects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6928" y="1113764"/>
            <a:ext cx="4909137" cy="4624327"/>
          </a:xfrm>
        </p:spPr>
        <p:txBody>
          <a:bodyPr anchor="ctr"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/>
              <a:t>Measurement phrases take singular verb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i="1"/>
              <a:t>Ten miles </a:t>
            </a:r>
            <a:r>
              <a:rPr lang="en-US" b="1" i="1"/>
              <a:t>is </a:t>
            </a:r>
            <a:r>
              <a:rPr lang="en-US" i="1"/>
              <a:t>too far. </a:t>
            </a:r>
          </a:p>
          <a:p>
            <a:pPr eaLnBrk="1" hangingPunct="1">
              <a:buFont typeface="Wingdings" pitchFamily="2" charset="2"/>
              <a:buNone/>
            </a:pPr>
            <a:endParaRPr lang="en-US" i="1"/>
          </a:p>
          <a:p>
            <a:pPr eaLnBrk="1" hangingPunct="1">
              <a:buFont typeface="Wingdings" pitchFamily="2" charset="2"/>
              <a:buNone/>
            </a:pPr>
            <a:r>
              <a:rPr lang="en-US"/>
              <a:t>Names referring to one thing take singular verb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i="1"/>
              <a:t>The United States </a:t>
            </a:r>
            <a:r>
              <a:rPr lang="en-US" b="1" i="1"/>
              <a:t>has </a:t>
            </a:r>
            <a:r>
              <a:rPr lang="en-US" i="1"/>
              <a:t>strict laws.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i="1"/>
              <a:t>The Netherlands </a:t>
            </a:r>
            <a:r>
              <a:rPr lang="en-US" b="1" i="1"/>
              <a:t>is</a:t>
            </a:r>
            <a:r>
              <a:rPr lang="en-US" i="1"/>
              <a:t> my country of residence.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5571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Group Nouns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774" y="1600200"/>
            <a:ext cx="8531225" cy="4495800"/>
          </a:xfrm>
        </p:spPr>
        <p:txBody>
          <a:bodyPr/>
          <a:lstStyle/>
          <a:p>
            <a:pPr eaLnBrk="1" hangingPunct="1"/>
            <a:r>
              <a:rPr lang="en-US"/>
              <a:t>But </a:t>
            </a:r>
            <a:r>
              <a:rPr lang="en-US" dirty="0"/>
              <a:t>some group nouns always take plural</a:t>
            </a:r>
          </a:p>
          <a:p>
            <a:pPr lvl="1" eaLnBrk="1" hangingPunct="1"/>
            <a:r>
              <a:rPr lang="en-US" dirty="0"/>
              <a:t>Cattle, livestock, people, police and staff</a:t>
            </a:r>
          </a:p>
          <a:p>
            <a:pPr lvl="1" eaLnBrk="1" hangingPunct="1"/>
            <a:r>
              <a:rPr lang="en-US" dirty="0"/>
              <a:t>The police </a:t>
            </a:r>
            <a:r>
              <a:rPr lang="en-US" b="1" dirty="0"/>
              <a:t>are</a:t>
            </a:r>
            <a:r>
              <a:rPr lang="en-US" dirty="0"/>
              <a:t> coming to </a:t>
            </a:r>
            <a:r>
              <a:rPr lang="en-US"/>
              <a:t>help us </a:t>
            </a:r>
          </a:p>
          <a:p>
            <a:pPr marL="366713" lvl="1" indent="0" eaLnBrk="1" hangingPunct="1">
              <a:buNone/>
            </a:pPr>
            <a:r>
              <a:rPr lang="en-US"/>
              <a:t>*If you want to refer to one police officer, then you need that word “officer”: e.g., </a:t>
            </a:r>
          </a:p>
          <a:p>
            <a:pPr marL="366713" lvl="1" indent="0" eaLnBrk="1" hangingPunct="1">
              <a:buNone/>
            </a:pPr>
            <a:r>
              <a:rPr lang="en-US"/>
              <a:t>“The </a:t>
            </a:r>
            <a:r>
              <a:rPr lang="en-US" u="sng"/>
              <a:t>police officer</a:t>
            </a:r>
            <a:r>
              <a:rPr lang="en-US"/>
              <a:t> </a:t>
            </a:r>
            <a:r>
              <a:rPr lang="en-US" b="1"/>
              <a:t>is</a:t>
            </a:r>
            <a:r>
              <a:rPr lang="en-US"/>
              <a:t> coming to help us”</a:t>
            </a:r>
          </a:p>
          <a:p>
            <a:pPr marL="366713" lvl="1" indent="0" eaLnBrk="1" hangingPunct="1">
              <a:buNone/>
            </a:pPr>
            <a:r>
              <a:rPr lang="en-US" strike="sngStrike">
                <a:solidFill>
                  <a:srgbClr val="FF0000"/>
                </a:solidFill>
              </a:rPr>
              <a:t>“The police is coming to help us.</a:t>
            </a:r>
            <a:br>
              <a:rPr lang="en-US" dirty="0"/>
            </a:br>
            <a:endParaRPr lang="en-US" dirty="0"/>
          </a:p>
          <a:p>
            <a:pPr eaLnBrk="1" hangingPunct="1"/>
            <a:endParaRPr lang="en-US" i="1" dirty="0"/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  <a:p>
            <a:pPr lvl="1" eaLnBrk="1" hangingPunct="1">
              <a:buFont typeface="Wingdings 2" pitchFamily="18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3591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8C5BF-224B-718E-4BA5-DD87FF06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Verb agreement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BA5E82C-ADCB-A40C-C8A0-D9E15A06D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72" y="1772816"/>
            <a:ext cx="8928815" cy="3981653"/>
          </a:xfrm>
        </p:spPr>
      </p:pic>
    </p:spTree>
    <p:extLst>
      <p:ext uri="{BB962C8B-B14F-4D97-AF65-F5344CB8AC3E}">
        <p14:creationId xmlns:p14="http://schemas.microsoft.com/office/powerpoint/2010/main" val="34824024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A720B-6C1E-C2EC-DD0A-651C9C79A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02B8B-F9E0-B983-B538-33AD0BE5A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Answers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A95DB9-DB2C-952F-CF8F-1A31364B41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04" y="2151339"/>
            <a:ext cx="8700427" cy="322187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9BE882-E0EE-D53B-F99A-3C956FB52BBE}"/>
              </a:ext>
            </a:extLst>
          </p:cNvPr>
          <p:cNvSpPr txBox="1"/>
          <p:nvPr/>
        </p:nvSpPr>
        <p:spPr>
          <a:xfrm>
            <a:off x="1475656" y="4509120"/>
            <a:ext cx="288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700"/>
              <a:t>s</a:t>
            </a:r>
            <a:r>
              <a:rPr lang="nl-NL"/>
              <a:t>                          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680A58-CB2F-155E-D5AB-1EB8D4152963}"/>
              </a:ext>
            </a:extLst>
          </p:cNvPr>
          <p:cNvSpPr/>
          <p:nvPr/>
        </p:nvSpPr>
        <p:spPr>
          <a:xfrm>
            <a:off x="2123728" y="4941168"/>
            <a:ext cx="216024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96933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941CB-26BC-9A5B-6C55-D990CAA01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Key: Fill in the correct plural form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15309A-110D-CF1F-2F00-1BCC325527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6554" y="2227263"/>
            <a:ext cx="3338829" cy="3632200"/>
          </a:xfrm>
        </p:spPr>
      </p:pic>
    </p:spTree>
    <p:extLst>
      <p:ext uri="{BB962C8B-B14F-4D97-AF65-F5344CB8AC3E}">
        <p14:creationId xmlns:p14="http://schemas.microsoft.com/office/powerpoint/2010/main" val="7916859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1565A-A474-190B-BD14-CC2881A47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CD6D43-82FE-F3D8-3172-BCAD72E926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6455" y="2227263"/>
            <a:ext cx="3739028" cy="3632200"/>
          </a:xfrm>
        </p:spPr>
      </p:pic>
    </p:spTree>
    <p:extLst>
      <p:ext uri="{BB962C8B-B14F-4D97-AF65-F5344CB8AC3E}">
        <p14:creationId xmlns:p14="http://schemas.microsoft.com/office/powerpoint/2010/main" val="133076689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7C217F3DDE15439660C8A0FD095BFF" ma:contentTypeVersion="0" ma:contentTypeDescription="Create a new document." ma:contentTypeScope="" ma:versionID="178f27c8fb24e2f942a45cfe98f3550d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939EE48E-5F96-4513-B66C-76E5825B69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8F8C35-1BF6-48A4-9AD1-A2125A793F09}">
  <ds:schemaRefs>
    <ds:schemaRef ds:uri="http://schemas.microsoft.com/office/2006/documentManagement/types"/>
    <ds:schemaRef ds:uri="http://purl.org/dc/dcmitype/"/>
    <ds:schemaRef ds:uri="http://purl.org/dc/elements/1.1/"/>
    <ds:schemaRef ds:uri="http://purl.org/dc/terms/"/>
    <ds:schemaRef ds:uri="http://schemas.microsoft.com/office/2006/metadata/properties"/>
    <ds:schemaRef ds:uri="http://www.w3.org/XML/1998/namespace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394BD2CB-0752-4899-AB4C-957BE9E895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1541</TotalTime>
  <Words>1137</Words>
  <Application>Microsoft Office PowerPoint</Application>
  <PresentationFormat>On-screen Show (4:3)</PresentationFormat>
  <Paragraphs>206</Paragraphs>
  <Slides>35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Gill Sans MT</vt:lpstr>
      <vt:lpstr>Wingdings</vt:lpstr>
      <vt:lpstr>Wingdings 2</vt:lpstr>
      <vt:lpstr>Dividend</vt:lpstr>
      <vt:lpstr>Grammar &amp; Basics Week 3: Nouns </vt:lpstr>
      <vt:lpstr>Forming the plural of nouns:  Always add s? (…or is it more complex than that?)  </vt:lpstr>
      <vt:lpstr>Spelling Plurals</vt:lpstr>
      <vt:lpstr>Spelling Plurals</vt:lpstr>
      <vt:lpstr>Spelling Plurals with –o words</vt:lpstr>
      <vt:lpstr>Important note</vt:lpstr>
      <vt:lpstr>Don’t worry: some irregulars you certainly already know! For example…</vt:lpstr>
      <vt:lpstr>Some of the animal plurals are less common</vt:lpstr>
      <vt:lpstr>Irregular forms: from Latin/Greek</vt:lpstr>
      <vt:lpstr>Compound Nouns </vt:lpstr>
      <vt:lpstr>And just Remember</vt:lpstr>
      <vt:lpstr>Crossword puzzle</vt:lpstr>
      <vt:lpstr>Answers to crossword puzzle: </vt:lpstr>
      <vt:lpstr>Countable or uncountable?</vt:lpstr>
      <vt:lpstr>Countable or uncountable?</vt:lpstr>
      <vt:lpstr>Countable vs. Uncountable: Some nouns can be both</vt:lpstr>
      <vt:lpstr>How to count them?</vt:lpstr>
      <vt:lpstr>Which expression of quantity?</vt:lpstr>
      <vt:lpstr>Compare</vt:lpstr>
      <vt:lpstr>PowerPoint Presentation</vt:lpstr>
      <vt:lpstr>PowerPoint Presentation</vt:lpstr>
      <vt:lpstr>Possession &amp; use of the apostrophe</vt:lpstr>
      <vt:lpstr>Rule about forming the possessive with an apostrophe</vt:lpstr>
      <vt:lpstr>PowerPoint Presentation</vt:lpstr>
      <vt:lpstr>How to indicate possession</vt:lpstr>
      <vt:lpstr>Dutch Interference</vt:lpstr>
      <vt:lpstr>Forming possessives (also on handout)</vt:lpstr>
      <vt:lpstr>Answers</vt:lpstr>
      <vt:lpstr>Agreement</vt:lpstr>
      <vt:lpstr>Singular and Plural Subjects</vt:lpstr>
      <vt:lpstr>Group Nouns</vt:lpstr>
      <vt:lpstr>Verb agreement</vt:lpstr>
      <vt:lpstr>Answers</vt:lpstr>
      <vt:lpstr>Key: Fill in the correct plural form</vt:lpstr>
      <vt:lpstr>PowerPoint Presentation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Grammar</dc:title>
  <dc:creator>marlies.devos</dc:creator>
  <cp:lastModifiedBy>Thomas de France</cp:lastModifiedBy>
  <cp:revision>78</cp:revision>
  <cp:lastPrinted>2025-02-19T10:42:05Z</cp:lastPrinted>
  <dcterms:created xsi:type="dcterms:W3CDTF">2017-08-24T15:18:15Z</dcterms:created>
  <dcterms:modified xsi:type="dcterms:W3CDTF">2025-09-11T20:03:15Z</dcterms:modified>
</cp:coreProperties>
</file>