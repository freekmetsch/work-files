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0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5F943916-16B0-4A90-AB74-AF6F27672B16}"/>
    <pc:docChg chg="undo custSel modSld">
      <pc:chgData name="Freek Metsch" userId="021ef47b-1d71-428a-9075-16ffbc2c7c18" providerId="ADAL" clId="{5F943916-16B0-4A90-AB74-AF6F27672B16}" dt="2026-03-02T09:58:15.915" v="1" actId="1076"/>
      <pc:docMkLst>
        <pc:docMk/>
      </pc:docMkLst>
      <pc:sldChg chg="modSp mod">
        <pc:chgData name="Freek Metsch" userId="021ef47b-1d71-428a-9075-16ffbc2c7c18" providerId="ADAL" clId="{5F943916-16B0-4A90-AB74-AF6F27672B16}" dt="2026-03-02T09:58:15.915" v="1" actId="1076"/>
        <pc:sldMkLst>
          <pc:docMk/>
          <pc:sldMk cId="0" sldId="256"/>
        </pc:sldMkLst>
        <pc:picChg chg="mod">
          <ac:chgData name="Freek Metsch" userId="021ef47b-1d71-428a-9075-16ffbc2c7c18" providerId="ADAL" clId="{5F943916-16B0-4A90-AB74-AF6F27672B16}" dt="2026-03-02T09:58:15.915" v="1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A659D-F56F-4417-9FB6-7FC75379F9BC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2B298-BF9B-44E2-B037-AAAF38C4E060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66075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2B298-BF9B-44E2-B037-AAAF38C4E06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51419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0"/>
            <a:ext cx="609904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457200"/>
            <a:ext cx="6099048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/>
              <a:t>Warm-up Activity:</a:t>
            </a:r>
            <a:r>
              <a:rPr lang="en-GB" sz="2800" b="1" dirty="0"/>
              <a:t> </a:t>
            </a:r>
            <a:r>
              <a:rPr sz="2400" dirty="0"/>
              <a:t>🏔️ The Snowball Sentence (groups of 4-5)</a:t>
            </a:r>
          </a:p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sz="2400" dirty="0"/>
              <a:t>Get into groups of 4-5. Each group gets the same starter sentence.</a:t>
            </a:r>
          </a:p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sz="2400" dirty="0"/>
              <a:t>Player 1 adds ONE element (adverb, phrase, clause) ANYWHERE in the sentence and says the full sentence aloud.</a:t>
            </a:r>
          </a:p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sz="2400" dirty="0"/>
              <a:t>Player 2 adds another element and repeats the whole sentence.</a:t>
            </a:r>
          </a:p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sz="2400" dirty="0"/>
              <a:t>Continue around the group. If you break the word order or forget part of the sentence, you're out.</a:t>
            </a:r>
          </a:p>
          <a:p>
            <a:pPr marL="457200" indent="-457200">
              <a:spcBef>
                <a:spcPts val="1800"/>
              </a:spcBef>
              <a:buFont typeface="+mj-lt"/>
              <a:buAutoNum type="arabicPeriod"/>
            </a:pPr>
            <a:r>
              <a:rPr sz="2400" dirty="0"/>
              <a:t>Last person standing wins</a:t>
            </a:r>
            <a:r>
              <a:rPr lang="en-GB" sz="2400" dirty="0"/>
              <a:t>.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099048" y="137160"/>
            <a:ext cx="6099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Fill in Attendance — edu.nl/pmc78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96</Words>
  <Application>Microsoft Office PowerPoint</Application>
  <PresentationFormat>Breedbeeld</PresentationFormat>
  <Paragraphs>8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Freek Metsch</dc:creator>
  <cp:keywords/>
  <dc:description>generated using python-pptx</dc:description>
  <cp:lastModifiedBy>Freek Metsch</cp:lastModifiedBy>
  <cp:revision>2</cp:revision>
  <dcterms:created xsi:type="dcterms:W3CDTF">2013-01-27T09:14:16Z</dcterms:created>
  <dcterms:modified xsi:type="dcterms:W3CDTF">2026-03-02T09:59:37Z</dcterms:modified>
  <cp:category/>
</cp:coreProperties>
</file>