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4"/>
  </p:sldMasterIdLst>
  <p:notesMasterIdLst>
    <p:notesMasterId r:id="rId22"/>
  </p:notesMasterIdLst>
  <p:handoutMasterIdLst>
    <p:handoutMasterId r:id="rId23"/>
  </p:handoutMasterIdLst>
  <p:sldIdLst>
    <p:sldId id="256" r:id="rId5"/>
    <p:sldId id="373" r:id="rId6"/>
    <p:sldId id="374" r:id="rId7"/>
    <p:sldId id="413" r:id="rId8"/>
    <p:sldId id="377" r:id="rId9"/>
    <p:sldId id="378" r:id="rId10"/>
    <p:sldId id="384" r:id="rId11"/>
    <p:sldId id="385" r:id="rId12"/>
    <p:sldId id="394" r:id="rId13"/>
    <p:sldId id="400" r:id="rId14"/>
    <p:sldId id="401" r:id="rId15"/>
    <p:sldId id="403" r:id="rId16"/>
    <p:sldId id="404" r:id="rId17"/>
    <p:sldId id="405" r:id="rId18"/>
    <p:sldId id="418" r:id="rId19"/>
    <p:sldId id="414" r:id="rId20"/>
    <p:sldId id="417" r:id="rId21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CC00CC"/>
    <a:srgbClr val="F95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E793C-E668-474E-B00E-BB30EBA5B5D5}" v="1" dt="2025-09-19T13:50:22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87940" autoAdjust="0"/>
  </p:normalViewPr>
  <p:slideViewPr>
    <p:cSldViewPr>
      <p:cViewPr varScale="1">
        <p:scale>
          <a:sx n="79" d="100"/>
          <a:sy n="79" d="100"/>
        </p:scale>
        <p:origin x="108" y="4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8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de France" userId="fbd91d28-26b5-4f93-b162-d3fc612d7479" providerId="ADAL" clId="{5563FA44-245E-4A53-981F-DA7401A5B79C}"/>
    <pc:docChg chg="modSld">
      <pc:chgData name="Thomas de France" userId="fbd91d28-26b5-4f93-b162-d3fc612d7479" providerId="ADAL" clId="{5563FA44-245E-4A53-981F-DA7401A5B79C}" dt="2025-03-05T08:40:52.214" v="133" actId="20577"/>
      <pc:docMkLst>
        <pc:docMk/>
      </pc:docMkLst>
      <pc:sldChg chg="modSp mod">
        <pc:chgData name="Thomas de France" userId="fbd91d28-26b5-4f93-b162-d3fc612d7479" providerId="ADAL" clId="{5563FA44-245E-4A53-981F-DA7401A5B79C}" dt="2025-03-05T08:38:35.631" v="45" actId="20577"/>
        <pc:sldMkLst>
          <pc:docMk/>
          <pc:sldMk cId="3505707736" sldId="414"/>
        </pc:sldMkLst>
      </pc:sldChg>
      <pc:sldChg chg="modSp mod">
        <pc:chgData name="Thomas de France" userId="fbd91d28-26b5-4f93-b162-d3fc612d7479" providerId="ADAL" clId="{5563FA44-245E-4A53-981F-DA7401A5B79C}" dt="2025-03-05T08:40:52.214" v="133" actId="20577"/>
        <pc:sldMkLst>
          <pc:docMk/>
          <pc:sldMk cId="136306746" sldId="416"/>
        </pc:sldMkLst>
      </pc:sldChg>
    </pc:docChg>
  </pc:docChgLst>
  <pc:docChgLst>
    <pc:chgData name="Thomas de France" userId="fbd91d28-26b5-4f93-b162-d3fc612d7479" providerId="ADAL" clId="{EC1BFEBD-1C80-44AC-8F5D-65CF4FFE1025}"/>
    <pc:docChg chg="custSel addSld delSld modSld">
      <pc:chgData name="Thomas de France" userId="fbd91d28-26b5-4f93-b162-d3fc612d7479" providerId="ADAL" clId="{EC1BFEBD-1C80-44AC-8F5D-65CF4FFE1025}" dt="2024-09-25T10:10:42.520" v="1993" actId="20577"/>
      <pc:docMkLst>
        <pc:docMk/>
      </pc:docMkLst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973077456" sldId="359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3758978324" sldId="361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1372339402" sldId="362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1142508230" sldId="363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1919045879" sldId="364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233040765" sldId="365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2237292566" sldId="366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3628349478" sldId="367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1391087490" sldId="369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3180489854" sldId="372"/>
        </pc:sldMkLst>
      </pc:sldChg>
      <pc:sldChg chg="modSp mod">
        <pc:chgData name="Thomas de France" userId="fbd91d28-26b5-4f93-b162-d3fc612d7479" providerId="ADAL" clId="{EC1BFEBD-1C80-44AC-8F5D-65CF4FFE1025}" dt="2024-09-25T07:09:03.443" v="4" actId="20577"/>
        <pc:sldMkLst>
          <pc:docMk/>
          <pc:sldMk cId="215233857" sldId="373"/>
        </pc:sldMkLst>
      </pc:sldChg>
      <pc:sldChg chg="modSp mod">
        <pc:chgData name="Thomas de France" userId="fbd91d28-26b5-4f93-b162-d3fc612d7479" providerId="ADAL" clId="{EC1BFEBD-1C80-44AC-8F5D-65CF4FFE1025}" dt="2024-09-25T07:09:33.450" v="5" actId="115"/>
        <pc:sldMkLst>
          <pc:docMk/>
          <pc:sldMk cId="2568985091" sldId="374"/>
        </pc:sldMkLst>
      </pc:sldChg>
      <pc:sldChg chg="del">
        <pc:chgData name="Thomas de France" userId="fbd91d28-26b5-4f93-b162-d3fc612d7479" providerId="ADAL" clId="{EC1BFEBD-1C80-44AC-8F5D-65CF4FFE1025}" dt="2024-09-24T19:48:16.115" v="0" actId="2696"/>
        <pc:sldMkLst>
          <pc:docMk/>
          <pc:sldMk cId="207186753" sldId="395"/>
        </pc:sldMkLst>
      </pc:sldChg>
      <pc:sldChg chg="del">
        <pc:chgData name="Thomas de France" userId="fbd91d28-26b5-4f93-b162-d3fc612d7479" providerId="ADAL" clId="{EC1BFEBD-1C80-44AC-8F5D-65CF4FFE1025}" dt="2024-09-24T19:48:30.429" v="1" actId="2696"/>
        <pc:sldMkLst>
          <pc:docMk/>
          <pc:sldMk cId="1916009321" sldId="396"/>
        </pc:sldMkLst>
      </pc:sldChg>
      <pc:sldChg chg="del">
        <pc:chgData name="Thomas de France" userId="fbd91d28-26b5-4f93-b162-d3fc612d7479" providerId="ADAL" clId="{EC1BFEBD-1C80-44AC-8F5D-65CF4FFE1025}" dt="2024-09-24T19:49:00.591" v="2" actId="2696"/>
        <pc:sldMkLst>
          <pc:docMk/>
          <pc:sldMk cId="3826092038" sldId="397"/>
        </pc:sldMkLst>
      </pc:sldChg>
      <pc:sldChg chg="del">
        <pc:chgData name="Thomas de France" userId="fbd91d28-26b5-4f93-b162-d3fc612d7479" providerId="ADAL" clId="{EC1BFEBD-1C80-44AC-8F5D-65CF4FFE1025}" dt="2024-09-24T19:49:00.591" v="2" actId="2696"/>
        <pc:sldMkLst>
          <pc:docMk/>
          <pc:sldMk cId="2901918279" sldId="398"/>
        </pc:sldMkLst>
      </pc:sldChg>
      <pc:sldChg chg="del">
        <pc:chgData name="Thomas de France" userId="fbd91d28-26b5-4f93-b162-d3fc612d7479" providerId="ADAL" clId="{EC1BFEBD-1C80-44AC-8F5D-65CF4FFE1025}" dt="2024-09-24T19:49:00.591" v="2" actId="2696"/>
        <pc:sldMkLst>
          <pc:docMk/>
          <pc:sldMk cId="984648989" sldId="399"/>
        </pc:sldMkLst>
      </pc:sldChg>
      <pc:sldChg chg="del">
        <pc:chgData name="Thomas de France" userId="fbd91d28-26b5-4f93-b162-d3fc612d7479" providerId="ADAL" clId="{EC1BFEBD-1C80-44AC-8F5D-65CF4FFE1025}" dt="2024-09-25T07:11:14.259" v="14" actId="2696"/>
        <pc:sldMkLst>
          <pc:docMk/>
          <pc:sldMk cId="3104232" sldId="402"/>
        </pc:sldMkLst>
      </pc:sldChg>
      <pc:sldChg chg="del">
        <pc:chgData name="Thomas de France" userId="fbd91d28-26b5-4f93-b162-d3fc612d7479" providerId="ADAL" clId="{EC1BFEBD-1C80-44AC-8F5D-65CF4FFE1025}" dt="2024-09-25T07:12:42.102" v="15" actId="2696"/>
        <pc:sldMkLst>
          <pc:docMk/>
          <pc:sldMk cId="3263076791" sldId="406"/>
        </pc:sldMkLst>
      </pc:sldChg>
      <pc:sldChg chg="del">
        <pc:chgData name="Thomas de France" userId="fbd91d28-26b5-4f93-b162-d3fc612d7479" providerId="ADAL" clId="{EC1BFEBD-1C80-44AC-8F5D-65CF4FFE1025}" dt="2024-09-25T07:12:52.503" v="16" actId="2696"/>
        <pc:sldMkLst>
          <pc:docMk/>
          <pc:sldMk cId="3560873399" sldId="407"/>
        </pc:sldMkLst>
      </pc:sldChg>
      <pc:sldChg chg="modSp mod">
        <pc:chgData name="Thomas de France" userId="fbd91d28-26b5-4f93-b162-d3fc612d7479" providerId="ADAL" clId="{EC1BFEBD-1C80-44AC-8F5D-65CF4FFE1025}" dt="2024-09-25T07:17:50.714" v="32" actId="20577"/>
        <pc:sldMkLst>
          <pc:docMk/>
          <pc:sldMk cId="342339750" sldId="411"/>
        </pc:sldMkLst>
      </pc:sldChg>
      <pc:sldChg chg="del">
        <pc:chgData name="Thomas de France" userId="fbd91d28-26b5-4f93-b162-d3fc612d7479" providerId="ADAL" clId="{EC1BFEBD-1C80-44AC-8F5D-65CF4FFE1025}" dt="2024-09-25T07:06:44.201" v="3" actId="2696"/>
        <pc:sldMkLst>
          <pc:docMk/>
          <pc:sldMk cId="3679625883" sldId="412"/>
        </pc:sldMkLst>
      </pc:sldChg>
      <pc:sldChg chg="modSp mod">
        <pc:chgData name="Thomas de France" userId="fbd91d28-26b5-4f93-b162-d3fc612d7479" providerId="ADAL" clId="{EC1BFEBD-1C80-44AC-8F5D-65CF4FFE1025}" dt="2024-09-25T07:10:10.358" v="13" actId="114"/>
        <pc:sldMkLst>
          <pc:docMk/>
          <pc:sldMk cId="2882461279" sldId="413"/>
        </pc:sldMkLst>
      </pc:sldChg>
      <pc:sldChg chg="modSp mod">
        <pc:chgData name="Thomas de France" userId="fbd91d28-26b5-4f93-b162-d3fc612d7479" providerId="ADAL" clId="{EC1BFEBD-1C80-44AC-8F5D-65CF4FFE1025}" dt="2024-09-25T07:31:57.510" v="1025" actId="27636"/>
        <pc:sldMkLst>
          <pc:docMk/>
          <pc:sldMk cId="3505707736" sldId="414"/>
        </pc:sldMkLst>
      </pc:sldChg>
      <pc:sldChg chg="modSp add del mod">
        <pc:chgData name="Thomas de France" userId="fbd91d28-26b5-4f93-b162-d3fc612d7479" providerId="ADAL" clId="{EC1BFEBD-1C80-44AC-8F5D-65CF4FFE1025}" dt="2024-09-25T07:41:49.976" v="1630" actId="2696"/>
        <pc:sldMkLst>
          <pc:docMk/>
          <pc:sldMk cId="747921459" sldId="415"/>
        </pc:sldMkLst>
      </pc:sldChg>
      <pc:sldChg chg="modSp new mod">
        <pc:chgData name="Thomas de France" userId="fbd91d28-26b5-4f93-b162-d3fc612d7479" providerId="ADAL" clId="{EC1BFEBD-1C80-44AC-8F5D-65CF4FFE1025}" dt="2024-09-25T07:41:31.304" v="1626" actId="20577"/>
        <pc:sldMkLst>
          <pc:docMk/>
          <pc:sldMk cId="136306746" sldId="416"/>
        </pc:sldMkLst>
      </pc:sldChg>
      <pc:sldChg chg="modSp add mod">
        <pc:chgData name="Thomas de France" userId="fbd91d28-26b5-4f93-b162-d3fc612d7479" providerId="ADAL" clId="{EC1BFEBD-1C80-44AC-8F5D-65CF4FFE1025}" dt="2024-09-25T10:06:53.587" v="1791" actId="20577"/>
        <pc:sldMkLst>
          <pc:docMk/>
          <pc:sldMk cId="3557645803" sldId="417"/>
        </pc:sldMkLst>
      </pc:sldChg>
      <pc:sldChg chg="modSp add mod">
        <pc:chgData name="Thomas de France" userId="fbd91d28-26b5-4f93-b162-d3fc612d7479" providerId="ADAL" clId="{EC1BFEBD-1C80-44AC-8F5D-65CF4FFE1025}" dt="2024-09-25T10:10:42.520" v="1993" actId="20577"/>
        <pc:sldMkLst>
          <pc:docMk/>
          <pc:sldMk cId="2123015352" sldId="418"/>
        </pc:sldMkLst>
      </pc:sldChg>
    </pc:docChg>
  </pc:docChgLst>
  <pc:docChgLst>
    <pc:chgData name="Freek Metsch" userId="021ef47b-1d71-428a-9075-16ffbc2c7c18" providerId="ADAL" clId="{5F943916-16B0-4A90-AB74-AF6F27672B16}"/>
    <pc:docChg chg="undo custSel addSld delSld modSld">
      <pc:chgData name="Freek Metsch" userId="021ef47b-1d71-428a-9075-16ffbc2c7c18" providerId="ADAL" clId="{5F943916-16B0-4A90-AB74-AF6F27672B16}" dt="2025-09-19T13:57:33.549" v="578" actId="20577"/>
      <pc:docMkLst>
        <pc:docMk/>
      </pc:docMkLst>
      <pc:sldChg chg="addSp modSp add del mod">
        <pc:chgData name="Freek Metsch" userId="021ef47b-1d71-428a-9075-16ffbc2c7c18" providerId="ADAL" clId="{5F943916-16B0-4A90-AB74-AF6F27672B16}" dt="2025-09-19T13:57:14.834" v="531" actId="114"/>
        <pc:sldMkLst>
          <pc:docMk/>
          <pc:sldMk cId="205528932" sldId="405"/>
        </pc:sldMkLst>
        <pc:spChg chg="mod">
          <ac:chgData name="Freek Metsch" userId="021ef47b-1d71-428a-9075-16ffbc2c7c18" providerId="ADAL" clId="{5F943916-16B0-4A90-AB74-AF6F27672B16}" dt="2025-09-19T13:50:18.944" v="82" actId="20577"/>
          <ac:spMkLst>
            <pc:docMk/>
            <pc:sldMk cId="205528932" sldId="405"/>
            <ac:spMk id="102402" creationId="{00000000-0000-0000-0000-000000000000}"/>
          </ac:spMkLst>
        </pc:spChg>
        <pc:graphicFrameChg chg="add mod modGraphic">
          <ac:chgData name="Freek Metsch" userId="021ef47b-1d71-428a-9075-16ffbc2c7c18" providerId="ADAL" clId="{5F943916-16B0-4A90-AB74-AF6F27672B16}" dt="2025-09-19T13:57:00.147" v="503" actId="1076"/>
          <ac:graphicFrameMkLst>
            <pc:docMk/>
            <pc:sldMk cId="205528932" sldId="405"/>
            <ac:graphicFrameMk id="2" creationId="{E195FE0E-6452-9809-8743-E27899919218}"/>
          </ac:graphicFrameMkLst>
        </pc:graphicFrameChg>
        <pc:graphicFrameChg chg="modGraphic">
          <ac:chgData name="Freek Metsch" userId="021ef47b-1d71-428a-9075-16ffbc2c7c18" providerId="ADAL" clId="{5F943916-16B0-4A90-AB74-AF6F27672B16}" dt="2025-09-19T13:57:14.834" v="531" actId="114"/>
          <ac:graphicFrameMkLst>
            <pc:docMk/>
            <pc:sldMk cId="205528932" sldId="405"/>
            <ac:graphicFrameMk id="4" creationId="{00000000-0000-0000-0000-000000000000}"/>
          </ac:graphicFrameMkLst>
        </pc:graphicFrameChg>
      </pc:sldChg>
      <pc:sldChg chg="del">
        <pc:chgData name="Freek Metsch" userId="021ef47b-1d71-428a-9075-16ffbc2c7c18" providerId="ADAL" clId="{5F943916-16B0-4A90-AB74-AF6F27672B16}" dt="2025-09-19T13:43:53.663" v="1" actId="47"/>
        <pc:sldMkLst>
          <pc:docMk/>
          <pc:sldMk cId="2647858198" sldId="408"/>
        </pc:sldMkLst>
      </pc:sldChg>
      <pc:sldChg chg="del">
        <pc:chgData name="Freek Metsch" userId="021ef47b-1d71-428a-9075-16ffbc2c7c18" providerId="ADAL" clId="{5F943916-16B0-4A90-AB74-AF6F27672B16}" dt="2025-09-19T13:43:53.663" v="1" actId="47"/>
        <pc:sldMkLst>
          <pc:docMk/>
          <pc:sldMk cId="1493497033" sldId="409"/>
        </pc:sldMkLst>
      </pc:sldChg>
      <pc:sldChg chg="del">
        <pc:chgData name="Freek Metsch" userId="021ef47b-1d71-428a-9075-16ffbc2c7c18" providerId="ADAL" clId="{5F943916-16B0-4A90-AB74-AF6F27672B16}" dt="2025-09-19T13:43:53.663" v="1" actId="47"/>
        <pc:sldMkLst>
          <pc:docMk/>
          <pc:sldMk cId="1915126738" sldId="410"/>
        </pc:sldMkLst>
      </pc:sldChg>
      <pc:sldChg chg="del">
        <pc:chgData name="Freek Metsch" userId="021ef47b-1d71-428a-9075-16ffbc2c7c18" providerId="ADAL" clId="{5F943916-16B0-4A90-AB74-AF6F27672B16}" dt="2025-09-19T13:43:53.663" v="1" actId="47"/>
        <pc:sldMkLst>
          <pc:docMk/>
          <pc:sldMk cId="342339750" sldId="411"/>
        </pc:sldMkLst>
      </pc:sldChg>
      <pc:sldChg chg="del">
        <pc:chgData name="Freek Metsch" userId="021ef47b-1d71-428a-9075-16ffbc2c7c18" providerId="ADAL" clId="{5F943916-16B0-4A90-AB74-AF6F27672B16}" dt="2025-09-19T13:43:30.236" v="0" actId="47"/>
        <pc:sldMkLst>
          <pc:docMk/>
          <pc:sldMk cId="136306746" sldId="416"/>
        </pc:sldMkLst>
      </pc:sldChg>
      <pc:sldChg chg="modSp new mod">
        <pc:chgData name="Freek Metsch" userId="021ef47b-1d71-428a-9075-16ffbc2c7c18" providerId="ADAL" clId="{5F943916-16B0-4A90-AB74-AF6F27672B16}" dt="2025-09-19T13:57:33.549" v="578" actId="20577"/>
        <pc:sldMkLst>
          <pc:docMk/>
          <pc:sldMk cId="647604127" sldId="418"/>
        </pc:sldMkLst>
        <pc:spChg chg="mod">
          <ac:chgData name="Freek Metsch" userId="021ef47b-1d71-428a-9075-16ffbc2c7c18" providerId="ADAL" clId="{5F943916-16B0-4A90-AB74-AF6F27672B16}" dt="2025-09-19T13:57:33.549" v="578" actId="20577"/>
          <ac:spMkLst>
            <pc:docMk/>
            <pc:sldMk cId="647604127" sldId="418"/>
            <ac:spMk id="2" creationId="{BBDE3294-12A7-5A8F-DC1B-97529F59904B}"/>
          </ac:spMkLst>
        </pc:spChg>
        <pc:spChg chg="mod">
          <ac:chgData name="Freek Metsch" userId="021ef47b-1d71-428a-9075-16ffbc2c7c18" providerId="ADAL" clId="{5F943916-16B0-4A90-AB74-AF6F27672B16}" dt="2025-09-19T13:56:36.049" v="502" actId="20577"/>
          <ac:spMkLst>
            <pc:docMk/>
            <pc:sldMk cId="647604127" sldId="418"/>
            <ac:spMk id="3" creationId="{E291A72A-A529-A1BF-E921-41E19C16D516}"/>
          </ac:spMkLst>
        </pc:spChg>
      </pc:sldChg>
      <pc:sldChg chg="del">
        <pc:chgData name="Freek Metsch" userId="021ef47b-1d71-428a-9075-16ffbc2c7c18" providerId="ADAL" clId="{5F943916-16B0-4A90-AB74-AF6F27672B16}" dt="2025-09-19T13:43:30.236" v="0" actId="47"/>
        <pc:sldMkLst>
          <pc:docMk/>
          <pc:sldMk cId="2123015352" sldId="418"/>
        </pc:sldMkLst>
      </pc:sldChg>
      <pc:sldMasterChg chg="addSldLayout delSldLayout">
        <pc:chgData name="Freek Metsch" userId="021ef47b-1d71-428a-9075-16ffbc2c7c18" providerId="ADAL" clId="{5F943916-16B0-4A90-AB74-AF6F27672B16}" dt="2025-09-19T13:45:19.870" v="3" actId="47"/>
        <pc:sldMasterMkLst>
          <pc:docMk/>
          <pc:sldMasterMk cId="2011334825" sldId="2147483841"/>
        </pc:sldMasterMkLst>
        <pc:sldLayoutChg chg="add del">
          <pc:chgData name="Freek Metsch" userId="021ef47b-1d71-428a-9075-16ffbc2c7c18" providerId="ADAL" clId="{5F943916-16B0-4A90-AB74-AF6F27672B16}" dt="2025-09-19T13:45:19.870" v="3" actId="47"/>
          <pc:sldLayoutMkLst>
            <pc:docMk/>
            <pc:sldMasterMk cId="2011334825" sldId="2147483841"/>
            <pc:sldLayoutMk cId="167029619" sldId="214748385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0626" tIns="45313" rIns="90626" bIns="4531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4" y="0"/>
            <a:ext cx="2918831" cy="493316"/>
          </a:xfrm>
          <a:prstGeom prst="rect">
            <a:avLst/>
          </a:prstGeom>
        </p:spPr>
        <p:txBody>
          <a:bodyPr vert="horz" lIns="90626" tIns="45313" rIns="90626" bIns="45313" rtlCol="0"/>
          <a:lstStyle>
            <a:lvl1pPr algn="r">
              <a:defRPr sz="1200"/>
            </a:lvl1pPr>
          </a:lstStyle>
          <a:p>
            <a:fld id="{26F311EF-DB3C-4B9D-9476-5CFCE272EFF6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0626" tIns="45313" rIns="90626" bIns="4531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4" y="9371285"/>
            <a:ext cx="2918831" cy="493316"/>
          </a:xfrm>
          <a:prstGeom prst="rect">
            <a:avLst/>
          </a:prstGeom>
        </p:spPr>
        <p:txBody>
          <a:bodyPr vert="horz" lIns="90626" tIns="45313" rIns="90626" bIns="45313" rtlCol="0" anchor="b"/>
          <a:lstStyle>
            <a:lvl1pPr algn="r">
              <a:defRPr sz="1200"/>
            </a:lvl1pPr>
          </a:lstStyle>
          <a:p>
            <a:fld id="{7B563ED6-C226-40AB-9EBE-DD5F989E8CA1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43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0626" tIns="45313" rIns="90626" bIns="4531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3316"/>
          </a:xfrm>
          <a:prstGeom prst="rect">
            <a:avLst/>
          </a:prstGeom>
        </p:spPr>
        <p:txBody>
          <a:bodyPr vert="horz" lIns="90626" tIns="45313" rIns="90626" bIns="4531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7EE0F70-0EA5-48EE-BF46-0E545C978FEA}" type="datetimeFigureOut">
              <a:rPr lang="en-US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26" tIns="45313" rIns="90626" bIns="4531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</p:spPr>
        <p:txBody>
          <a:bodyPr vert="horz" lIns="90626" tIns="45313" rIns="90626" bIns="4531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0626" tIns="45313" rIns="90626" bIns="4531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4" y="9371285"/>
            <a:ext cx="2918831" cy="493316"/>
          </a:xfrm>
          <a:prstGeom prst="rect">
            <a:avLst/>
          </a:prstGeom>
        </p:spPr>
        <p:txBody>
          <a:bodyPr vert="horz" lIns="90626" tIns="45313" rIns="90626" bIns="4531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1C8008B-58CC-4600-BA0E-B8D67D43116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605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8587CAC-01CF-4301-897E-1255C7E2ED9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198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7351F3B-69BD-4CF2-B6A6-984A5FFEACFE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458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4403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EC2278-0FF2-4D4B-9912-75582AE3876E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661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8132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EC9E93-A11B-44A1-8425-EF6909C0EC55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417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3203A2-F005-45C5-99FE-723730364267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338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246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5403BD-E7A7-4255-AD35-E3A161A72C6D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011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451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9B0177-9FD6-4CE2-B685-09F8DECAB36B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898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GB" altLang="en-US"/>
              <a:t>Far farther farthest </a:t>
            </a:r>
            <a:r>
              <a:rPr lang="en-GB" altLang="en-US">
                <a:sym typeface="Wingdings" panose="05000000000000000000" pitchFamily="2" charset="2"/>
              </a:rPr>
              <a:t> distance only</a:t>
            </a:r>
            <a:endParaRPr lang="en-GB" altLang="en-US"/>
          </a:p>
          <a:p>
            <a:pPr eaLnBrk="1" hangingPunct="1">
              <a:spcBef>
                <a:spcPct val="0"/>
              </a:spcBef>
            </a:pPr>
            <a:r>
              <a:rPr lang="en-GB" altLang="en-US"/>
              <a:t>Far further furthest </a:t>
            </a:r>
            <a:r>
              <a:rPr lang="en-GB" altLang="en-US">
                <a:sym typeface="Wingdings" panose="05000000000000000000" pitchFamily="2" charset="2"/>
              </a:rPr>
              <a:t> distance and addition</a:t>
            </a:r>
            <a:endParaRPr lang="en-GB" altLang="en-US"/>
          </a:p>
          <a:p>
            <a:pPr eaLnBrk="1" hangingPunct="1">
              <a:spcBef>
                <a:spcPct val="0"/>
              </a:spcBef>
            </a:pPr>
            <a:r>
              <a:rPr lang="en-GB" altLang="en-US"/>
              <a:t>Older elder eldest </a:t>
            </a:r>
            <a:r>
              <a:rPr lang="en-GB" altLang="en-US">
                <a:sym typeface="Wingdings" panose="05000000000000000000" pitchFamily="2" charset="2"/>
              </a:rPr>
              <a:t> only before these nouns: son, daughter, brother, sister, child</a:t>
            </a:r>
            <a:endParaRPr lang="en-GB" altLang="en-US"/>
          </a:p>
        </p:txBody>
      </p:sp>
      <p:sp>
        <p:nvSpPr>
          <p:cNvPr id="8294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755A4C-4FFC-4205-8E6D-DEE55C8A5F7B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7776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DE0F67-566D-4266-8A8E-5DFA155CA33C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584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035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898018-65E7-4622-A8AA-E2C2FEE4F7D0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50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3428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6338" indent="-283207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2827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85958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39089" indent="-22656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492220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45351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398482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51613" indent="-22656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F36F5B-0E03-48E6-9677-8BE0BD701E74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18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DA1311-7605-49A3-B860-CE941D2BED5A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F1C65A-79BB-4244-8241-8592F11DCBBE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52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303776-B5F3-482D-B025-52E83D0420E7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FFCAA-1B2C-49C6-8D88-2C923AD7249E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47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97A7B8-FED8-408E-B814-1ABF4C99C9D0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9952E0-E2C6-4F4D-8A98-54510791945E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58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6AAD04-9D9E-4574-BD0D-743AA0BB7728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04676-EB14-42BA-A29B-9287B732DAA4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2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98629B-7BC8-41E9-9B55-8786EF6FFB3C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C8F6E2-DD42-47DC-968D-4EC81CBFDBB7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8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45A31A-FD4F-45A2-87E9-FB3FD838ABEB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686892-9EF2-45EF-8283-4F910D9827D4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FE0BE7-EEF9-4A64-9E18-7C6DA39FEF20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2958BB-47A1-448A-AC3D-6091AD439EC0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20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D089757-46FF-40B8-9A09-CD68B5BE297B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60A03DC-9471-4B9C-95DC-F76AA3AE1BA2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1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FFC220-0A9F-4946-B993-A94FC472B8E2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E3C564-8CBD-4854-9267-67125E4E13C9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5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111AF3D-D7D8-45A5-A6BA-29055ED4B657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96F61A-A798-4E41-A0FB-5E675CD6551A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5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668D86-11CC-4177-A43E-C46377717AAD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530276-7CB2-4BC5-9738-0AD656801893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39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GB"/>
          </a:p>
        </p:txBody>
      </p:sp>
      <p:sp>
        <p:nvSpPr>
          <p:cNvPr id="3" name="Tijdelijke aanduiding voor tabel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05263-5804-4928-AEA0-C1EE9AB43E02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67029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4AE5754-B91B-49D9-A99C-4EC3558F86BE}" type="datetimeFigureOut">
              <a:rPr lang="en-US" smtClean="0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6006FF5-3448-4EA3-BBA1-3F9F60C65396}" type="slidenum">
              <a:rPr lang="en-US" smtClean="0"/>
              <a:pPr>
                <a:defRPr/>
              </a:pPr>
              <a:t>‹nr.›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334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7500" y="639097"/>
            <a:ext cx="3609804" cy="3686015"/>
          </a:xfrm>
        </p:spPr>
        <p:txBody>
          <a:bodyPr>
            <a:normAutofit/>
          </a:bodyPr>
          <a:lstStyle/>
          <a:p>
            <a:r>
              <a:rPr lang="en-US" sz="6800"/>
              <a:t>Grammar &amp;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7499" y="4455621"/>
            <a:ext cx="3621826" cy="1238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Adverb vs Adjectives</a:t>
            </a:r>
          </a:p>
        </p:txBody>
      </p:sp>
      <p:pic>
        <p:nvPicPr>
          <p:cNvPr id="7" name="Picture 6" descr="Stack of books">
            <a:extLst>
              <a:ext uri="{FF2B5EF4-FFF2-40B4-BE49-F238E27FC236}">
                <a16:creationId xmlns:a16="http://schemas.microsoft.com/office/drawing/2014/main" id="{35F4B628-46DF-4869-8D93-EBA2C8B22DB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36" r="10364" b="-1"/>
          <a:stretch/>
        </p:blipFill>
        <p:spPr>
          <a:xfrm>
            <a:off x="20" y="10"/>
            <a:ext cx="4571980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03789" y="4343400"/>
            <a:ext cx="329184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C6417104-D4C1-4710-9982-2154A7F48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39" name="Titel 3"/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en-US" sz="5200"/>
              <a:t>Comparisons</a:t>
            </a:r>
            <a:endParaRPr lang="en-US" altLang="en-US" sz="5200" dirty="0"/>
          </a:p>
        </p:txBody>
      </p:sp>
      <p:sp>
        <p:nvSpPr>
          <p:cNvPr id="39938" name="Tijdelijke aanduiding voor tekst 4"/>
          <p:cNvSpPr>
            <a:spLocks noGrp="1"/>
          </p:cNvSpPr>
          <p:nvPr>
            <p:ph type="body" idx="1"/>
          </p:nvPr>
        </p:nvSpPr>
        <p:spPr>
          <a:xfrm>
            <a:off x="475499" y="5727515"/>
            <a:ext cx="8193826" cy="51547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pic>
        <p:nvPicPr>
          <p:cNvPr id="3994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4274" y="640080"/>
            <a:ext cx="2711058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626F1402-2DEC-4071-84AF-350C7BF0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7997" y="886968"/>
            <a:ext cx="48006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940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8668" y="640080"/>
            <a:ext cx="2521915" cy="360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04733B62-1719-4677-A612-CA0AC0AD7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DA52A394-10F4-4AA5-90E4-634D1E919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7BDDC51-8BB2-42BE-8EA8-39B3E9AC1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3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/>
              <a:t>Comparison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en-US" altLang="en-US" b="1" dirty="0"/>
              <a:t>Comparative</a:t>
            </a:r>
            <a:r>
              <a:rPr lang="en-US" altLang="en-US" dirty="0"/>
              <a:t>:</a:t>
            </a:r>
          </a:p>
          <a:p>
            <a:r>
              <a:rPr lang="en-US" altLang="en-US" dirty="0"/>
              <a:t>That tower </a:t>
            </a:r>
            <a:r>
              <a:rPr lang="en-US" altLang="en-US" b="1" i="1" dirty="0"/>
              <a:t>is taller </a:t>
            </a:r>
            <a:r>
              <a:rPr lang="en-US" altLang="en-US" u="sng" dirty="0"/>
              <a:t>than</a:t>
            </a:r>
            <a:r>
              <a:rPr lang="en-US" altLang="en-US" dirty="0"/>
              <a:t> most other towers.</a:t>
            </a:r>
          </a:p>
          <a:p>
            <a:endParaRPr lang="en-US" altLang="en-US" dirty="0"/>
          </a:p>
          <a:p>
            <a:r>
              <a:rPr lang="en-US" altLang="en-US" b="1" dirty="0"/>
              <a:t>Superlative</a:t>
            </a:r>
            <a:r>
              <a:rPr lang="en-US" altLang="en-US" dirty="0"/>
              <a:t>:</a:t>
            </a:r>
          </a:p>
          <a:p>
            <a:r>
              <a:rPr lang="en-US" altLang="en-US" dirty="0"/>
              <a:t>But this tower is </a:t>
            </a:r>
            <a:r>
              <a:rPr lang="en-US" altLang="en-US" b="1" i="1" u="sng" dirty="0"/>
              <a:t>the</a:t>
            </a:r>
            <a:r>
              <a:rPr lang="en-US" altLang="en-US" dirty="0"/>
              <a:t> </a:t>
            </a:r>
            <a:r>
              <a:rPr lang="en-US" altLang="en-US" b="1" i="1" dirty="0"/>
              <a:t>tallest</a:t>
            </a:r>
            <a:r>
              <a:rPr lang="en-US" alt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68985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el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GB" altLang="en-US"/>
              <a:t>Comparison</a:t>
            </a:r>
          </a:p>
        </p:txBody>
      </p:sp>
      <p:sp>
        <p:nvSpPr>
          <p:cNvPr id="43011" name="Tijdelijke aanduiding voor inhoud 2"/>
          <p:cNvSpPr>
            <a:spLocks noGrp="1"/>
          </p:cNvSpPr>
          <p:nvPr>
            <p:ph idx="1"/>
          </p:nvPr>
        </p:nvSpPr>
        <p:spPr>
          <a:xfrm>
            <a:off x="822960" y="1916832"/>
            <a:ext cx="7543801" cy="4023360"/>
          </a:xfrm>
        </p:spPr>
        <p:txBody>
          <a:bodyPr>
            <a:normAutofit lnSpcReduction="10000"/>
          </a:bodyPr>
          <a:lstStyle/>
          <a:p>
            <a:r>
              <a:rPr lang="en-GB" altLang="en-US" b="1" dirty="0">
                <a:sym typeface="Wingdings" panose="05000000000000000000" pitchFamily="2" charset="2"/>
              </a:rPr>
              <a:t>Rules</a:t>
            </a:r>
          </a:p>
          <a:p>
            <a:pPr lvl="1"/>
            <a:r>
              <a:rPr lang="en-GB" altLang="en-US" dirty="0">
                <a:sym typeface="Wingdings" panose="05000000000000000000" pitchFamily="2" charset="2"/>
              </a:rPr>
              <a:t>1 syllable  		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-er and –</a:t>
            </a:r>
            <a:r>
              <a:rPr lang="en-GB" altLang="en-US" dirty="0" err="1">
                <a:solidFill>
                  <a:schemeClr val="accent2"/>
                </a:solidFill>
                <a:sym typeface="Wingdings" panose="05000000000000000000" pitchFamily="2" charset="2"/>
              </a:rPr>
              <a:t>est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</a:t>
            </a:r>
            <a:r>
              <a:rPr lang="en-US" altLang="en-US" dirty="0"/>
              <a:t>She is </a:t>
            </a:r>
            <a:r>
              <a:rPr lang="en-US" altLang="en-US" b="1" i="1" dirty="0"/>
              <a:t>bigg</a:t>
            </a:r>
            <a:r>
              <a:rPr lang="en-US" altLang="en-US" b="1" i="1" dirty="0">
                <a:solidFill>
                  <a:schemeClr val="accent2"/>
                </a:solidFill>
              </a:rPr>
              <a:t>er</a:t>
            </a:r>
            <a:r>
              <a:rPr lang="en-US" altLang="en-US" dirty="0"/>
              <a:t> than her brother. </a:t>
            </a:r>
            <a:br>
              <a:rPr lang="en-US" altLang="en-US" dirty="0"/>
            </a:br>
            <a:r>
              <a:rPr lang="en-US" altLang="en-US" dirty="0"/>
              <a:t>	She is </a:t>
            </a:r>
            <a:r>
              <a:rPr lang="en-US" altLang="en-US" b="1" i="1" u="sng" dirty="0"/>
              <a:t>the</a:t>
            </a:r>
            <a:r>
              <a:rPr lang="en-US" altLang="en-US" b="1" i="1" dirty="0"/>
              <a:t> bigg</a:t>
            </a:r>
            <a:r>
              <a:rPr lang="en-US" altLang="en-US" b="1" i="1" dirty="0">
                <a:solidFill>
                  <a:schemeClr val="accent2"/>
                </a:solidFill>
              </a:rPr>
              <a:t>est</a:t>
            </a:r>
            <a:r>
              <a:rPr lang="en-US" altLang="en-US" b="1" i="1" dirty="0"/>
              <a:t>.</a:t>
            </a:r>
          </a:p>
          <a:p>
            <a:pPr marL="201168" lvl="1" indent="0">
              <a:buNone/>
            </a:pPr>
            <a:endParaRPr lang="en-GB" altLang="en-US" dirty="0">
              <a:sym typeface="Wingdings" panose="05000000000000000000" pitchFamily="2" charset="2"/>
            </a:endParaRPr>
          </a:p>
          <a:p>
            <a:pPr lvl="1"/>
            <a:r>
              <a:rPr lang="en-GB" altLang="en-US" dirty="0">
                <a:sym typeface="Wingdings" panose="05000000000000000000" pitchFamily="2" charset="2"/>
              </a:rPr>
              <a:t>2 syllables 	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-er and -</a:t>
            </a:r>
            <a:r>
              <a:rPr lang="en-GB" altLang="en-US" dirty="0" err="1">
                <a:solidFill>
                  <a:schemeClr val="accent2"/>
                </a:solidFill>
                <a:sym typeface="Wingdings" panose="05000000000000000000" pitchFamily="2" charset="2"/>
              </a:rPr>
              <a:t>est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  </a:t>
            </a:r>
            <a:r>
              <a:rPr lang="en-GB" altLang="en-US" dirty="0">
                <a:sym typeface="Wingdings" panose="05000000000000000000" pitchFamily="2" charset="2"/>
              </a:rPr>
              <a:t>or 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more/most</a:t>
            </a:r>
            <a:br>
              <a:rPr lang="en-GB" altLang="en-US" u="sng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He is </a:t>
            </a:r>
            <a:r>
              <a:rPr lang="en-GB" altLang="en-US" b="1" i="1" dirty="0">
                <a:sym typeface="Wingdings" panose="05000000000000000000" pitchFamily="2" charset="2"/>
              </a:rPr>
              <a:t>funni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er</a:t>
            </a:r>
            <a:r>
              <a:rPr lang="en-GB" altLang="en-US" dirty="0">
                <a:sym typeface="Wingdings" panose="05000000000000000000" pitchFamily="2" charset="2"/>
              </a:rPr>
              <a:t> than his sister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His uncle is </a:t>
            </a:r>
            <a:r>
              <a:rPr lang="en-GB" altLang="en-US" b="1" i="1" u="sng" dirty="0">
                <a:sym typeface="Wingdings" panose="05000000000000000000" pitchFamily="2" charset="2"/>
              </a:rPr>
              <a:t>the</a:t>
            </a:r>
            <a:r>
              <a:rPr lang="en-GB" altLang="en-US" b="1" i="1" dirty="0">
                <a:sym typeface="Wingdings" panose="05000000000000000000" pitchFamily="2" charset="2"/>
              </a:rPr>
              <a:t> funni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est</a:t>
            </a:r>
            <a:br>
              <a:rPr lang="en-GB" altLang="en-US" b="1" i="1" dirty="0">
                <a:sym typeface="Wingdings" panose="05000000000000000000" pitchFamily="2" charset="2"/>
              </a:rPr>
            </a:br>
            <a:br>
              <a:rPr lang="en-GB" altLang="en-US" b="1" i="1" dirty="0">
                <a:sym typeface="Wingdings" panose="05000000000000000000" pitchFamily="2" charset="2"/>
              </a:rPr>
            </a:br>
            <a:r>
              <a:rPr lang="en-GB" altLang="en-US" b="1" i="1" dirty="0">
                <a:sym typeface="Wingdings" panose="05000000000000000000" pitchFamily="2" charset="2"/>
              </a:rPr>
              <a:t>	</a:t>
            </a:r>
            <a:r>
              <a:rPr lang="en-GB" altLang="en-US" dirty="0">
                <a:sym typeface="Wingdings" panose="05000000000000000000" pitchFamily="2" charset="2"/>
              </a:rPr>
              <a:t>She is 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more</a:t>
            </a:r>
            <a:r>
              <a:rPr lang="en-GB" altLang="en-US" b="1" i="1" dirty="0">
                <a:sym typeface="Wingdings" panose="05000000000000000000" pitchFamily="2" charset="2"/>
              </a:rPr>
              <a:t> famous </a:t>
            </a:r>
            <a:r>
              <a:rPr lang="en-GB" altLang="en-US" dirty="0">
                <a:sym typeface="Wingdings" panose="05000000000000000000" pitchFamily="2" charset="2"/>
              </a:rPr>
              <a:t>than you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They are </a:t>
            </a:r>
            <a:r>
              <a:rPr lang="en-GB" altLang="en-US" b="1" i="1" u="sng" dirty="0">
                <a:sym typeface="Wingdings" panose="05000000000000000000" pitchFamily="2" charset="2"/>
              </a:rPr>
              <a:t>the</a:t>
            </a:r>
            <a:r>
              <a:rPr lang="en-GB" altLang="en-US" dirty="0">
                <a:sym typeface="Wingdings" panose="05000000000000000000" pitchFamily="2" charset="2"/>
              </a:rPr>
              <a:t> 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most</a:t>
            </a:r>
            <a:r>
              <a:rPr lang="en-GB" altLang="en-US" b="1" i="1" dirty="0">
                <a:sym typeface="Wingdings" panose="05000000000000000000" pitchFamily="2" charset="2"/>
              </a:rPr>
              <a:t> famous</a:t>
            </a:r>
            <a:br>
              <a:rPr lang="en-GB" altLang="en-US" b="1" i="1" dirty="0">
                <a:sym typeface="Wingdings" panose="05000000000000000000" pitchFamily="2" charset="2"/>
              </a:rPr>
            </a:br>
            <a:endParaRPr lang="en-GB" altLang="en-US" b="1" i="1" u="sng" dirty="0">
              <a:sym typeface="Wingdings" panose="05000000000000000000" pitchFamily="2" charset="2"/>
            </a:endParaRPr>
          </a:p>
          <a:p>
            <a:pPr lvl="1"/>
            <a:r>
              <a:rPr lang="en-GB" altLang="en-US" dirty="0">
                <a:sym typeface="Wingdings" panose="05000000000000000000" pitchFamily="2" charset="2"/>
              </a:rPr>
              <a:t>3+ syllables 	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more</a:t>
            </a:r>
            <a:r>
              <a:rPr lang="en-GB" altLang="en-US" dirty="0">
                <a:sym typeface="Wingdings" panose="05000000000000000000" pitchFamily="2" charset="2"/>
              </a:rPr>
              <a:t> and </a:t>
            </a:r>
            <a:r>
              <a:rPr lang="en-GB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most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They are 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more</a:t>
            </a:r>
            <a:r>
              <a:rPr lang="en-GB" altLang="en-US" b="1" i="1" dirty="0">
                <a:sym typeface="Wingdings" panose="05000000000000000000" pitchFamily="2" charset="2"/>
              </a:rPr>
              <a:t> beautiful </a:t>
            </a:r>
            <a:r>
              <a:rPr lang="en-GB" altLang="en-US" dirty="0">
                <a:sym typeface="Wingdings" panose="05000000000000000000" pitchFamily="2" charset="2"/>
              </a:rPr>
              <a:t>than her</a:t>
            </a:r>
            <a:br>
              <a:rPr lang="en-GB" altLang="en-US" dirty="0">
                <a:sym typeface="Wingdings" panose="05000000000000000000" pitchFamily="2" charset="2"/>
              </a:rPr>
            </a:br>
            <a:r>
              <a:rPr lang="en-GB" altLang="en-US" dirty="0">
                <a:sym typeface="Wingdings" panose="05000000000000000000" pitchFamily="2" charset="2"/>
              </a:rPr>
              <a:t>	She is </a:t>
            </a:r>
            <a:r>
              <a:rPr lang="en-GB" altLang="en-US" b="1" i="1" u="sng" dirty="0">
                <a:sym typeface="Wingdings" panose="05000000000000000000" pitchFamily="2" charset="2"/>
              </a:rPr>
              <a:t>the</a:t>
            </a:r>
            <a:r>
              <a:rPr lang="en-GB" altLang="en-US" dirty="0">
                <a:sym typeface="Wingdings" panose="05000000000000000000" pitchFamily="2" charset="2"/>
              </a:rPr>
              <a:t> </a:t>
            </a:r>
            <a:r>
              <a:rPr lang="en-GB" altLang="en-US" b="1" i="1" dirty="0">
                <a:solidFill>
                  <a:schemeClr val="accent2"/>
                </a:solidFill>
                <a:sym typeface="Wingdings" panose="05000000000000000000" pitchFamily="2" charset="2"/>
              </a:rPr>
              <a:t>most</a:t>
            </a:r>
            <a:r>
              <a:rPr lang="en-GB" altLang="en-US" b="1" i="1" dirty="0">
                <a:sym typeface="Wingdings" panose="05000000000000000000" pitchFamily="2" charset="2"/>
              </a:rPr>
              <a:t> beautiful</a:t>
            </a:r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8246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/>
              <a:t>Some spelling rules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22960" y="1845734"/>
            <a:ext cx="7543800" cy="4175554"/>
          </a:xfrm>
        </p:spPr>
        <p:txBody>
          <a:bodyPr/>
          <a:lstStyle/>
          <a:p>
            <a:pPr>
              <a:defRPr/>
            </a:pPr>
            <a:r>
              <a:rPr lang="nl-NL" altLang="en-US" dirty="0" err="1"/>
              <a:t>Words</a:t>
            </a:r>
            <a:r>
              <a:rPr lang="nl-NL" altLang="en-US" dirty="0"/>
              <a:t> </a:t>
            </a:r>
            <a:r>
              <a:rPr lang="nl-NL" altLang="en-US" dirty="0" err="1"/>
              <a:t>that</a:t>
            </a:r>
            <a:r>
              <a:rPr lang="nl-NL" altLang="en-US" dirty="0"/>
              <a:t> end in -e </a:t>
            </a:r>
            <a:r>
              <a:rPr lang="nl-NL" altLang="en-US" dirty="0">
                <a:sym typeface="Wingdings" pitchFamily="2" charset="2"/>
              </a:rPr>
              <a:t>-r, -st</a:t>
            </a:r>
          </a:p>
          <a:p>
            <a:pPr lvl="1">
              <a:defRPr/>
            </a:pPr>
            <a:r>
              <a:rPr lang="nl-NL" altLang="en-US" dirty="0" err="1">
                <a:sym typeface="Wingdings" pitchFamily="2" charset="2"/>
              </a:rPr>
              <a:t>wider</a:t>
            </a:r>
            <a:r>
              <a:rPr lang="nl-NL" altLang="en-US" dirty="0">
                <a:sym typeface="Wingdings" pitchFamily="2" charset="2"/>
              </a:rPr>
              <a:t>, later, </a:t>
            </a:r>
            <a:r>
              <a:rPr lang="nl-NL" altLang="en-US" dirty="0" err="1">
                <a:sym typeface="Wingdings" pitchFamily="2" charset="2"/>
              </a:rPr>
              <a:t>larger</a:t>
            </a:r>
            <a:endParaRPr lang="nl-NL" altLang="en-US" dirty="0">
              <a:sym typeface="Wingdings" pitchFamily="2" charset="2"/>
            </a:endParaRPr>
          </a:p>
          <a:p>
            <a:pPr>
              <a:defRPr/>
            </a:pPr>
            <a:endParaRPr lang="nl-NL" altLang="en-US" dirty="0">
              <a:sym typeface="Wingdings" pitchFamily="2" charset="2"/>
            </a:endParaRPr>
          </a:p>
          <a:p>
            <a:pPr>
              <a:defRPr/>
            </a:pPr>
            <a:r>
              <a:rPr lang="nl-NL" altLang="en-US" dirty="0" err="1">
                <a:sym typeface="Wingdings" pitchFamily="2" charset="2"/>
              </a:rPr>
              <a:t>Words</a:t>
            </a:r>
            <a:r>
              <a:rPr lang="nl-NL" altLang="en-US" dirty="0">
                <a:sym typeface="Wingdings" pitchFamily="2" charset="2"/>
              </a:rPr>
              <a:t> </a:t>
            </a:r>
            <a:r>
              <a:rPr lang="nl-NL" altLang="en-US" dirty="0" err="1">
                <a:sym typeface="Wingdings" pitchFamily="2" charset="2"/>
              </a:rPr>
              <a:t>ending</a:t>
            </a:r>
            <a:r>
              <a:rPr lang="nl-NL" altLang="en-US" dirty="0">
                <a:sym typeface="Wingdings" pitchFamily="2" charset="2"/>
              </a:rPr>
              <a:t> in </a:t>
            </a:r>
            <a:r>
              <a:rPr lang="nl-NL" altLang="en-US" u="sng" dirty="0" err="1">
                <a:sym typeface="Wingdings" pitchFamily="2" charset="2"/>
              </a:rPr>
              <a:t>vowel</a:t>
            </a:r>
            <a:r>
              <a:rPr lang="nl-NL" altLang="en-US" dirty="0">
                <a:sym typeface="Wingdings" pitchFamily="2" charset="2"/>
              </a:rPr>
              <a:t> + </a:t>
            </a:r>
            <a:r>
              <a:rPr lang="nl-NL" altLang="en-US" u="sng" dirty="0">
                <a:sym typeface="Wingdings" pitchFamily="2" charset="2"/>
              </a:rPr>
              <a:t>consonant</a:t>
            </a:r>
            <a:r>
              <a:rPr lang="nl-NL" altLang="en-US" dirty="0">
                <a:sym typeface="Wingdings" pitchFamily="2" charset="2"/>
              </a:rPr>
              <a:t> (big, wet, </a:t>
            </a:r>
            <a:r>
              <a:rPr lang="nl-NL" altLang="en-US" dirty="0" err="1">
                <a:sym typeface="Wingdings" pitchFamily="2" charset="2"/>
              </a:rPr>
              <a:t>thin</a:t>
            </a:r>
            <a:r>
              <a:rPr lang="nl-NL" altLang="en-US" dirty="0">
                <a:sym typeface="Wingdings" pitchFamily="2" charset="2"/>
              </a:rPr>
              <a:t>) double the consonant </a:t>
            </a:r>
          </a:p>
          <a:p>
            <a:pPr lvl="1">
              <a:defRPr/>
            </a:pPr>
            <a:r>
              <a:rPr lang="nl-NL" altLang="en-US" dirty="0" err="1">
                <a:sym typeface="Wingdings" pitchFamily="2" charset="2"/>
              </a:rPr>
              <a:t>bigger</a:t>
            </a:r>
            <a:r>
              <a:rPr lang="nl-NL" altLang="en-US" dirty="0">
                <a:sym typeface="Wingdings" pitchFamily="2" charset="2"/>
              </a:rPr>
              <a:t>, </a:t>
            </a:r>
            <a:r>
              <a:rPr lang="nl-NL" altLang="en-US" dirty="0" err="1">
                <a:sym typeface="Wingdings" pitchFamily="2" charset="2"/>
              </a:rPr>
              <a:t>wetter</a:t>
            </a:r>
            <a:r>
              <a:rPr lang="nl-NL" altLang="en-US" dirty="0">
                <a:sym typeface="Wingdings" pitchFamily="2" charset="2"/>
              </a:rPr>
              <a:t>, thinner</a:t>
            </a:r>
          </a:p>
          <a:p>
            <a:pPr>
              <a:defRPr/>
            </a:pPr>
            <a:endParaRPr lang="nl-NL" altLang="en-US" dirty="0">
              <a:sym typeface="Wingdings" pitchFamily="2" charset="2"/>
            </a:endParaRPr>
          </a:p>
          <a:p>
            <a:pPr>
              <a:defRPr/>
            </a:pPr>
            <a:r>
              <a:rPr lang="nl-NL" altLang="en-US" dirty="0" err="1">
                <a:sym typeface="Wingdings" pitchFamily="2" charset="2"/>
              </a:rPr>
              <a:t>Words</a:t>
            </a:r>
            <a:r>
              <a:rPr lang="nl-NL" altLang="en-US" dirty="0">
                <a:sym typeface="Wingdings" pitchFamily="2" charset="2"/>
              </a:rPr>
              <a:t> </a:t>
            </a:r>
            <a:r>
              <a:rPr lang="nl-NL" altLang="en-US" dirty="0" err="1">
                <a:sym typeface="Wingdings" pitchFamily="2" charset="2"/>
              </a:rPr>
              <a:t>ending</a:t>
            </a:r>
            <a:r>
              <a:rPr lang="nl-NL" altLang="en-US" dirty="0">
                <a:sym typeface="Wingdings" pitchFamily="2" charset="2"/>
              </a:rPr>
              <a:t> in -y  -</a:t>
            </a:r>
            <a:r>
              <a:rPr lang="nl-NL" altLang="en-US" dirty="0" err="1">
                <a:sym typeface="Wingdings" pitchFamily="2" charset="2"/>
              </a:rPr>
              <a:t>ier</a:t>
            </a:r>
            <a:r>
              <a:rPr lang="nl-NL" altLang="en-US" dirty="0">
                <a:sym typeface="Wingdings" pitchFamily="2" charset="2"/>
              </a:rPr>
              <a:t>, </a:t>
            </a:r>
            <a:r>
              <a:rPr lang="nl-NL" altLang="en-US" dirty="0" err="1">
                <a:sym typeface="Wingdings" pitchFamily="2" charset="2"/>
              </a:rPr>
              <a:t>iest</a:t>
            </a:r>
            <a:endParaRPr lang="nl-NL" altLang="en-US" dirty="0">
              <a:sym typeface="Wingdings" pitchFamily="2" charset="2"/>
            </a:endParaRPr>
          </a:p>
          <a:p>
            <a:pPr lvl="1">
              <a:defRPr/>
            </a:pPr>
            <a:r>
              <a:rPr lang="nl-NL" altLang="en-US" dirty="0" err="1">
                <a:sym typeface="Wingdings" pitchFamily="2" charset="2"/>
              </a:rPr>
              <a:t>easier</a:t>
            </a:r>
            <a:r>
              <a:rPr lang="nl-NL" altLang="en-US" dirty="0">
                <a:sym typeface="Wingdings" pitchFamily="2" charset="2"/>
              </a:rPr>
              <a:t>, </a:t>
            </a:r>
            <a:r>
              <a:rPr lang="nl-NL" altLang="en-US" dirty="0" err="1">
                <a:sym typeface="Wingdings" pitchFamily="2" charset="2"/>
              </a:rPr>
              <a:t>heavier</a:t>
            </a:r>
            <a:r>
              <a:rPr lang="nl-NL" altLang="en-US" dirty="0">
                <a:sym typeface="Wingdings" pitchFamily="2" charset="2"/>
              </a:rPr>
              <a:t>, </a:t>
            </a:r>
            <a:r>
              <a:rPr lang="nl-NL" altLang="en-US" dirty="0" err="1">
                <a:sym typeface="Wingdings" pitchFamily="2" charset="2"/>
              </a:rPr>
              <a:t>luckier</a:t>
            </a:r>
            <a:endParaRPr lang="nl-NL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br>
              <a:rPr lang="nl-NL" altLang="en-US" dirty="0">
                <a:sym typeface="Wingdings" pitchFamily="2" charset="2"/>
              </a:rPr>
            </a:br>
            <a:endParaRPr lang="nl-NL" alt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44890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 dirty="0"/>
              <a:t>Comparison – Two syllables 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en-US" altLang="en-US" dirty="0"/>
              <a:t>- er and - </a:t>
            </a:r>
            <a:r>
              <a:rPr lang="en-US" altLang="en-US" dirty="0" err="1"/>
              <a:t>est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She </a:t>
            </a:r>
            <a:r>
              <a:rPr lang="en-US" altLang="en-US" b="1" i="1" dirty="0"/>
              <a:t>is funnier </a:t>
            </a:r>
            <a:r>
              <a:rPr lang="en-US" altLang="en-US" dirty="0"/>
              <a:t>than her brother.</a:t>
            </a:r>
          </a:p>
          <a:p>
            <a:r>
              <a:rPr lang="en-US" altLang="en-US" dirty="0"/>
              <a:t>  </a:t>
            </a:r>
          </a:p>
          <a:p>
            <a:r>
              <a:rPr lang="en-US" altLang="en-US" dirty="0"/>
              <a:t>OR more and most </a:t>
            </a:r>
          </a:p>
          <a:p>
            <a:r>
              <a:rPr lang="en-US" altLang="en-US" dirty="0"/>
              <a:t>She is </a:t>
            </a:r>
            <a:r>
              <a:rPr lang="en-US" altLang="en-US" b="1" i="1" dirty="0"/>
              <a:t>more famous </a:t>
            </a:r>
            <a:r>
              <a:rPr lang="en-US" altLang="en-US" dirty="0"/>
              <a:t>than her brother. </a:t>
            </a:r>
          </a:p>
          <a:p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8786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Comparison – Two syllables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891260"/>
              </p:ext>
            </p:extLst>
          </p:nvPr>
        </p:nvGraphicFramePr>
        <p:xfrm>
          <a:off x="822960" y="1988840"/>
          <a:ext cx="7637472" cy="2992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483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le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simple – simpler – simplest</a:t>
                      </a: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83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1900" b="0" dirty="0" err="1">
                          <a:solidFill>
                            <a:schemeClr val="tx1"/>
                          </a:solidFill>
                        </a:rPr>
                        <a:t>er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clever – cleverer – cleverest</a:t>
                      </a:r>
                    </a:p>
                  </a:txBody>
                  <a:tcPr marL="86147" marR="86147" marT="43074" marB="4307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83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86147" marR="86147" marT="43074" marB="43074"/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happy – happier</a:t>
                      </a: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 – happiest 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83"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z="1900" b="0" dirty="0" err="1">
                          <a:solidFill>
                            <a:schemeClr val="tx1"/>
                          </a:solidFill>
                        </a:rPr>
                        <a:t>ow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yellow – yellower – </a:t>
                      </a:r>
                      <a:r>
                        <a:rPr lang="en-US" sz="1900" b="0" dirty="0" err="1">
                          <a:solidFill>
                            <a:schemeClr val="tx1"/>
                          </a:solidFill>
                        </a:rPr>
                        <a:t>yellowest</a:t>
                      </a: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83"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-some</a:t>
                      </a:r>
                    </a:p>
                  </a:txBody>
                  <a:tcPr marL="86147" marR="86147" marT="43074" marB="43074"/>
                </a:tc>
                <a:tc>
                  <a:txBody>
                    <a:bodyPr/>
                    <a:lstStyle/>
                    <a:p>
                      <a:r>
                        <a:rPr lang="en-US" sz="1900" b="0" dirty="0">
                          <a:solidFill>
                            <a:schemeClr val="tx1"/>
                          </a:solidFill>
                        </a:rPr>
                        <a:t>handsome –</a:t>
                      </a:r>
                      <a:r>
                        <a:rPr lang="en-US" sz="1900" b="0" baseline="0" dirty="0">
                          <a:solidFill>
                            <a:schemeClr val="tx1"/>
                          </a:solidFill>
                        </a:rPr>
                        <a:t> handsomer - handsomest</a:t>
                      </a:r>
                      <a:endParaRPr lang="en-US" sz="1900" b="0" dirty="0">
                        <a:solidFill>
                          <a:schemeClr val="tx1"/>
                        </a:solidFill>
                      </a:endParaRPr>
                    </a:p>
                  </a:txBody>
                  <a:tcPr marL="86147" marR="86147" marT="43074" marB="4307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83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 dirty="0"/>
              <a:t>Comparison – Three syllables 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/>
          <a:lstStyle/>
          <a:p>
            <a:r>
              <a:rPr lang="en-US" altLang="en-US" dirty="0"/>
              <a:t>more and most</a:t>
            </a:r>
          </a:p>
          <a:p>
            <a:r>
              <a:rPr lang="en-US" altLang="en-US" dirty="0"/>
              <a:t>She is </a:t>
            </a:r>
            <a:r>
              <a:rPr lang="en-US" altLang="en-US" b="1" i="1" dirty="0"/>
              <a:t>more intelligent </a:t>
            </a:r>
            <a:r>
              <a:rPr lang="en-US" altLang="en-US" dirty="0"/>
              <a:t>than her brother.</a:t>
            </a:r>
          </a:p>
          <a:p>
            <a:r>
              <a:rPr lang="en-US" altLang="en-US" dirty="0"/>
              <a:t>She is </a:t>
            </a:r>
            <a:r>
              <a:rPr lang="en-US" altLang="en-US" b="1" i="1" dirty="0"/>
              <a:t>the most intelligent</a:t>
            </a:r>
            <a:r>
              <a:rPr lang="en-US" altLang="en-US" i="1" dirty="0"/>
              <a:t>.</a:t>
            </a:r>
          </a:p>
          <a:p>
            <a:r>
              <a:rPr lang="en-US" altLang="en-US" dirty="0"/>
              <a:t> 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1675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Irregular Forms </a:t>
            </a:r>
            <a:endParaRPr lang="nl-NL" alt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Bad 	– 	worse 	– 	worst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Far 	– 	farther 	– 	</a:t>
            </a:r>
            <a:r>
              <a:rPr lang="en-US" altLang="en-US" i="1" dirty="0"/>
              <a:t>farthest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Far 	– 	further 	– 	</a:t>
            </a:r>
            <a:r>
              <a:rPr lang="en-US" altLang="en-US" i="1" dirty="0"/>
              <a:t>furthest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Good 	– 	better 	– 	best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Little 	– 	less 	– 	least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Many 	– 	more 	– 	most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Much 	– 	more 	– 	most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Old 	– 	older 	– 	oldest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Old 	– 	elder 	– 	</a:t>
            </a:r>
            <a:r>
              <a:rPr lang="en-US" altLang="en-US" i="1" dirty="0"/>
              <a:t>eldest</a:t>
            </a:r>
            <a:r>
              <a:rPr lang="en-US" altLang="en-US" dirty="0"/>
              <a:t> </a:t>
            </a:r>
          </a:p>
          <a:p>
            <a:pPr eaLnBrk="1" hangingPunct="1">
              <a:lnSpc>
                <a:spcPct val="90000"/>
              </a:lnSpc>
            </a:pPr>
            <a:endParaRPr lang="nl-NL" altLang="en-US" dirty="0"/>
          </a:p>
        </p:txBody>
      </p:sp>
    </p:spTree>
    <p:extLst>
      <p:ext uri="{BB962C8B-B14F-4D97-AF65-F5344CB8AC3E}">
        <p14:creationId xmlns:p14="http://schemas.microsoft.com/office/powerpoint/2010/main" val="1242844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/>
              <a:t>Adverbs Form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adverbs mean something else if you add -</a:t>
            </a:r>
            <a:r>
              <a:rPr lang="en-GB" dirty="0" err="1"/>
              <a:t>ly</a:t>
            </a:r>
            <a:endParaRPr lang="en-GB" dirty="0"/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She worked very </a:t>
            </a:r>
            <a:r>
              <a:rPr lang="en-US" b="1" dirty="0"/>
              <a:t>hard</a:t>
            </a:r>
            <a:r>
              <a:rPr lang="en-US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She </a:t>
            </a:r>
            <a:r>
              <a:rPr lang="en-US" b="1" dirty="0"/>
              <a:t>hardly</a:t>
            </a:r>
            <a:r>
              <a:rPr lang="en-US" dirty="0"/>
              <a:t> worked. 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He is working </a:t>
            </a:r>
            <a:r>
              <a:rPr lang="en-US" b="1" dirty="0"/>
              <a:t>late</a:t>
            </a:r>
            <a:r>
              <a:rPr lang="en-US" dirty="0"/>
              <a:t> tonight.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Have you seen him </a:t>
            </a:r>
            <a:r>
              <a:rPr lang="en-US" b="1" dirty="0"/>
              <a:t>lately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758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nl-NL" altLang="nl-NL"/>
              <a:t>Adverbs form</a:t>
            </a:r>
          </a:p>
        </p:txBody>
      </p:sp>
      <p:sp>
        <p:nvSpPr>
          <p:cNvPr id="96259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nl-NL" altLang="nl-NL" sz="2400" dirty="0" err="1"/>
              <a:t>One</a:t>
            </a:r>
            <a:r>
              <a:rPr lang="nl-NL" altLang="nl-NL" sz="2400" dirty="0"/>
              <a:t> </a:t>
            </a:r>
            <a:r>
              <a:rPr lang="nl-NL" altLang="nl-NL" sz="2400" dirty="0" err="1"/>
              <a:t>adjective</a:t>
            </a:r>
            <a:r>
              <a:rPr lang="nl-NL" altLang="nl-NL" sz="2400" dirty="0"/>
              <a:t> has a </a:t>
            </a:r>
            <a:r>
              <a:rPr lang="nl-NL" altLang="nl-NL" sz="2400" dirty="0" err="1"/>
              <a:t>completely</a:t>
            </a:r>
            <a:r>
              <a:rPr lang="nl-NL" altLang="nl-NL" sz="2400" dirty="0"/>
              <a:t> different </a:t>
            </a:r>
            <a:r>
              <a:rPr lang="nl-NL" altLang="nl-NL" sz="2400" dirty="0" err="1"/>
              <a:t>from</a:t>
            </a:r>
            <a:r>
              <a:rPr lang="nl-NL" altLang="nl-NL" sz="2400" dirty="0"/>
              <a:t> as </a:t>
            </a:r>
            <a:r>
              <a:rPr lang="nl-NL" altLang="nl-NL" sz="2400" dirty="0" err="1"/>
              <a:t>its</a:t>
            </a:r>
            <a:r>
              <a:rPr lang="nl-NL" altLang="nl-NL" sz="2400" dirty="0"/>
              <a:t> </a:t>
            </a:r>
            <a:r>
              <a:rPr lang="nl-NL" altLang="nl-NL" sz="2400" dirty="0" err="1"/>
              <a:t>adverb</a:t>
            </a:r>
            <a:endParaRPr lang="nl-NL" altLang="nl-NL" sz="2400" dirty="0"/>
          </a:p>
          <a:p>
            <a:pPr lvl="1"/>
            <a:r>
              <a:rPr lang="nl-NL" altLang="nl-NL" sz="2000" dirty="0" err="1"/>
              <a:t>That</a:t>
            </a:r>
            <a:r>
              <a:rPr lang="nl-NL" altLang="nl-NL" sz="2000" dirty="0"/>
              <a:t> was a </a:t>
            </a:r>
            <a:r>
              <a:rPr lang="nl-NL" altLang="nl-NL" sz="2000" b="1" dirty="0" err="1"/>
              <a:t>good</a:t>
            </a:r>
            <a:r>
              <a:rPr lang="nl-NL" altLang="nl-NL" sz="2000" dirty="0"/>
              <a:t> show</a:t>
            </a:r>
          </a:p>
          <a:p>
            <a:pPr lvl="1"/>
            <a:r>
              <a:rPr lang="nl-NL" altLang="nl-NL" sz="2000" dirty="0" err="1"/>
              <a:t>They</a:t>
            </a:r>
            <a:r>
              <a:rPr lang="nl-NL" altLang="nl-NL" sz="2000" dirty="0"/>
              <a:t> </a:t>
            </a:r>
            <a:r>
              <a:rPr lang="nl-NL" altLang="nl-NL" sz="2000" dirty="0" err="1"/>
              <a:t>played</a:t>
            </a:r>
            <a:r>
              <a:rPr lang="nl-NL" altLang="nl-NL" sz="2000" dirty="0"/>
              <a:t> </a:t>
            </a:r>
            <a:r>
              <a:rPr lang="nl-NL" altLang="nl-NL" sz="2000" dirty="0" err="1"/>
              <a:t>very</a:t>
            </a:r>
            <a:r>
              <a:rPr lang="nl-NL" altLang="nl-NL" sz="2000" dirty="0"/>
              <a:t> </a:t>
            </a:r>
            <a:r>
              <a:rPr lang="nl-NL" altLang="nl-NL" sz="2000" b="1" dirty="0"/>
              <a:t>well</a:t>
            </a:r>
            <a:r>
              <a:rPr lang="nl-NL" altLang="nl-NL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2697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altLang="en-US"/>
              <a:t>Adverbs Form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lang="en-US" dirty="0"/>
              <a:t>Many adverbs not based on adjectives</a:t>
            </a:r>
          </a:p>
          <a:p>
            <a:endParaRPr lang="en-US" i="1" dirty="0"/>
          </a:p>
          <a:p>
            <a:r>
              <a:rPr lang="en-US" i="1" dirty="0"/>
              <a:t>I’m leaving </a:t>
            </a:r>
            <a:r>
              <a:rPr lang="en-US" b="1" i="1" dirty="0"/>
              <a:t>soon</a:t>
            </a:r>
            <a:r>
              <a:rPr lang="en-US" i="1" dirty="0"/>
              <a:t>.</a:t>
            </a:r>
          </a:p>
          <a:p>
            <a:r>
              <a:rPr lang="en-US" i="1" dirty="0"/>
              <a:t>Theo </a:t>
            </a:r>
            <a:r>
              <a:rPr lang="en-US" b="1" i="1" dirty="0"/>
              <a:t>rather</a:t>
            </a:r>
            <a:r>
              <a:rPr lang="en-US" i="1" dirty="0"/>
              <a:t> likes brownies. </a:t>
            </a:r>
          </a:p>
          <a:p>
            <a:r>
              <a:rPr lang="en-US" i="1" dirty="0"/>
              <a:t>She is </a:t>
            </a:r>
            <a:r>
              <a:rPr lang="en-US" b="1" i="1" dirty="0"/>
              <a:t>very</a:t>
            </a:r>
            <a:r>
              <a:rPr lang="en-US" i="1" dirty="0"/>
              <a:t> pretty. </a:t>
            </a:r>
          </a:p>
          <a:p>
            <a:r>
              <a:rPr lang="en-US" i="1" dirty="0"/>
              <a:t>I don’t </a:t>
            </a:r>
            <a:r>
              <a:rPr lang="en-US" b="1" i="1" dirty="0"/>
              <a:t>quite</a:t>
            </a:r>
            <a:r>
              <a:rPr lang="en-US" i="1" dirty="0"/>
              <a:t> see your point.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352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altLang="en-US"/>
              <a:t>Comparing with adverbs</a:t>
            </a:r>
            <a:endParaRPr lang="en-US" altLang="en-US"/>
          </a:p>
        </p:txBody>
      </p:sp>
      <p:sp>
        <p:nvSpPr>
          <p:cNvPr id="101379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altLang="en-US" dirty="0" err="1"/>
              <a:t>Adverbs</a:t>
            </a:r>
            <a:r>
              <a:rPr lang="nl-NL" altLang="en-US" dirty="0"/>
              <a:t> </a:t>
            </a:r>
            <a:r>
              <a:rPr lang="nl-NL" altLang="en-US" dirty="0" err="1"/>
              <a:t>that</a:t>
            </a:r>
            <a:r>
              <a:rPr lang="nl-NL" altLang="en-US" dirty="0"/>
              <a:t> end in -</a:t>
            </a:r>
            <a:r>
              <a:rPr lang="nl-NL" altLang="en-US" dirty="0" err="1"/>
              <a:t>ly</a:t>
            </a:r>
            <a:r>
              <a:rPr lang="nl-NL" altLang="en-US" dirty="0"/>
              <a:t> </a:t>
            </a:r>
            <a:r>
              <a:rPr lang="nl-NL" altLang="en-US" dirty="0" err="1"/>
              <a:t>always</a:t>
            </a:r>
            <a:r>
              <a:rPr lang="nl-NL" altLang="en-US" dirty="0"/>
              <a:t> get </a:t>
            </a:r>
            <a:r>
              <a:rPr lang="nl-NL" altLang="en-US" u="sng" dirty="0"/>
              <a:t>more </a:t>
            </a:r>
            <a:r>
              <a:rPr lang="nl-NL" altLang="en-US" u="sng" dirty="0" err="1"/>
              <a:t>and</a:t>
            </a:r>
            <a:r>
              <a:rPr lang="nl-NL" altLang="en-US" u="sng" dirty="0"/>
              <a:t> most</a:t>
            </a:r>
          </a:p>
          <a:p>
            <a:pPr lvl="1"/>
            <a:r>
              <a:rPr lang="nl-NL" altLang="en-US" dirty="0"/>
              <a:t>The girl </a:t>
            </a:r>
            <a:r>
              <a:rPr lang="nl-NL" altLang="en-US" dirty="0" err="1"/>
              <a:t>danced</a:t>
            </a:r>
            <a:r>
              <a:rPr lang="nl-NL" altLang="en-US" dirty="0"/>
              <a:t> </a:t>
            </a:r>
            <a:r>
              <a:rPr lang="nl-NL" altLang="en-US" b="1" dirty="0"/>
              <a:t>more </a:t>
            </a:r>
            <a:r>
              <a:rPr lang="nl-NL" altLang="en-US" b="1" dirty="0" err="1"/>
              <a:t>beautifully</a:t>
            </a:r>
            <a:r>
              <a:rPr lang="nl-NL" altLang="en-US" b="1" dirty="0"/>
              <a:t> </a:t>
            </a:r>
            <a:r>
              <a:rPr lang="nl-NL" altLang="en-US" dirty="0" err="1"/>
              <a:t>than</a:t>
            </a:r>
            <a:r>
              <a:rPr lang="nl-NL" altLang="en-US" dirty="0"/>
              <a:t> </a:t>
            </a:r>
            <a:r>
              <a:rPr lang="nl-NL" altLang="en-US" dirty="0" err="1"/>
              <a:t>the</a:t>
            </a:r>
            <a:r>
              <a:rPr lang="nl-NL" altLang="en-US" dirty="0"/>
              <a:t> </a:t>
            </a:r>
            <a:r>
              <a:rPr lang="nl-NL" altLang="en-US" dirty="0" err="1"/>
              <a:t>others</a:t>
            </a:r>
            <a:endParaRPr lang="nl-NL" altLang="en-US" dirty="0"/>
          </a:p>
          <a:p>
            <a:pPr lvl="1"/>
            <a:r>
              <a:rPr lang="nl-NL" altLang="en-US" dirty="0" err="1"/>
              <a:t>This</a:t>
            </a:r>
            <a:r>
              <a:rPr lang="nl-NL" altLang="en-US" dirty="0"/>
              <a:t> fox moves </a:t>
            </a:r>
            <a:r>
              <a:rPr lang="nl-NL" altLang="en-US" b="1" dirty="0"/>
              <a:t>more </a:t>
            </a:r>
            <a:r>
              <a:rPr lang="nl-NL" altLang="en-US" b="1" dirty="0" err="1"/>
              <a:t>quickly</a:t>
            </a:r>
            <a:r>
              <a:rPr lang="nl-NL" altLang="en-US" dirty="0"/>
              <a:t> </a:t>
            </a:r>
            <a:r>
              <a:rPr lang="nl-NL" altLang="en-US" dirty="0" err="1"/>
              <a:t>than</a:t>
            </a:r>
            <a:r>
              <a:rPr lang="nl-NL" altLang="en-US" dirty="0"/>
              <a:t> </a:t>
            </a:r>
            <a:r>
              <a:rPr lang="nl-NL" altLang="en-US" dirty="0" err="1"/>
              <a:t>that</a:t>
            </a:r>
            <a:r>
              <a:rPr lang="nl-NL" altLang="en-US" dirty="0"/>
              <a:t> </a:t>
            </a:r>
            <a:r>
              <a:rPr lang="nl-NL" altLang="en-US" dirty="0" err="1"/>
              <a:t>one</a:t>
            </a:r>
            <a:endParaRPr lang="nl-NL" altLang="en-US" dirty="0"/>
          </a:p>
          <a:p>
            <a:r>
              <a:rPr lang="nl-NL" altLang="en-US" dirty="0" err="1"/>
              <a:t>Adverbs</a:t>
            </a:r>
            <a:r>
              <a:rPr lang="nl-NL" altLang="en-US" dirty="0"/>
              <a:t> </a:t>
            </a:r>
            <a:r>
              <a:rPr lang="nl-NL" altLang="en-US" dirty="0" err="1"/>
              <a:t>that</a:t>
            </a:r>
            <a:r>
              <a:rPr lang="nl-NL" altLang="en-US" dirty="0"/>
              <a:t> </a:t>
            </a:r>
            <a:r>
              <a:rPr lang="nl-NL" altLang="en-US" dirty="0" err="1"/>
              <a:t>don’t</a:t>
            </a:r>
            <a:r>
              <a:rPr lang="nl-NL" altLang="en-US" dirty="0"/>
              <a:t> end in -</a:t>
            </a:r>
            <a:r>
              <a:rPr lang="nl-NL" altLang="en-US" dirty="0" err="1"/>
              <a:t>ly</a:t>
            </a:r>
            <a:r>
              <a:rPr lang="nl-NL" altLang="en-US" dirty="0"/>
              <a:t> </a:t>
            </a:r>
            <a:r>
              <a:rPr lang="nl-NL" altLang="en-US" dirty="0" err="1"/>
              <a:t>work</a:t>
            </a:r>
            <a:r>
              <a:rPr lang="nl-NL" altLang="en-US" dirty="0"/>
              <a:t> like </a:t>
            </a:r>
            <a:r>
              <a:rPr lang="nl-NL" altLang="en-US" dirty="0" err="1"/>
              <a:t>adjectives</a:t>
            </a:r>
            <a:endParaRPr lang="nl-NL" altLang="en-US" dirty="0"/>
          </a:p>
          <a:p>
            <a:pPr lvl="1"/>
            <a:r>
              <a:rPr lang="nl-NL" altLang="en-US" dirty="0"/>
              <a:t>He </a:t>
            </a:r>
            <a:r>
              <a:rPr lang="nl-NL" altLang="en-US" dirty="0" err="1"/>
              <a:t>worked</a:t>
            </a:r>
            <a:r>
              <a:rPr lang="nl-NL" altLang="en-US" dirty="0"/>
              <a:t> </a:t>
            </a:r>
            <a:r>
              <a:rPr lang="nl-NL" altLang="en-US" b="1" dirty="0"/>
              <a:t>harder</a:t>
            </a:r>
            <a:r>
              <a:rPr lang="nl-NL" altLang="en-US" dirty="0"/>
              <a:t> </a:t>
            </a:r>
            <a:r>
              <a:rPr lang="nl-NL" altLang="en-US" dirty="0" err="1"/>
              <a:t>than</a:t>
            </a:r>
            <a:r>
              <a:rPr lang="nl-NL" altLang="en-US" dirty="0"/>
              <a:t> me</a:t>
            </a:r>
          </a:p>
          <a:p>
            <a:pPr lvl="1"/>
            <a:r>
              <a:rPr lang="nl-NL" altLang="en-US" dirty="0" err="1"/>
              <a:t>They</a:t>
            </a:r>
            <a:r>
              <a:rPr lang="nl-NL" altLang="en-US" dirty="0"/>
              <a:t> </a:t>
            </a:r>
            <a:r>
              <a:rPr lang="nl-NL" altLang="en-US" dirty="0" err="1"/>
              <a:t>just</a:t>
            </a:r>
            <a:r>
              <a:rPr lang="nl-NL" altLang="en-US" dirty="0"/>
              <a:t> </a:t>
            </a:r>
            <a:r>
              <a:rPr lang="nl-NL" altLang="en-US" dirty="0" err="1"/>
              <a:t>played</a:t>
            </a:r>
            <a:r>
              <a:rPr lang="nl-NL" altLang="en-US" dirty="0"/>
              <a:t> </a:t>
            </a:r>
            <a:r>
              <a:rPr lang="nl-NL" altLang="en-US" b="1" dirty="0" err="1"/>
              <a:t>better</a:t>
            </a:r>
            <a:r>
              <a:rPr lang="nl-NL" altLang="en-US" dirty="0"/>
              <a:t> </a:t>
            </a:r>
            <a:r>
              <a:rPr lang="nl-NL" altLang="en-US" dirty="0" err="1"/>
              <a:t>than</a:t>
            </a:r>
            <a:r>
              <a:rPr lang="nl-NL" altLang="en-US" dirty="0"/>
              <a:t> </a:t>
            </a:r>
            <a:r>
              <a:rPr lang="nl-NL" altLang="en-US" dirty="0" err="1"/>
              <a:t>us</a:t>
            </a:r>
            <a:endParaRPr lang="nl-NL" altLang="en-US" dirty="0"/>
          </a:p>
          <a:p>
            <a:pPr lvl="1"/>
            <a:r>
              <a:rPr lang="nl-NL" altLang="en-US" dirty="0" err="1"/>
              <a:t>So</a:t>
            </a:r>
            <a:r>
              <a:rPr lang="nl-NL" altLang="en-US" dirty="0"/>
              <a:t>: well - </a:t>
            </a:r>
            <a:r>
              <a:rPr lang="nl-NL" altLang="en-US" dirty="0" err="1"/>
              <a:t>better</a:t>
            </a:r>
            <a:r>
              <a:rPr lang="nl-NL" altLang="en-US" dirty="0"/>
              <a:t> - best</a:t>
            </a:r>
          </a:p>
          <a:p>
            <a:pPr lvl="1"/>
            <a:endParaRPr lang="nl-NL" altLang="en-US" dirty="0"/>
          </a:p>
          <a:p>
            <a:pPr lvl="1"/>
            <a:endParaRPr lang="nl-NL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81014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When to use Adverbs VS Adjectives  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407872360"/>
              </p:ext>
            </p:extLst>
          </p:nvPr>
        </p:nvGraphicFramePr>
        <p:xfrm>
          <a:off x="750404" y="1988840"/>
          <a:ext cx="7061956" cy="263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3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en-US" sz="2000" dirty="0"/>
                        <a:t>paraphrase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  <a:r>
                        <a:rPr lang="en-US" sz="2000" baseline="0" dirty="0"/>
                        <a:t> </a:t>
                      </a:r>
                      <a:endParaRPr lang="en-US" sz="2000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dirty="0"/>
                        <a:t>How</a:t>
                      </a:r>
                      <a:r>
                        <a:rPr lang="en-US" sz="2000" baseline="0" dirty="0"/>
                        <a:t> …</a:t>
                      </a:r>
                      <a:r>
                        <a:rPr lang="en-US" sz="2000" dirty="0"/>
                        <a:t>?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i="0" dirty="0"/>
                        <a:t>He did it </a:t>
                      </a:r>
                      <a:r>
                        <a:rPr lang="en-US" sz="2000" i="1" dirty="0"/>
                        <a:t>perfectly</a:t>
                      </a:r>
                      <a:r>
                        <a:rPr lang="en-US" sz="2000" i="1" baseline="0" dirty="0"/>
                        <a:t> </a:t>
                      </a:r>
                    </a:p>
                    <a:p>
                      <a:r>
                        <a:rPr lang="en-US" sz="2000" i="0" dirty="0"/>
                        <a:t>The painted the chair </a:t>
                      </a:r>
                      <a:r>
                        <a:rPr lang="en-US" sz="2000" i="1" dirty="0"/>
                        <a:t>carefully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dirty="0"/>
                        <a:t>Where …?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i="0" dirty="0"/>
                        <a:t>They littered </a:t>
                      </a:r>
                      <a:r>
                        <a:rPr lang="en-US" sz="2000" i="1" dirty="0"/>
                        <a:t>everywhere</a:t>
                      </a:r>
                    </a:p>
                    <a:p>
                      <a:r>
                        <a:rPr lang="en-US" sz="2000" i="0" dirty="0"/>
                        <a:t>You can put that </a:t>
                      </a:r>
                      <a:r>
                        <a:rPr lang="en-US" sz="2000" i="1" dirty="0"/>
                        <a:t>here</a:t>
                      </a:r>
                      <a:endParaRPr lang="en-US" sz="2000" i="0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641951318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dirty="0"/>
                        <a:t>When …?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i="0" dirty="0"/>
                        <a:t>We saw that </a:t>
                      </a:r>
                      <a:r>
                        <a:rPr lang="en-US" sz="2000" i="1" dirty="0"/>
                        <a:t>yesterday</a:t>
                      </a:r>
                      <a:br>
                        <a:rPr lang="en-US" sz="2000" i="1" dirty="0"/>
                      </a:br>
                      <a:r>
                        <a:rPr lang="en-US" sz="2000" i="0" dirty="0"/>
                        <a:t>We </a:t>
                      </a:r>
                      <a:r>
                        <a:rPr lang="en-US" sz="2000" i="1" dirty="0"/>
                        <a:t>never </a:t>
                      </a:r>
                      <a:r>
                        <a:rPr lang="en-US" sz="2000" i="0" dirty="0"/>
                        <a:t>liked him anyway</a:t>
                      </a:r>
                      <a:endParaRPr lang="en-US" sz="2000" i="1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801272667"/>
                  </a:ext>
                </a:extLst>
              </a:tr>
            </a:tbl>
          </a:graphicData>
        </a:graphic>
      </p:graphicFrame>
      <p:graphicFrame>
        <p:nvGraphicFramePr>
          <p:cNvPr id="2" name="Table Placeholder 3">
            <a:extLst>
              <a:ext uri="{FF2B5EF4-FFF2-40B4-BE49-F238E27FC236}">
                <a16:creationId xmlns:a16="http://schemas.microsoft.com/office/drawing/2014/main" id="{E195FE0E-6452-9809-8743-E278999192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076148"/>
              </p:ext>
            </p:extLst>
          </p:nvPr>
        </p:nvGraphicFramePr>
        <p:xfrm>
          <a:off x="750404" y="4725144"/>
          <a:ext cx="7061956" cy="1129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3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r>
                        <a:rPr lang="en-US" sz="2000" dirty="0"/>
                        <a:t>paraphrase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  <a:r>
                        <a:rPr lang="en-US" sz="2000" baseline="0" dirty="0"/>
                        <a:t> </a:t>
                      </a:r>
                      <a:endParaRPr lang="en-US" sz="2000" dirty="0"/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582">
                <a:tc>
                  <a:txBody>
                    <a:bodyPr/>
                    <a:lstStyle/>
                    <a:p>
                      <a:r>
                        <a:rPr lang="en-US" sz="2000" dirty="0"/>
                        <a:t>What kind of/sort of/type of?</a:t>
                      </a:r>
                    </a:p>
                  </a:txBody>
                  <a:tcPr marL="76432" marR="76432" marT="38212" marB="38212"/>
                </a:tc>
                <a:tc>
                  <a:txBody>
                    <a:bodyPr/>
                    <a:lstStyle/>
                    <a:p>
                      <a:r>
                        <a:rPr lang="en-US" sz="2000" i="1" dirty="0"/>
                        <a:t>Green, perfect, </a:t>
                      </a:r>
                    </a:p>
                  </a:txBody>
                  <a:tcPr marL="76432" marR="76432" marT="38212" marB="3821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28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E3294-12A7-5A8F-DC1B-97529F59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Common exception: </a:t>
            </a:r>
            <a:br>
              <a:rPr lang="en-GB" dirty="0"/>
            </a:br>
            <a:r>
              <a:rPr lang="en-GB" dirty="0"/>
              <a:t>‘to be’ and similar verbs</a:t>
            </a:r>
            <a:endParaRPr lang="en-NL" dirty="0"/>
          </a:p>
        </p:txBody>
      </p:sp>
      <p:sp>
        <p:nvSpPr>
          <p:cNvPr id="3" name="Tijdelijke aanduiding voor tabel 2">
            <a:extLst>
              <a:ext uri="{FF2B5EF4-FFF2-40B4-BE49-F238E27FC236}">
                <a16:creationId xmlns:a16="http://schemas.microsoft.com/office/drawing/2014/main" id="{E291A72A-A529-A1BF-E921-41E19C16D516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7604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557E-96A8-DA53-481E-2646C85CE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604"/>
            <a:ext cx="8366760" cy="1450757"/>
          </a:xfrm>
        </p:spPr>
        <p:txBody>
          <a:bodyPr/>
          <a:lstStyle/>
          <a:p>
            <a:r>
              <a:rPr lang="en-GB"/>
              <a:t>Exercises:</a:t>
            </a:r>
            <a:r>
              <a:rPr lang="en-GB" b="1"/>
              <a:t> comparatives </a:t>
            </a:r>
            <a:r>
              <a:rPr lang="en-GB" sz="2000"/>
              <a:t>(see handout)</a:t>
            </a:r>
            <a:br>
              <a:rPr lang="en-GB"/>
            </a:br>
            <a:r>
              <a:rPr lang="en-GB"/>
              <a:t>Fill in the correct form…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93793-2604-01A7-321C-24F1ED278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5734"/>
            <a:ext cx="9143999" cy="5012266"/>
          </a:xfrm>
        </p:spPr>
        <p:txBody>
          <a:bodyPr>
            <a:normAutofit/>
          </a:bodyPr>
          <a:lstStyle/>
          <a:p>
            <a:r>
              <a:rPr lang="en-GB"/>
              <a:t>1. She was ___________ (pretty) girl of all, at the party last night.</a:t>
            </a:r>
          </a:p>
          <a:p>
            <a:r>
              <a:rPr lang="en-GB"/>
              <a:t>2. Pretty?? Try </a:t>
            </a:r>
            <a:r>
              <a:rPr lang="en-GB" i="1"/>
              <a:t>gorgeous</a:t>
            </a:r>
            <a:r>
              <a:rPr lang="en-GB"/>
              <a:t>! She was ___________ (gorgeous) one there. </a:t>
            </a:r>
          </a:p>
          <a:p>
            <a:r>
              <a:rPr lang="en-GB"/>
              <a:t>3. Anyway, I think it was probably ___________ (good) party I’ve even been to.</a:t>
            </a:r>
          </a:p>
          <a:p>
            <a:r>
              <a:rPr lang="en-GB"/>
              <a:t>4. Hmm, I disagree. My brother’s recent birthday party was ___________ (good) and simply ___________ (fun) than last night’s party. </a:t>
            </a:r>
          </a:p>
          <a:p>
            <a:r>
              <a:rPr lang="en-GB"/>
              <a:t>5. But didn’t you think the band played ___________ (beautiful)? </a:t>
            </a:r>
          </a:p>
          <a:p>
            <a:r>
              <a:rPr lang="en-GB"/>
              <a:t>6. Yes, they played far ___________ (skillful) than the typical “party band”. </a:t>
            </a:r>
          </a:p>
          <a:p>
            <a:r>
              <a:rPr lang="en-GB"/>
              <a:t>7. They played their songs ___________ (fast) than most bands would dare to. </a:t>
            </a:r>
          </a:p>
          <a:p>
            <a:r>
              <a:rPr lang="en-GB"/>
              <a:t>8. Contrast that with last week, when I heard just about ___________ (bad) band I’d ever heard in my life. I left after only four songs.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707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557E-96A8-DA53-481E-2646C85CE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604"/>
            <a:ext cx="8366760" cy="1450757"/>
          </a:xfrm>
        </p:spPr>
        <p:txBody>
          <a:bodyPr/>
          <a:lstStyle/>
          <a:p>
            <a:r>
              <a:rPr lang="en-GB"/>
              <a:t>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93793-2604-01A7-321C-24F1ED278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45734"/>
            <a:ext cx="9143999" cy="5012266"/>
          </a:xfrm>
        </p:spPr>
        <p:txBody>
          <a:bodyPr>
            <a:normAutofit/>
          </a:bodyPr>
          <a:lstStyle/>
          <a:p>
            <a:r>
              <a:rPr lang="en-GB"/>
              <a:t>1. She was </a:t>
            </a:r>
            <a:r>
              <a:rPr lang="en-GB" b="1"/>
              <a:t>the prettiest</a:t>
            </a:r>
            <a:r>
              <a:rPr lang="en-GB"/>
              <a:t> (pretty) girl of all, at the party last night.</a:t>
            </a:r>
          </a:p>
          <a:p>
            <a:r>
              <a:rPr lang="en-GB"/>
              <a:t>2. Pretty?? Try </a:t>
            </a:r>
            <a:r>
              <a:rPr lang="en-GB" i="1"/>
              <a:t>gorgeous</a:t>
            </a:r>
            <a:r>
              <a:rPr lang="en-GB"/>
              <a:t>! She was </a:t>
            </a:r>
            <a:r>
              <a:rPr lang="en-GB" b="1"/>
              <a:t>the most gorgeous</a:t>
            </a:r>
            <a:r>
              <a:rPr lang="en-GB"/>
              <a:t> (gorgeous) one there. </a:t>
            </a:r>
          </a:p>
          <a:p>
            <a:r>
              <a:rPr lang="en-GB"/>
              <a:t>3. Anyway, I think it was probably </a:t>
            </a:r>
            <a:r>
              <a:rPr lang="en-GB" b="1"/>
              <a:t>the best</a:t>
            </a:r>
            <a:r>
              <a:rPr lang="en-GB"/>
              <a:t> (good) party I’ve even been to.</a:t>
            </a:r>
          </a:p>
          <a:p>
            <a:r>
              <a:rPr lang="en-GB"/>
              <a:t>4. Hmm, I disagree. My brother’s recent birthday party was </a:t>
            </a:r>
            <a:r>
              <a:rPr lang="en-GB" b="1"/>
              <a:t>better</a:t>
            </a:r>
            <a:r>
              <a:rPr lang="en-GB"/>
              <a:t> (good) and simply </a:t>
            </a:r>
            <a:r>
              <a:rPr lang="en-GB" b="1"/>
              <a:t>more fun</a:t>
            </a:r>
            <a:r>
              <a:rPr lang="en-GB"/>
              <a:t> (fun) than last night’s party. </a:t>
            </a:r>
          </a:p>
          <a:p>
            <a:r>
              <a:rPr lang="en-GB"/>
              <a:t>5. But didn’t you think the band played </a:t>
            </a:r>
            <a:r>
              <a:rPr lang="en-GB" b="1"/>
              <a:t>beautifully</a:t>
            </a:r>
            <a:r>
              <a:rPr lang="en-GB"/>
              <a:t> (beautiful)? </a:t>
            </a:r>
          </a:p>
          <a:p>
            <a:r>
              <a:rPr lang="en-GB"/>
              <a:t>6. Yes, they played far </a:t>
            </a:r>
            <a:r>
              <a:rPr lang="en-GB" b="1"/>
              <a:t>more skillfully</a:t>
            </a:r>
            <a:r>
              <a:rPr lang="en-GB"/>
              <a:t> (skillful) than the typical “party band”. </a:t>
            </a:r>
          </a:p>
          <a:p>
            <a:r>
              <a:rPr lang="en-GB"/>
              <a:t>7. They played their songs </a:t>
            </a:r>
            <a:r>
              <a:rPr lang="en-GB" b="1"/>
              <a:t>faster</a:t>
            </a:r>
            <a:r>
              <a:rPr lang="en-GB"/>
              <a:t> (fast) than most bands would dare to. </a:t>
            </a:r>
          </a:p>
          <a:p>
            <a:r>
              <a:rPr lang="en-GB"/>
              <a:t>8. Contrast that with last week, when I heard just about</a:t>
            </a:r>
            <a:r>
              <a:rPr lang="en-GB" b="1"/>
              <a:t> the worst</a:t>
            </a:r>
            <a:r>
              <a:rPr lang="en-GB"/>
              <a:t> (bad) band I’d ever heard in my life. I left after only four songs.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6458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2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3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4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5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6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7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8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9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0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2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3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ppt/theme/themeOverride14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58F8C35-1BF6-48A4-9AD1-A2125A793F09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2286</TotalTime>
  <Words>949</Words>
  <Application>Microsoft Office PowerPoint</Application>
  <PresentationFormat>Diavoorstelling (4:3)</PresentationFormat>
  <Paragraphs>135</Paragraphs>
  <Slides>17</Slides>
  <Notes>11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Retrospect</vt:lpstr>
      <vt:lpstr>Grammar &amp; Basics</vt:lpstr>
      <vt:lpstr>Comparisons</vt:lpstr>
      <vt:lpstr>Comparison</vt:lpstr>
      <vt:lpstr>Comparison</vt:lpstr>
      <vt:lpstr>Some spelling rules</vt:lpstr>
      <vt:lpstr>Comparison – Two syllables </vt:lpstr>
      <vt:lpstr>Comparison – Two syllables </vt:lpstr>
      <vt:lpstr>Comparison – Three syllables </vt:lpstr>
      <vt:lpstr>Irregular Forms </vt:lpstr>
      <vt:lpstr>Adverbs Form </vt:lpstr>
      <vt:lpstr>Adverbs form</vt:lpstr>
      <vt:lpstr>Adverbs Form </vt:lpstr>
      <vt:lpstr>Comparing with adverbs</vt:lpstr>
      <vt:lpstr>When to use Adverbs VS Adjectives  </vt:lpstr>
      <vt:lpstr>Common exception:  ‘to be’ and similar verbs</vt:lpstr>
      <vt:lpstr>Exercises: comparatives (see handout) Fill in the correct form…</vt:lpstr>
      <vt:lpstr>Answers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Freek Metsch</cp:lastModifiedBy>
  <cp:revision>81</cp:revision>
  <cp:lastPrinted>2024-09-25T09:31:22Z</cp:lastPrinted>
  <dcterms:created xsi:type="dcterms:W3CDTF">2017-08-26T16:20:07Z</dcterms:created>
  <dcterms:modified xsi:type="dcterms:W3CDTF">2025-09-19T13:57:38Z</dcterms:modified>
</cp:coreProperties>
</file>